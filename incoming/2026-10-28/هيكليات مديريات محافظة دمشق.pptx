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bookmarkIdSeed="3">
  <p:sldMasterIdLst>
    <p:sldMasterId id="2147483696" r:id="rId1"/>
  </p:sldMasterIdLst>
  <p:notesMasterIdLst>
    <p:notesMasterId r:id="rId78"/>
  </p:notesMasterIdLst>
  <p:sldIdLst>
    <p:sldId id="256" r:id="rId2"/>
    <p:sldId id="257" r:id="rId3"/>
    <p:sldId id="259" r:id="rId4"/>
    <p:sldId id="260" r:id="rId5"/>
    <p:sldId id="424" r:id="rId6"/>
    <p:sldId id="261" r:id="rId7"/>
    <p:sldId id="299" r:id="rId8"/>
    <p:sldId id="300" r:id="rId9"/>
    <p:sldId id="435" r:id="rId10"/>
    <p:sldId id="362" r:id="rId11"/>
    <p:sldId id="436" r:id="rId12"/>
    <p:sldId id="364" r:id="rId13"/>
    <p:sldId id="441" r:id="rId14"/>
    <p:sldId id="371" r:id="rId15"/>
    <p:sldId id="442" r:id="rId16"/>
    <p:sldId id="384" r:id="rId17"/>
    <p:sldId id="445" r:id="rId18"/>
    <p:sldId id="379" r:id="rId19"/>
    <p:sldId id="446" r:id="rId20"/>
    <p:sldId id="380" r:id="rId21"/>
    <p:sldId id="425" r:id="rId22"/>
    <p:sldId id="338" r:id="rId23"/>
    <p:sldId id="428" r:id="rId24"/>
    <p:sldId id="344" r:id="rId25"/>
    <p:sldId id="426" r:id="rId26"/>
    <p:sldId id="302" r:id="rId27"/>
    <p:sldId id="429" r:id="rId28"/>
    <p:sldId id="347" r:id="rId29"/>
    <p:sldId id="430" r:id="rId30"/>
    <p:sldId id="349" r:id="rId31"/>
    <p:sldId id="431" r:id="rId32"/>
    <p:sldId id="353" r:id="rId33"/>
    <p:sldId id="432" r:id="rId34"/>
    <p:sldId id="357" r:id="rId35"/>
    <p:sldId id="433" r:id="rId36"/>
    <p:sldId id="359" r:id="rId37"/>
    <p:sldId id="434" r:id="rId38"/>
    <p:sldId id="361" r:id="rId39"/>
    <p:sldId id="437" r:id="rId40"/>
    <p:sldId id="366" r:id="rId41"/>
    <p:sldId id="438" r:id="rId42"/>
    <p:sldId id="375" r:id="rId43"/>
    <p:sldId id="439" r:id="rId44"/>
    <p:sldId id="377" r:id="rId45"/>
    <p:sldId id="444" r:id="rId46"/>
    <p:sldId id="373" r:id="rId47"/>
    <p:sldId id="447" r:id="rId48"/>
    <p:sldId id="381" r:id="rId49"/>
    <p:sldId id="448" r:id="rId50"/>
    <p:sldId id="383" r:id="rId51"/>
    <p:sldId id="450" r:id="rId52"/>
    <p:sldId id="387" r:id="rId53"/>
    <p:sldId id="451" r:id="rId54"/>
    <p:sldId id="389" r:id="rId55"/>
    <p:sldId id="452" r:id="rId56"/>
    <p:sldId id="407" r:id="rId57"/>
    <p:sldId id="453" r:id="rId58"/>
    <p:sldId id="411" r:id="rId59"/>
    <p:sldId id="454" r:id="rId60"/>
    <p:sldId id="413" r:id="rId61"/>
    <p:sldId id="455" r:id="rId62"/>
    <p:sldId id="415" r:id="rId63"/>
    <p:sldId id="421" r:id="rId64"/>
    <p:sldId id="420" r:id="rId65"/>
    <p:sldId id="395" r:id="rId66"/>
    <p:sldId id="423" r:id="rId67"/>
    <p:sldId id="458" r:id="rId68"/>
    <p:sldId id="417" r:id="rId69"/>
    <p:sldId id="427" r:id="rId70"/>
    <p:sldId id="342" r:id="rId71"/>
    <p:sldId id="443" r:id="rId72"/>
    <p:sldId id="372" r:id="rId73"/>
    <p:sldId id="457" r:id="rId74"/>
    <p:sldId id="388" r:id="rId75"/>
    <p:sldId id="449" r:id="rId76"/>
    <p:sldId id="385" r:id="rId77"/>
  </p:sldIdLst>
  <p:sldSz cx="12192000" cy="6858000"/>
  <p:notesSz cx="6797675" cy="9929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422" autoAdjust="0"/>
    <p:restoredTop sz="92288" autoAdjust="0"/>
  </p:normalViewPr>
  <p:slideViewPr>
    <p:cSldViewPr snapToGrid="0">
      <p:cViewPr varScale="1">
        <p:scale>
          <a:sx n="76" d="100"/>
          <a:sy n="76" d="100"/>
        </p:scale>
        <p:origin x="64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DDD3C8-F137-4B46-8EE8-B94CEF2CAF04}"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pPr rtl="1"/>
          <a:endParaRPr lang="ar-SY"/>
        </a:p>
      </dgm:t>
    </dgm:pt>
    <dgm:pt modelId="{1F4CDD54-8F3B-46FE-B97D-CB11C67A5E9D}">
      <dgm:prSet phldrT="[Text]" phldr="0"/>
      <dgm:spPr/>
      <dgm:t>
        <a:bodyPr/>
        <a:lstStyle/>
        <a:p>
          <a:pPr rtl="1"/>
          <a:r>
            <a:rPr lang="ar-SY" dirty="0"/>
            <a:t>محافظة  دمشق</a:t>
          </a:r>
        </a:p>
      </dgm:t>
    </dgm:pt>
    <dgm:pt modelId="{A200DC05-6AF1-4684-A2F2-967A6BA96721}" type="parTrans" cxnId="{656684B6-F36A-4441-891F-6CB2F0BB21DB}">
      <dgm:prSet/>
      <dgm:spPr/>
      <dgm:t>
        <a:bodyPr/>
        <a:lstStyle/>
        <a:p>
          <a:pPr rtl="1"/>
          <a:endParaRPr lang="ar-SY"/>
        </a:p>
      </dgm:t>
    </dgm:pt>
    <dgm:pt modelId="{B9162E87-FAC9-4F00-9183-0B23765A742C}" type="sibTrans" cxnId="{656684B6-F36A-4441-891F-6CB2F0BB21DB}">
      <dgm:prSet/>
      <dgm:spPr/>
      <dgm:t>
        <a:bodyPr/>
        <a:lstStyle/>
        <a:p>
          <a:pPr rtl="1"/>
          <a:endParaRPr lang="ar-SY"/>
        </a:p>
      </dgm:t>
    </dgm:pt>
    <dgm:pt modelId="{10269D9E-F7C7-4388-9B75-2AD045351520}">
      <dgm:prSet phldrT="[Text]" phldr="0"/>
      <dgm:spPr/>
      <dgm:t>
        <a:bodyPr/>
        <a:lstStyle/>
        <a:p>
          <a:pPr rtl="1"/>
          <a:r>
            <a:rPr lang="ar-SY" dirty="0"/>
            <a:t>مجلس المحافظة</a:t>
          </a:r>
        </a:p>
      </dgm:t>
    </dgm:pt>
    <dgm:pt modelId="{047EB881-F518-49BD-8215-747912A89E6B}" type="parTrans" cxnId="{D1BD6135-C94E-45D9-93AA-4EDF5633D4F2}">
      <dgm:prSet/>
      <dgm:spPr/>
      <dgm:t>
        <a:bodyPr/>
        <a:lstStyle/>
        <a:p>
          <a:pPr rtl="1"/>
          <a:endParaRPr lang="ar-SY"/>
        </a:p>
      </dgm:t>
    </dgm:pt>
    <dgm:pt modelId="{D942DEFC-C100-4EA9-A926-2F4AE6BE1544}" type="sibTrans" cxnId="{D1BD6135-C94E-45D9-93AA-4EDF5633D4F2}">
      <dgm:prSet/>
      <dgm:spPr/>
      <dgm:t>
        <a:bodyPr/>
        <a:lstStyle/>
        <a:p>
          <a:pPr rtl="1"/>
          <a:endParaRPr lang="ar-SY"/>
        </a:p>
      </dgm:t>
    </dgm:pt>
    <dgm:pt modelId="{A0E9156B-AD18-4227-A40D-9E74200F7B37}">
      <dgm:prSet phldrT="[Text]" phldr="0"/>
      <dgm:spPr/>
      <dgm:t>
        <a:bodyPr/>
        <a:lstStyle/>
        <a:p>
          <a:pPr rtl="1"/>
          <a:r>
            <a:rPr lang="ar-SY"/>
            <a:t>القطاع البلدي</a:t>
          </a:r>
          <a:endParaRPr lang="ar-SY" dirty="0"/>
        </a:p>
      </dgm:t>
    </dgm:pt>
    <dgm:pt modelId="{206720B4-CF5E-49F8-B8B7-454FCD6E7D5D}" type="parTrans" cxnId="{31E85F11-582D-4A1A-8C3F-3AFCD295CC26}">
      <dgm:prSet/>
      <dgm:spPr/>
      <dgm:t>
        <a:bodyPr/>
        <a:lstStyle/>
        <a:p>
          <a:pPr rtl="1"/>
          <a:endParaRPr lang="ar-SY"/>
        </a:p>
      </dgm:t>
    </dgm:pt>
    <dgm:pt modelId="{F29ECE94-6156-41EC-9E7E-AAF16742D12C}" type="sibTrans" cxnId="{31E85F11-582D-4A1A-8C3F-3AFCD295CC26}">
      <dgm:prSet/>
      <dgm:spPr/>
      <dgm:t>
        <a:bodyPr/>
        <a:lstStyle/>
        <a:p>
          <a:pPr rtl="1"/>
          <a:endParaRPr lang="ar-SY"/>
        </a:p>
      </dgm:t>
    </dgm:pt>
    <dgm:pt modelId="{DA796B52-0176-4231-8B89-A59518BA5381}">
      <dgm:prSet phldrT="[Text]" phldr="0"/>
      <dgm:spPr/>
      <dgm:t>
        <a:bodyPr/>
        <a:lstStyle/>
        <a:p>
          <a:pPr rtl="1"/>
          <a:r>
            <a:rPr lang="ar-SY" dirty="0"/>
            <a:t>مديرية الأنشطة الرياضية والثقافية والاجتماعية</a:t>
          </a:r>
        </a:p>
      </dgm:t>
    </dgm:pt>
    <dgm:pt modelId="{07A0BA19-0452-4317-93D2-66BDC72C4412}" type="parTrans" cxnId="{7030DB8C-05D7-49FA-A92A-74E67BB91AE4}">
      <dgm:prSet/>
      <dgm:spPr/>
      <dgm:t>
        <a:bodyPr/>
        <a:lstStyle/>
        <a:p>
          <a:pPr rtl="1"/>
          <a:endParaRPr lang="ar-SY"/>
        </a:p>
      </dgm:t>
    </dgm:pt>
    <dgm:pt modelId="{BD94BEF9-73AC-4CDF-8489-7F0B131D6DFF}" type="sibTrans" cxnId="{7030DB8C-05D7-49FA-A92A-74E67BB91AE4}">
      <dgm:prSet/>
      <dgm:spPr/>
      <dgm:t>
        <a:bodyPr/>
        <a:lstStyle/>
        <a:p>
          <a:pPr rtl="1"/>
          <a:endParaRPr lang="ar-SY"/>
        </a:p>
      </dgm:t>
    </dgm:pt>
    <dgm:pt modelId="{9874D525-74E7-4B94-9BBE-E9286660FD91}">
      <dgm:prSet phldrT="[Text]" phldr="0"/>
      <dgm:spPr/>
      <dgm:t>
        <a:bodyPr/>
        <a:lstStyle/>
        <a:p>
          <a:pPr rtl="1"/>
          <a:r>
            <a:rPr lang="ar-SY" dirty="0"/>
            <a:t>مديرية الخدمات الفنية</a:t>
          </a:r>
        </a:p>
      </dgm:t>
    </dgm:pt>
    <dgm:pt modelId="{2F97C24F-DEB7-4B4F-AB6C-300A45734C59}" type="parTrans" cxnId="{2B704C72-B7E1-48AC-A75F-B0FC593CC7B6}">
      <dgm:prSet/>
      <dgm:spPr/>
      <dgm:t>
        <a:bodyPr/>
        <a:lstStyle/>
        <a:p>
          <a:pPr rtl="1"/>
          <a:endParaRPr lang="ar-SY"/>
        </a:p>
      </dgm:t>
    </dgm:pt>
    <dgm:pt modelId="{83D618CE-5864-4918-A264-5C69F1131B4A}" type="sibTrans" cxnId="{2B704C72-B7E1-48AC-A75F-B0FC593CC7B6}">
      <dgm:prSet/>
      <dgm:spPr/>
      <dgm:t>
        <a:bodyPr/>
        <a:lstStyle/>
        <a:p>
          <a:pPr rtl="1"/>
          <a:endParaRPr lang="ar-SY"/>
        </a:p>
      </dgm:t>
    </dgm:pt>
    <dgm:pt modelId="{A3D21CE6-DACC-4FE5-B9BF-134295B837BF}">
      <dgm:prSet phldrT="[Text]" phldr="0"/>
      <dgm:spPr/>
      <dgm:t>
        <a:bodyPr/>
        <a:lstStyle/>
        <a:p>
          <a:pPr rtl="1"/>
          <a:r>
            <a:rPr lang="ar-SY" dirty="0"/>
            <a:t>الأمانة العامة</a:t>
          </a:r>
        </a:p>
      </dgm:t>
    </dgm:pt>
    <dgm:pt modelId="{455DF992-2DFB-44D3-8DD0-88C57C385C4C}" type="parTrans" cxnId="{85208726-DC29-47A1-88F0-7CE151BBF3EE}">
      <dgm:prSet/>
      <dgm:spPr/>
      <dgm:t>
        <a:bodyPr/>
        <a:lstStyle/>
        <a:p>
          <a:pPr rtl="1"/>
          <a:endParaRPr lang="ar-SY"/>
        </a:p>
      </dgm:t>
    </dgm:pt>
    <dgm:pt modelId="{3FD22529-3301-4031-8B18-392D66CFD5F8}" type="sibTrans" cxnId="{85208726-DC29-47A1-88F0-7CE151BBF3EE}">
      <dgm:prSet/>
      <dgm:spPr/>
      <dgm:t>
        <a:bodyPr/>
        <a:lstStyle/>
        <a:p>
          <a:pPr rtl="1"/>
          <a:endParaRPr lang="ar-SY"/>
        </a:p>
      </dgm:t>
    </dgm:pt>
    <dgm:pt modelId="{A598AFED-A517-44A4-B03B-8CD4669E8D2B}">
      <dgm:prSet phldrT="[Text]" phldr="0"/>
      <dgm:spPr/>
      <dgm:t>
        <a:bodyPr/>
        <a:lstStyle/>
        <a:p>
          <a:pPr rtl="1"/>
          <a:r>
            <a:rPr lang="ar-SY" dirty="0"/>
            <a:t>مديرية دار الكرامة</a:t>
          </a:r>
        </a:p>
      </dgm:t>
    </dgm:pt>
    <dgm:pt modelId="{2C43128F-B0F6-46A6-AB3A-EEE31D09D0B0}" type="parTrans" cxnId="{58BAB427-E312-4BC1-9AEC-92CEF993FFF6}">
      <dgm:prSet/>
      <dgm:spPr/>
      <dgm:t>
        <a:bodyPr/>
        <a:lstStyle/>
        <a:p>
          <a:pPr rtl="1"/>
          <a:endParaRPr lang="ar-SY"/>
        </a:p>
      </dgm:t>
    </dgm:pt>
    <dgm:pt modelId="{B1080502-D0E1-4A1D-AEB5-321D30B91163}" type="sibTrans" cxnId="{58BAB427-E312-4BC1-9AEC-92CEF993FFF6}">
      <dgm:prSet/>
      <dgm:spPr/>
      <dgm:t>
        <a:bodyPr/>
        <a:lstStyle/>
        <a:p>
          <a:pPr rtl="1"/>
          <a:endParaRPr lang="ar-SY"/>
        </a:p>
      </dgm:t>
    </dgm:pt>
    <dgm:pt modelId="{E32DB1C2-0CA0-4D94-A90A-C95B9FC531DC}" type="pres">
      <dgm:prSet presAssocID="{FADDD3C8-F137-4B46-8EE8-B94CEF2CAF04}" presName="hierChild1" presStyleCnt="0">
        <dgm:presLayoutVars>
          <dgm:orgChart val="1"/>
          <dgm:chPref val="1"/>
          <dgm:dir/>
          <dgm:animOne val="branch"/>
          <dgm:animLvl val="lvl"/>
          <dgm:resizeHandles/>
        </dgm:presLayoutVars>
      </dgm:prSet>
      <dgm:spPr/>
    </dgm:pt>
    <dgm:pt modelId="{BF95B3A3-0B61-4291-BD9C-1B2D4FBFB6FC}" type="pres">
      <dgm:prSet presAssocID="{1F4CDD54-8F3B-46FE-B97D-CB11C67A5E9D}" presName="hierRoot1" presStyleCnt="0">
        <dgm:presLayoutVars>
          <dgm:hierBranch val="init"/>
        </dgm:presLayoutVars>
      </dgm:prSet>
      <dgm:spPr/>
    </dgm:pt>
    <dgm:pt modelId="{D8086D0C-22AB-4DCF-9D67-6378492A9D93}" type="pres">
      <dgm:prSet presAssocID="{1F4CDD54-8F3B-46FE-B97D-CB11C67A5E9D}" presName="rootComposite1" presStyleCnt="0"/>
      <dgm:spPr/>
    </dgm:pt>
    <dgm:pt modelId="{74CCA5A3-4AA9-4B66-883A-19F48BA5C2C8}" type="pres">
      <dgm:prSet presAssocID="{1F4CDD54-8F3B-46FE-B97D-CB11C67A5E9D}" presName="rootText1" presStyleLbl="node0" presStyleIdx="0" presStyleCnt="1">
        <dgm:presLayoutVars>
          <dgm:chPref val="3"/>
        </dgm:presLayoutVars>
      </dgm:prSet>
      <dgm:spPr/>
    </dgm:pt>
    <dgm:pt modelId="{6CCAE559-1EA9-4F5E-87A7-27DC96F45627}" type="pres">
      <dgm:prSet presAssocID="{1F4CDD54-8F3B-46FE-B97D-CB11C67A5E9D}" presName="rootConnector1" presStyleLbl="node1" presStyleIdx="0" presStyleCnt="0"/>
      <dgm:spPr/>
    </dgm:pt>
    <dgm:pt modelId="{9476F251-2196-4070-882A-51232D0E8C6A}" type="pres">
      <dgm:prSet presAssocID="{1F4CDD54-8F3B-46FE-B97D-CB11C67A5E9D}" presName="hierChild2" presStyleCnt="0"/>
      <dgm:spPr/>
    </dgm:pt>
    <dgm:pt modelId="{4653C465-5FF6-4D15-A6A0-75F5AD03A048}" type="pres">
      <dgm:prSet presAssocID="{047EB881-F518-49BD-8215-747912A89E6B}" presName="Name37" presStyleLbl="parChTrans1D2" presStyleIdx="0" presStyleCnt="6"/>
      <dgm:spPr/>
    </dgm:pt>
    <dgm:pt modelId="{5CC6E635-328B-4F79-A4AF-994D32CF9435}" type="pres">
      <dgm:prSet presAssocID="{10269D9E-F7C7-4388-9B75-2AD045351520}" presName="hierRoot2" presStyleCnt="0">
        <dgm:presLayoutVars>
          <dgm:hierBranch val="init"/>
        </dgm:presLayoutVars>
      </dgm:prSet>
      <dgm:spPr/>
    </dgm:pt>
    <dgm:pt modelId="{84CCCD5B-D24D-4C98-B6C2-91D79A90793B}" type="pres">
      <dgm:prSet presAssocID="{10269D9E-F7C7-4388-9B75-2AD045351520}" presName="rootComposite" presStyleCnt="0"/>
      <dgm:spPr/>
    </dgm:pt>
    <dgm:pt modelId="{A30F6FC7-07D4-4D64-9BC0-F94C6CBD8F6F}" type="pres">
      <dgm:prSet presAssocID="{10269D9E-F7C7-4388-9B75-2AD045351520}" presName="rootText" presStyleLbl="node2" presStyleIdx="0" presStyleCnt="6">
        <dgm:presLayoutVars>
          <dgm:chPref val="3"/>
        </dgm:presLayoutVars>
      </dgm:prSet>
      <dgm:spPr/>
    </dgm:pt>
    <dgm:pt modelId="{2980952F-3B6D-4780-9B38-3C08F087A3C4}" type="pres">
      <dgm:prSet presAssocID="{10269D9E-F7C7-4388-9B75-2AD045351520}" presName="rootConnector" presStyleLbl="node2" presStyleIdx="0" presStyleCnt="6"/>
      <dgm:spPr/>
    </dgm:pt>
    <dgm:pt modelId="{3B6703BD-4F13-4D7C-8E6F-CAF946CE66E6}" type="pres">
      <dgm:prSet presAssocID="{10269D9E-F7C7-4388-9B75-2AD045351520}" presName="hierChild4" presStyleCnt="0"/>
      <dgm:spPr/>
    </dgm:pt>
    <dgm:pt modelId="{78DDAC23-6E7B-4C68-8D32-EC8AE9DF4AA2}" type="pres">
      <dgm:prSet presAssocID="{10269D9E-F7C7-4388-9B75-2AD045351520}" presName="hierChild5" presStyleCnt="0"/>
      <dgm:spPr/>
    </dgm:pt>
    <dgm:pt modelId="{9B90E28D-A8FB-45E6-A57D-FA6E5F38773D}" type="pres">
      <dgm:prSet presAssocID="{206720B4-CF5E-49F8-B8B7-454FCD6E7D5D}" presName="Name37" presStyleLbl="parChTrans1D2" presStyleIdx="1" presStyleCnt="6"/>
      <dgm:spPr/>
    </dgm:pt>
    <dgm:pt modelId="{6EA9A701-47CE-49FE-A535-80C0D2143874}" type="pres">
      <dgm:prSet presAssocID="{A0E9156B-AD18-4227-A40D-9E74200F7B37}" presName="hierRoot2" presStyleCnt="0">
        <dgm:presLayoutVars>
          <dgm:hierBranch val="hang"/>
        </dgm:presLayoutVars>
      </dgm:prSet>
      <dgm:spPr/>
    </dgm:pt>
    <dgm:pt modelId="{D40EBD08-C509-44D1-BE69-66BEC322406E}" type="pres">
      <dgm:prSet presAssocID="{A0E9156B-AD18-4227-A40D-9E74200F7B37}" presName="rootComposite" presStyleCnt="0"/>
      <dgm:spPr/>
    </dgm:pt>
    <dgm:pt modelId="{1C2448D4-46A0-4874-A5C6-6622D7485DDC}" type="pres">
      <dgm:prSet presAssocID="{A0E9156B-AD18-4227-A40D-9E74200F7B37}" presName="rootText" presStyleLbl="node2" presStyleIdx="1" presStyleCnt="6">
        <dgm:presLayoutVars>
          <dgm:chPref val="3"/>
        </dgm:presLayoutVars>
      </dgm:prSet>
      <dgm:spPr/>
    </dgm:pt>
    <dgm:pt modelId="{2E4AA437-DD4F-41C8-85AD-815603AA1719}" type="pres">
      <dgm:prSet presAssocID="{A0E9156B-AD18-4227-A40D-9E74200F7B37}" presName="rootConnector" presStyleLbl="node2" presStyleIdx="1" presStyleCnt="6"/>
      <dgm:spPr/>
    </dgm:pt>
    <dgm:pt modelId="{074D07E0-E8DE-438C-91B5-E91AEDCFA00D}" type="pres">
      <dgm:prSet presAssocID="{A0E9156B-AD18-4227-A40D-9E74200F7B37}" presName="hierChild4" presStyleCnt="0"/>
      <dgm:spPr/>
    </dgm:pt>
    <dgm:pt modelId="{288760E2-C90A-448D-AA4C-E8DC6AD70465}" type="pres">
      <dgm:prSet presAssocID="{A0E9156B-AD18-4227-A40D-9E74200F7B37}" presName="hierChild5" presStyleCnt="0"/>
      <dgm:spPr/>
    </dgm:pt>
    <dgm:pt modelId="{60618EAE-F4C4-4854-AA51-76527A46BB19}" type="pres">
      <dgm:prSet presAssocID="{455DF992-2DFB-44D3-8DD0-88C57C385C4C}" presName="Name37" presStyleLbl="parChTrans1D2" presStyleIdx="2" presStyleCnt="6"/>
      <dgm:spPr/>
    </dgm:pt>
    <dgm:pt modelId="{8940BA7B-92D1-453F-9AB5-BE5DA7CF38F2}" type="pres">
      <dgm:prSet presAssocID="{A3D21CE6-DACC-4FE5-B9BF-134295B837BF}" presName="hierRoot2" presStyleCnt="0">
        <dgm:presLayoutVars>
          <dgm:hierBranch val="init"/>
        </dgm:presLayoutVars>
      </dgm:prSet>
      <dgm:spPr/>
    </dgm:pt>
    <dgm:pt modelId="{4207D33F-9C71-4543-B52D-9D1A14B0AAA7}" type="pres">
      <dgm:prSet presAssocID="{A3D21CE6-DACC-4FE5-B9BF-134295B837BF}" presName="rootComposite" presStyleCnt="0"/>
      <dgm:spPr/>
    </dgm:pt>
    <dgm:pt modelId="{3DB54516-7613-441A-8192-7D9FB00ED021}" type="pres">
      <dgm:prSet presAssocID="{A3D21CE6-DACC-4FE5-B9BF-134295B837BF}" presName="rootText" presStyleLbl="node2" presStyleIdx="2" presStyleCnt="6">
        <dgm:presLayoutVars>
          <dgm:chPref val="3"/>
        </dgm:presLayoutVars>
      </dgm:prSet>
      <dgm:spPr/>
    </dgm:pt>
    <dgm:pt modelId="{9FF1B8EB-76D6-4B39-A2F9-90F8179C7137}" type="pres">
      <dgm:prSet presAssocID="{A3D21CE6-DACC-4FE5-B9BF-134295B837BF}" presName="rootConnector" presStyleLbl="node2" presStyleIdx="2" presStyleCnt="6"/>
      <dgm:spPr/>
    </dgm:pt>
    <dgm:pt modelId="{A74D2D83-49FC-42E0-8D8A-DBFF6BEF2051}" type="pres">
      <dgm:prSet presAssocID="{A3D21CE6-DACC-4FE5-B9BF-134295B837BF}" presName="hierChild4" presStyleCnt="0"/>
      <dgm:spPr/>
    </dgm:pt>
    <dgm:pt modelId="{C82F581C-6A8C-4621-BDCA-4AC1D97016A7}" type="pres">
      <dgm:prSet presAssocID="{A3D21CE6-DACC-4FE5-B9BF-134295B837BF}" presName="hierChild5" presStyleCnt="0"/>
      <dgm:spPr/>
    </dgm:pt>
    <dgm:pt modelId="{BF043227-4A42-4D31-BEED-93F8D13FC74E}" type="pres">
      <dgm:prSet presAssocID="{2C43128F-B0F6-46A6-AB3A-EEE31D09D0B0}" presName="Name37" presStyleLbl="parChTrans1D2" presStyleIdx="3" presStyleCnt="6"/>
      <dgm:spPr/>
    </dgm:pt>
    <dgm:pt modelId="{45D69002-0EC4-4DA5-A385-A49398C6DD61}" type="pres">
      <dgm:prSet presAssocID="{A598AFED-A517-44A4-B03B-8CD4669E8D2B}" presName="hierRoot2" presStyleCnt="0">
        <dgm:presLayoutVars>
          <dgm:hierBranch val="init"/>
        </dgm:presLayoutVars>
      </dgm:prSet>
      <dgm:spPr/>
    </dgm:pt>
    <dgm:pt modelId="{B42FF172-8709-4DED-BD3A-70D798836AD5}" type="pres">
      <dgm:prSet presAssocID="{A598AFED-A517-44A4-B03B-8CD4669E8D2B}" presName="rootComposite" presStyleCnt="0"/>
      <dgm:spPr/>
    </dgm:pt>
    <dgm:pt modelId="{60908FF6-5B8A-411E-A117-24015AA1E712}" type="pres">
      <dgm:prSet presAssocID="{A598AFED-A517-44A4-B03B-8CD4669E8D2B}" presName="rootText" presStyleLbl="node2" presStyleIdx="3" presStyleCnt="6">
        <dgm:presLayoutVars>
          <dgm:chPref val="3"/>
        </dgm:presLayoutVars>
      </dgm:prSet>
      <dgm:spPr/>
    </dgm:pt>
    <dgm:pt modelId="{CE90640D-F0A9-426B-BD73-A91FCA4AD5CA}" type="pres">
      <dgm:prSet presAssocID="{A598AFED-A517-44A4-B03B-8CD4669E8D2B}" presName="rootConnector" presStyleLbl="node2" presStyleIdx="3" presStyleCnt="6"/>
      <dgm:spPr/>
    </dgm:pt>
    <dgm:pt modelId="{9CC86B0B-8DAF-41DD-B508-0FBD5426B38C}" type="pres">
      <dgm:prSet presAssocID="{A598AFED-A517-44A4-B03B-8CD4669E8D2B}" presName="hierChild4" presStyleCnt="0"/>
      <dgm:spPr/>
    </dgm:pt>
    <dgm:pt modelId="{F8C73145-E224-4737-9CE0-202954426804}" type="pres">
      <dgm:prSet presAssocID="{A598AFED-A517-44A4-B03B-8CD4669E8D2B}" presName="hierChild5" presStyleCnt="0"/>
      <dgm:spPr/>
    </dgm:pt>
    <dgm:pt modelId="{A5139B81-0A27-4058-9CCA-28DDAA423D95}" type="pres">
      <dgm:prSet presAssocID="{07A0BA19-0452-4317-93D2-66BDC72C4412}" presName="Name37" presStyleLbl="parChTrans1D2" presStyleIdx="4" presStyleCnt="6"/>
      <dgm:spPr/>
    </dgm:pt>
    <dgm:pt modelId="{2BD7EC16-6A33-4DC4-B3CE-5C3A60112415}" type="pres">
      <dgm:prSet presAssocID="{DA796B52-0176-4231-8B89-A59518BA5381}" presName="hierRoot2" presStyleCnt="0">
        <dgm:presLayoutVars>
          <dgm:hierBranch val="init"/>
        </dgm:presLayoutVars>
      </dgm:prSet>
      <dgm:spPr/>
    </dgm:pt>
    <dgm:pt modelId="{C4957D4A-9C29-47C3-88A4-CF977AE3CC63}" type="pres">
      <dgm:prSet presAssocID="{DA796B52-0176-4231-8B89-A59518BA5381}" presName="rootComposite" presStyleCnt="0"/>
      <dgm:spPr/>
    </dgm:pt>
    <dgm:pt modelId="{BE5C3603-2A42-4E45-BC6E-D6FD8F4BCBF6}" type="pres">
      <dgm:prSet presAssocID="{DA796B52-0176-4231-8B89-A59518BA5381}" presName="rootText" presStyleLbl="node2" presStyleIdx="4" presStyleCnt="6">
        <dgm:presLayoutVars>
          <dgm:chPref val="3"/>
        </dgm:presLayoutVars>
      </dgm:prSet>
      <dgm:spPr/>
    </dgm:pt>
    <dgm:pt modelId="{836EEC0D-E780-46C7-B796-FF07DD4DDE67}" type="pres">
      <dgm:prSet presAssocID="{DA796B52-0176-4231-8B89-A59518BA5381}" presName="rootConnector" presStyleLbl="node2" presStyleIdx="4" presStyleCnt="6"/>
      <dgm:spPr/>
    </dgm:pt>
    <dgm:pt modelId="{58860C98-D28F-4E2B-B699-74A80A31DC44}" type="pres">
      <dgm:prSet presAssocID="{DA796B52-0176-4231-8B89-A59518BA5381}" presName="hierChild4" presStyleCnt="0"/>
      <dgm:spPr/>
    </dgm:pt>
    <dgm:pt modelId="{D8CD91A5-4E6A-4F02-9EAF-9D000A844815}" type="pres">
      <dgm:prSet presAssocID="{DA796B52-0176-4231-8B89-A59518BA5381}" presName="hierChild5" presStyleCnt="0"/>
      <dgm:spPr/>
    </dgm:pt>
    <dgm:pt modelId="{B9A80D29-946D-440F-ACED-061083734011}" type="pres">
      <dgm:prSet presAssocID="{2F97C24F-DEB7-4B4F-AB6C-300A45734C59}" presName="Name37" presStyleLbl="parChTrans1D2" presStyleIdx="5" presStyleCnt="6"/>
      <dgm:spPr/>
    </dgm:pt>
    <dgm:pt modelId="{9E1F9E1E-2FF2-4956-A441-DAAE67E4986A}" type="pres">
      <dgm:prSet presAssocID="{9874D525-74E7-4B94-9BBE-E9286660FD91}" presName="hierRoot2" presStyleCnt="0">
        <dgm:presLayoutVars>
          <dgm:hierBranch val="init"/>
        </dgm:presLayoutVars>
      </dgm:prSet>
      <dgm:spPr/>
    </dgm:pt>
    <dgm:pt modelId="{B507D886-B448-4ACA-B056-6251E50F530C}" type="pres">
      <dgm:prSet presAssocID="{9874D525-74E7-4B94-9BBE-E9286660FD91}" presName="rootComposite" presStyleCnt="0"/>
      <dgm:spPr/>
    </dgm:pt>
    <dgm:pt modelId="{7DFEAC16-F44D-4811-912E-1F1DF367A178}" type="pres">
      <dgm:prSet presAssocID="{9874D525-74E7-4B94-9BBE-E9286660FD91}" presName="rootText" presStyleLbl="node2" presStyleIdx="5" presStyleCnt="6">
        <dgm:presLayoutVars>
          <dgm:chPref val="3"/>
        </dgm:presLayoutVars>
      </dgm:prSet>
      <dgm:spPr/>
    </dgm:pt>
    <dgm:pt modelId="{F41FC5AD-64DB-4E27-AB36-30D59D9EE97D}" type="pres">
      <dgm:prSet presAssocID="{9874D525-74E7-4B94-9BBE-E9286660FD91}" presName="rootConnector" presStyleLbl="node2" presStyleIdx="5" presStyleCnt="6"/>
      <dgm:spPr/>
    </dgm:pt>
    <dgm:pt modelId="{927C837D-8F4C-4CFA-A9AB-5879D812DA89}" type="pres">
      <dgm:prSet presAssocID="{9874D525-74E7-4B94-9BBE-E9286660FD91}" presName="hierChild4" presStyleCnt="0"/>
      <dgm:spPr/>
    </dgm:pt>
    <dgm:pt modelId="{C4BFE704-7107-4F8B-9F2F-CC239AF73F87}" type="pres">
      <dgm:prSet presAssocID="{9874D525-74E7-4B94-9BBE-E9286660FD91}" presName="hierChild5" presStyleCnt="0"/>
      <dgm:spPr/>
    </dgm:pt>
    <dgm:pt modelId="{71FFFC44-CD20-4D2D-B173-F287FCDAE92F}" type="pres">
      <dgm:prSet presAssocID="{1F4CDD54-8F3B-46FE-B97D-CB11C67A5E9D}" presName="hierChild3" presStyleCnt="0"/>
      <dgm:spPr/>
    </dgm:pt>
  </dgm:ptLst>
  <dgm:cxnLst>
    <dgm:cxn modelId="{4E98BB0E-C644-4959-A47A-DC410F7704A0}" type="presOf" srcId="{DA796B52-0176-4231-8B89-A59518BA5381}" destId="{836EEC0D-E780-46C7-B796-FF07DD4DDE67}" srcOrd="1" destOrd="0" presId="urn:microsoft.com/office/officeart/2005/8/layout/orgChart1"/>
    <dgm:cxn modelId="{31E85F11-582D-4A1A-8C3F-3AFCD295CC26}" srcId="{1F4CDD54-8F3B-46FE-B97D-CB11C67A5E9D}" destId="{A0E9156B-AD18-4227-A40D-9E74200F7B37}" srcOrd="1" destOrd="0" parTransId="{206720B4-CF5E-49F8-B8B7-454FCD6E7D5D}" sibTransId="{F29ECE94-6156-41EC-9E7E-AAF16742D12C}"/>
    <dgm:cxn modelId="{A9727A19-513F-4B2E-80C5-32874E8E310E}" type="presOf" srcId="{455DF992-2DFB-44D3-8DD0-88C57C385C4C}" destId="{60618EAE-F4C4-4854-AA51-76527A46BB19}" srcOrd="0" destOrd="0" presId="urn:microsoft.com/office/officeart/2005/8/layout/orgChart1"/>
    <dgm:cxn modelId="{72A7621C-19F5-4312-9F97-F24018B7A623}" type="presOf" srcId="{1F4CDD54-8F3B-46FE-B97D-CB11C67A5E9D}" destId="{6CCAE559-1EA9-4F5E-87A7-27DC96F45627}" srcOrd="1" destOrd="0" presId="urn:microsoft.com/office/officeart/2005/8/layout/orgChart1"/>
    <dgm:cxn modelId="{63C32023-956E-42DE-A44E-C98B2F47983C}" type="presOf" srcId="{9874D525-74E7-4B94-9BBE-E9286660FD91}" destId="{7DFEAC16-F44D-4811-912E-1F1DF367A178}" srcOrd="0" destOrd="0" presId="urn:microsoft.com/office/officeart/2005/8/layout/orgChart1"/>
    <dgm:cxn modelId="{85208726-DC29-47A1-88F0-7CE151BBF3EE}" srcId="{1F4CDD54-8F3B-46FE-B97D-CB11C67A5E9D}" destId="{A3D21CE6-DACC-4FE5-B9BF-134295B837BF}" srcOrd="2" destOrd="0" parTransId="{455DF992-2DFB-44D3-8DD0-88C57C385C4C}" sibTransId="{3FD22529-3301-4031-8B18-392D66CFD5F8}"/>
    <dgm:cxn modelId="{58BAB427-E312-4BC1-9AEC-92CEF993FFF6}" srcId="{1F4CDD54-8F3B-46FE-B97D-CB11C67A5E9D}" destId="{A598AFED-A517-44A4-B03B-8CD4669E8D2B}" srcOrd="3" destOrd="0" parTransId="{2C43128F-B0F6-46A6-AB3A-EEE31D09D0B0}" sibTransId="{B1080502-D0E1-4A1D-AEB5-321D30B91163}"/>
    <dgm:cxn modelId="{3E6DEF32-0D33-491E-8064-AD37FCB09DCE}" type="presOf" srcId="{FADDD3C8-F137-4B46-8EE8-B94CEF2CAF04}" destId="{E32DB1C2-0CA0-4D94-A90A-C95B9FC531DC}" srcOrd="0" destOrd="0" presId="urn:microsoft.com/office/officeart/2005/8/layout/orgChart1"/>
    <dgm:cxn modelId="{D1BD6135-C94E-45D9-93AA-4EDF5633D4F2}" srcId="{1F4CDD54-8F3B-46FE-B97D-CB11C67A5E9D}" destId="{10269D9E-F7C7-4388-9B75-2AD045351520}" srcOrd="0" destOrd="0" parTransId="{047EB881-F518-49BD-8215-747912A89E6B}" sibTransId="{D942DEFC-C100-4EA9-A926-2F4AE6BE1544}"/>
    <dgm:cxn modelId="{1B2D545D-3F6B-4C6E-9CEC-D5E9EAF5E766}" type="presOf" srcId="{2C43128F-B0F6-46A6-AB3A-EEE31D09D0B0}" destId="{BF043227-4A42-4D31-BEED-93F8D13FC74E}" srcOrd="0" destOrd="0" presId="urn:microsoft.com/office/officeart/2005/8/layout/orgChart1"/>
    <dgm:cxn modelId="{A5ED246A-475B-4F23-8715-212F61FFE74A}" type="presOf" srcId="{A0E9156B-AD18-4227-A40D-9E74200F7B37}" destId="{1C2448D4-46A0-4874-A5C6-6622D7485DDC}" srcOrd="0" destOrd="0" presId="urn:microsoft.com/office/officeart/2005/8/layout/orgChart1"/>
    <dgm:cxn modelId="{EE759E51-22D9-4A78-81D2-DE0520D91868}" type="presOf" srcId="{DA796B52-0176-4231-8B89-A59518BA5381}" destId="{BE5C3603-2A42-4E45-BC6E-D6FD8F4BCBF6}" srcOrd="0" destOrd="0" presId="urn:microsoft.com/office/officeart/2005/8/layout/orgChart1"/>
    <dgm:cxn modelId="{2B704C72-B7E1-48AC-A75F-B0FC593CC7B6}" srcId="{1F4CDD54-8F3B-46FE-B97D-CB11C67A5E9D}" destId="{9874D525-74E7-4B94-9BBE-E9286660FD91}" srcOrd="5" destOrd="0" parTransId="{2F97C24F-DEB7-4B4F-AB6C-300A45734C59}" sibTransId="{83D618CE-5864-4918-A264-5C69F1131B4A}"/>
    <dgm:cxn modelId="{B0348473-34F9-4B8E-AA82-B8AC971899D9}" type="presOf" srcId="{9874D525-74E7-4B94-9BBE-E9286660FD91}" destId="{F41FC5AD-64DB-4E27-AB36-30D59D9EE97D}" srcOrd="1" destOrd="0" presId="urn:microsoft.com/office/officeart/2005/8/layout/orgChart1"/>
    <dgm:cxn modelId="{699A7A76-A31B-47B6-A090-FA3299164660}" type="presOf" srcId="{2F97C24F-DEB7-4B4F-AB6C-300A45734C59}" destId="{B9A80D29-946D-440F-ACED-061083734011}" srcOrd="0" destOrd="0" presId="urn:microsoft.com/office/officeart/2005/8/layout/orgChart1"/>
    <dgm:cxn modelId="{BA967977-8B0E-4E4D-A086-14990B337606}" type="presOf" srcId="{047EB881-F518-49BD-8215-747912A89E6B}" destId="{4653C465-5FF6-4D15-A6A0-75F5AD03A048}" srcOrd="0" destOrd="0" presId="urn:microsoft.com/office/officeart/2005/8/layout/orgChart1"/>
    <dgm:cxn modelId="{7030DB8C-05D7-49FA-A92A-74E67BB91AE4}" srcId="{1F4CDD54-8F3B-46FE-B97D-CB11C67A5E9D}" destId="{DA796B52-0176-4231-8B89-A59518BA5381}" srcOrd="4" destOrd="0" parTransId="{07A0BA19-0452-4317-93D2-66BDC72C4412}" sibTransId="{BD94BEF9-73AC-4CDF-8489-7F0B131D6DFF}"/>
    <dgm:cxn modelId="{53DA788D-A12B-48F3-BF4E-56170986ECDA}" type="presOf" srcId="{10269D9E-F7C7-4388-9B75-2AD045351520}" destId="{A30F6FC7-07D4-4D64-9BC0-F94C6CBD8F6F}" srcOrd="0" destOrd="0" presId="urn:microsoft.com/office/officeart/2005/8/layout/orgChart1"/>
    <dgm:cxn modelId="{96097091-0E1C-4FB9-AF15-4AEF071B15F9}" type="presOf" srcId="{A3D21CE6-DACC-4FE5-B9BF-134295B837BF}" destId="{3DB54516-7613-441A-8192-7D9FB00ED021}" srcOrd="0" destOrd="0" presId="urn:microsoft.com/office/officeart/2005/8/layout/orgChart1"/>
    <dgm:cxn modelId="{07C5699D-9737-464D-B896-BE2E12AD74F1}" type="presOf" srcId="{1F4CDD54-8F3B-46FE-B97D-CB11C67A5E9D}" destId="{74CCA5A3-4AA9-4B66-883A-19F48BA5C2C8}" srcOrd="0" destOrd="0" presId="urn:microsoft.com/office/officeart/2005/8/layout/orgChart1"/>
    <dgm:cxn modelId="{09C2CAA5-646A-40F9-9814-E5366295A6C9}" type="presOf" srcId="{A598AFED-A517-44A4-B03B-8CD4669E8D2B}" destId="{CE90640D-F0A9-426B-BD73-A91FCA4AD5CA}" srcOrd="1" destOrd="0" presId="urn:microsoft.com/office/officeart/2005/8/layout/orgChart1"/>
    <dgm:cxn modelId="{656684B6-F36A-4441-891F-6CB2F0BB21DB}" srcId="{FADDD3C8-F137-4B46-8EE8-B94CEF2CAF04}" destId="{1F4CDD54-8F3B-46FE-B97D-CB11C67A5E9D}" srcOrd="0" destOrd="0" parTransId="{A200DC05-6AF1-4684-A2F2-967A6BA96721}" sibTransId="{B9162E87-FAC9-4F00-9183-0B23765A742C}"/>
    <dgm:cxn modelId="{41C0B3C8-0989-4856-88F5-B4292AB877B9}" type="presOf" srcId="{10269D9E-F7C7-4388-9B75-2AD045351520}" destId="{2980952F-3B6D-4780-9B38-3C08F087A3C4}" srcOrd="1" destOrd="0" presId="urn:microsoft.com/office/officeart/2005/8/layout/orgChart1"/>
    <dgm:cxn modelId="{48ECE5D2-BC2C-4FD2-B5D1-537807E944FB}" type="presOf" srcId="{206720B4-CF5E-49F8-B8B7-454FCD6E7D5D}" destId="{9B90E28D-A8FB-45E6-A57D-FA6E5F38773D}" srcOrd="0" destOrd="0" presId="urn:microsoft.com/office/officeart/2005/8/layout/orgChart1"/>
    <dgm:cxn modelId="{F16ED5E1-5B33-455F-B832-7BDD8B8342FE}" type="presOf" srcId="{A598AFED-A517-44A4-B03B-8CD4669E8D2B}" destId="{60908FF6-5B8A-411E-A117-24015AA1E712}" srcOrd="0" destOrd="0" presId="urn:microsoft.com/office/officeart/2005/8/layout/orgChart1"/>
    <dgm:cxn modelId="{CC7559E4-DF57-452E-B761-1C238280943F}" type="presOf" srcId="{A0E9156B-AD18-4227-A40D-9E74200F7B37}" destId="{2E4AA437-DD4F-41C8-85AD-815603AA1719}" srcOrd="1" destOrd="0" presId="urn:microsoft.com/office/officeart/2005/8/layout/orgChart1"/>
    <dgm:cxn modelId="{D14F00E6-AC3C-495D-8636-96B533FF3F90}" type="presOf" srcId="{A3D21CE6-DACC-4FE5-B9BF-134295B837BF}" destId="{9FF1B8EB-76D6-4B39-A2F9-90F8179C7137}" srcOrd="1" destOrd="0" presId="urn:microsoft.com/office/officeart/2005/8/layout/orgChart1"/>
    <dgm:cxn modelId="{234FFEF7-7206-4ADD-8C65-36B13242EBCC}" type="presOf" srcId="{07A0BA19-0452-4317-93D2-66BDC72C4412}" destId="{A5139B81-0A27-4058-9CCA-28DDAA423D95}" srcOrd="0" destOrd="0" presId="urn:microsoft.com/office/officeart/2005/8/layout/orgChart1"/>
    <dgm:cxn modelId="{A39C33A7-5B8C-4285-A27E-46D39CDCF0A5}" type="presParOf" srcId="{E32DB1C2-0CA0-4D94-A90A-C95B9FC531DC}" destId="{BF95B3A3-0B61-4291-BD9C-1B2D4FBFB6FC}" srcOrd="0" destOrd="0" presId="urn:microsoft.com/office/officeart/2005/8/layout/orgChart1"/>
    <dgm:cxn modelId="{76F3B038-C985-4F43-9D3E-B011712FD7E8}" type="presParOf" srcId="{BF95B3A3-0B61-4291-BD9C-1B2D4FBFB6FC}" destId="{D8086D0C-22AB-4DCF-9D67-6378492A9D93}" srcOrd="0" destOrd="0" presId="urn:microsoft.com/office/officeart/2005/8/layout/orgChart1"/>
    <dgm:cxn modelId="{47D4B186-D8A3-4F97-A6A9-17EAA49AF894}" type="presParOf" srcId="{D8086D0C-22AB-4DCF-9D67-6378492A9D93}" destId="{74CCA5A3-4AA9-4B66-883A-19F48BA5C2C8}" srcOrd="0" destOrd="0" presId="urn:microsoft.com/office/officeart/2005/8/layout/orgChart1"/>
    <dgm:cxn modelId="{1FFA1E77-7CDB-4E6E-B706-CEEE02B83194}" type="presParOf" srcId="{D8086D0C-22AB-4DCF-9D67-6378492A9D93}" destId="{6CCAE559-1EA9-4F5E-87A7-27DC96F45627}" srcOrd="1" destOrd="0" presId="urn:microsoft.com/office/officeart/2005/8/layout/orgChart1"/>
    <dgm:cxn modelId="{8C089A32-88F1-441B-8A22-63336D17C16A}" type="presParOf" srcId="{BF95B3A3-0B61-4291-BD9C-1B2D4FBFB6FC}" destId="{9476F251-2196-4070-882A-51232D0E8C6A}" srcOrd="1" destOrd="0" presId="urn:microsoft.com/office/officeart/2005/8/layout/orgChart1"/>
    <dgm:cxn modelId="{7BF3CF5A-9240-41E9-832B-91FFD1CDD4AC}" type="presParOf" srcId="{9476F251-2196-4070-882A-51232D0E8C6A}" destId="{4653C465-5FF6-4D15-A6A0-75F5AD03A048}" srcOrd="0" destOrd="0" presId="urn:microsoft.com/office/officeart/2005/8/layout/orgChart1"/>
    <dgm:cxn modelId="{4AFA0575-1295-485A-AB35-22F640E0C098}" type="presParOf" srcId="{9476F251-2196-4070-882A-51232D0E8C6A}" destId="{5CC6E635-328B-4F79-A4AF-994D32CF9435}" srcOrd="1" destOrd="0" presId="urn:microsoft.com/office/officeart/2005/8/layout/orgChart1"/>
    <dgm:cxn modelId="{6F6BB0FA-C810-4F8E-9CAF-9106F76CA105}" type="presParOf" srcId="{5CC6E635-328B-4F79-A4AF-994D32CF9435}" destId="{84CCCD5B-D24D-4C98-B6C2-91D79A90793B}" srcOrd="0" destOrd="0" presId="urn:microsoft.com/office/officeart/2005/8/layout/orgChart1"/>
    <dgm:cxn modelId="{0D4D515D-E223-4BF8-9BB2-F0228A5D8560}" type="presParOf" srcId="{84CCCD5B-D24D-4C98-B6C2-91D79A90793B}" destId="{A30F6FC7-07D4-4D64-9BC0-F94C6CBD8F6F}" srcOrd="0" destOrd="0" presId="urn:microsoft.com/office/officeart/2005/8/layout/orgChart1"/>
    <dgm:cxn modelId="{58D29AB3-BB3B-49FC-8603-BCBB0CC2BD7D}" type="presParOf" srcId="{84CCCD5B-D24D-4C98-B6C2-91D79A90793B}" destId="{2980952F-3B6D-4780-9B38-3C08F087A3C4}" srcOrd="1" destOrd="0" presId="urn:microsoft.com/office/officeart/2005/8/layout/orgChart1"/>
    <dgm:cxn modelId="{2953F967-0C99-4B25-8C0E-F7E38A4195FA}" type="presParOf" srcId="{5CC6E635-328B-4F79-A4AF-994D32CF9435}" destId="{3B6703BD-4F13-4D7C-8E6F-CAF946CE66E6}" srcOrd="1" destOrd="0" presId="urn:microsoft.com/office/officeart/2005/8/layout/orgChart1"/>
    <dgm:cxn modelId="{DDFE1CB8-A0FA-4630-936F-01E52D220529}" type="presParOf" srcId="{5CC6E635-328B-4F79-A4AF-994D32CF9435}" destId="{78DDAC23-6E7B-4C68-8D32-EC8AE9DF4AA2}" srcOrd="2" destOrd="0" presId="urn:microsoft.com/office/officeart/2005/8/layout/orgChart1"/>
    <dgm:cxn modelId="{CB928AC5-A351-4194-9F10-889941199052}" type="presParOf" srcId="{9476F251-2196-4070-882A-51232D0E8C6A}" destId="{9B90E28D-A8FB-45E6-A57D-FA6E5F38773D}" srcOrd="2" destOrd="0" presId="urn:microsoft.com/office/officeart/2005/8/layout/orgChart1"/>
    <dgm:cxn modelId="{F1F4E01F-AB72-4643-BD61-FA8EE6EAFDF6}" type="presParOf" srcId="{9476F251-2196-4070-882A-51232D0E8C6A}" destId="{6EA9A701-47CE-49FE-A535-80C0D2143874}" srcOrd="3" destOrd="0" presId="urn:microsoft.com/office/officeart/2005/8/layout/orgChart1"/>
    <dgm:cxn modelId="{A5A9F3D4-45BD-48A3-84C3-9160229BB510}" type="presParOf" srcId="{6EA9A701-47CE-49FE-A535-80C0D2143874}" destId="{D40EBD08-C509-44D1-BE69-66BEC322406E}" srcOrd="0" destOrd="0" presId="urn:microsoft.com/office/officeart/2005/8/layout/orgChart1"/>
    <dgm:cxn modelId="{88D84040-1778-4C4E-8902-6BD80D4229D7}" type="presParOf" srcId="{D40EBD08-C509-44D1-BE69-66BEC322406E}" destId="{1C2448D4-46A0-4874-A5C6-6622D7485DDC}" srcOrd="0" destOrd="0" presId="urn:microsoft.com/office/officeart/2005/8/layout/orgChart1"/>
    <dgm:cxn modelId="{F499D701-B134-413D-AC34-FB2BCEA13EC7}" type="presParOf" srcId="{D40EBD08-C509-44D1-BE69-66BEC322406E}" destId="{2E4AA437-DD4F-41C8-85AD-815603AA1719}" srcOrd="1" destOrd="0" presId="urn:microsoft.com/office/officeart/2005/8/layout/orgChart1"/>
    <dgm:cxn modelId="{4055E138-61C6-4B4F-A39B-DB6FE11582C8}" type="presParOf" srcId="{6EA9A701-47CE-49FE-A535-80C0D2143874}" destId="{074D07E0-E8DE-438C-91B5-E91AEDCFA00D}" srcOrd="1" destOrd="0" presId="urn:microsoft.com/office/officeart/2005/8/layout/orgChart1"/>
    <dgm:cxn modelId="{48D18906-B849-4F6B-A25B-C1166158E459}" type="presParOf" srcId="{6EA9A701-47CE-49FE-A535-80C0D2143874}" destId="{288760E2-C90A-448D-AA4C-E8DC6AD70465}" srcOrd="2" destOrd="0" presId="urn:microsoft.com/office/officeart/2005/8/layout/orgChart1"/>
    <dgm:cxn modelId="{3828F351-8313-4514-828E-4506E28676B7}" type="presParOf" srcId="{9476F251-2196-4070-882A-51232D0E8C6A}" destId="{60618EAE-F4C4-4854-AA51-76527A46BB19}" srcOrd="4" destOrd="0" presId="urn:microsoft.com/office/officeart/2005/8/layout/orgChart1"/>
    <dgm:cxn modelId="{CFDFDB6F-2F98-4CF3-92BF-49D53A3A513B}" type="presParOf" srcId="{9476F251-2196-4070-882A-51232D0E8C6A}" destId="{8940BA7B-92D1-453F-9AB5-BE5DA7CF38F2}" srcOrd="5" destOrd="0" presId="urn:microsoft.com/office/officeart/2005/8/layout/orgChart1"/>
    <dgm:cxn modelId="{FF503FBB-DF04-4130-A305-4E0C237084A5}" type="presParOf" srcId="{8940BA7B-92D1-453F-9AB5-BE5DA7CF38F2}" destId="{4207D33F-9C71-4543-B52D-9D1A14B0AAA7}" srcOrd="0" destOrd="0" presId="urn:microsoft.com/office/officeart/2005/8/layout/orgChart1"/>
    <dgm:cxn modelId="{5A82A11B-4495-471E-84AB-63FF0D2A82F4}" type="presParOf" srcId="{4207D33F-9C71-4543-B52D-9D1A14B0AAA7}" destId="{3DB54516-7613-441A-8192-7D9FB00ED021}" srcOrd="0" destOrd="0" presId="urn:microsoft.com/office/officeart/2005/8/layout/orgChart1"/>
    <dgm:cxn modelId="{9C20668C-BE6F-486F-83BD-60FB9431486F}" type="presParOf" srcId="{4207D33F-9C71-4543-B52D-9D1A14B0AAA7}" destId="{9FF1B8EB-76D6-4B39-A2F9-90F8179C7137}" srcOrd="1" destOrd="0" presId="urn:microsoft.com/office/officeart/2005/8/layout/orgChart1"/>
    <dgm:cxn modelId="{CC915CA8-8799-495D-BBA0-6E4D1976BDDC}" type="presParOf" srcId="{8940BA7B-92D1-453F-9AB5-BE5DA7CF38F2}" destId="{A74D2D83-49FC-42E0-8D8A-DBFF6BEF2051}" srcOrd="1" destOrd="0" presId="urn:microsoft.com/office/officeart/2005/8/layout/orgChart1"/>
    <dgm:cxn modelId="{0FB95840-9352-42D4-B844-BC9FCB57B4D8}" type="presParOf" srcId="{8940BA7B-92D1-453F-9AB5-BE5DA7CF38F2}" destId="{C82F581C-6A8C-4621-BDCA-4AC1D97016A7}" srcOrd="2" destOrd="0" presId="urn:microsoft.com/office/officeart/2005/8/layout/orgChart1"/>
    <dgm:cxn modelId="{BA82DA9F-2A25-498A-AEE7-5BF423C85D01}" type="presParOf" srcId="{9476F251-2196-4070-882A-51232D0E8C6A}" destId="{BF043227-4A42-4D31-BEED-93F8D13FC74E}" srcOrd="6" destOrd="0" presId="urn:microsoft.com/office/officeart/2005/8/layout/orgChart1"/>
    <dgm:cxn modelId="{F1B086AC-C5CD-4E24-A8C4-22434E3BF911}" type="presParOf" srcId="{9476F251-2196-4070-882A-51232D0E8C6A}" destId="{45D69002-0EC4-4DA5-A385-A49398C6DD61}" srcOrd="7" destOrd="0" presId="urn:microsoft.com/office/officeart/2005/8/layout/orgChart1"/>
    <dgm:cxn modelId="{658915D4-BF95-4C7F-9055-428CDCAF24BB}" type="presParOf" srcId="{45D69002-0EC4-4DA5-A385-A49398C6DD61}" destId="{B42FF172-8709-4DED-BD3A-70D798836AD5}" srcOrd="0" destOrd="0" presId="urn:microsoft.com/office/officeart/2005/8/layout/orgChart1"/>
    <dgm:cxn modelId="{E7C992C2-8D9C-4AF2-8E1E-B065C91BFD3D}" type="presParOf" srcId="{B42FF172-8709-4DED-BD3A-70D798836AD5}" destId="{60908FF6-5B8A-411E-A117-24015AA1E712}" srcOrd="0" destOrd="0" presId="urn:microsoft.com/office/officeart/2005/8/layout/orgChart1"/>
    <dgm:cxn modelId="{744D8B11-50AE-4410-8DB1-FED2C9A3918F}" type="presParOf" srcId="{B42FF172-8709-4DED-BD3A-70D798836AD5}" destId="{CE90640D-F0A9-426B-BD73-A91FCA4AD5CA}" srcOrd="1" destOrd="0" presId="urn:microsoft.com/office/officeart/2005/8/layout/orgChart1"/>
    <dgm:cxn modelId="{F2F28B99-7DAD-4BAF-9E39-67650CDE7033}" type="presParOf" srcId="{45D69002-0EC4-4DA5-A385-A49398C6DD61}" destId="{9CC86B0B-8DAF-41DD-B508-0FBD5426B38C}" srcOrd="1" destOrd="0" presId="urn:microsoft.com/office/officeart/2005/8/layout/orgChart1"/>
    <dgm:cxn modelId="{34C07D62-39E6-41CD-B4B7-A8298233EC43}" type="presParOf" srcId="{45D69002-0EC4-4DA5-A385-A49398C6DD61}" destId="{F8C73145-E224-4737-9CE0-202954426804}" srcOrd="2" destOrd="0" presId="urn:microsoft.com/office/officeart/2005/8/layout/orgChart1"/>
    <dgm:cxn modelId="{1A4C1B77-D940-4A7D-9362-339C1DD4AAB1}" type="presParOf" srcId="{9476F251-2196-4070-882A-51232D0E8C6A}" destId="{A5139B81-0A27-4058-9CCA-28DDAA423D95}" srcOrd="8" destOrd="0" presId="urn:microsoft.com/office/officeart/2005/8/layout/orgChart1"/>
    <dgm:cxn modelId="{24EFF3B4-421B-46E2-A0A3-E1C21770619B}" type="presParOf" srcId="{9476F251-2196-4070-882A-51232D0E8C6A}" destId="{2BD7EC16-6A33-4DC4-B3CE-5C3A60112415}" srcOrd="9" destOrd="0" presId="urn:microsoft.com/office/officeart/2005/8/layout/orgChart1"/>
    <dgm:cxn modelId="{4FD548DA-39F7-47FB-9890-059BF27E18A0}" type="presParOf" srcId="{2BD7EC16-6A33-4DC4-B3CE-5C3A60112415}" destId="{C4957D4A-9C29-47C3-88A4-CF977AE3CC63}" srcOrd="0" destOrd="0" presId="urn:microsoft.com/office/officeart/2005/8/layout/orgChart1"/>
    <dgm:cxn modelId="{F7884EEB-08EB-477E-A57D-08BB4F221566}" type="presParOf" srcId="{C4957D4A-9C29-47C3-88A4-CF977AE3CC63}" destId="{BE5C3603-2A42-4E45-BC6E-D6FD8F4BCBF6}" srcOrd="0" destOrd="0" presId="urn:microsoft.com/office/officeart/2005/8/layout/orgChart1"/>
    <dgm:cxn modelId="{D78CCF0F-6E99-4763-B67B-856693DA1FB2}" type="presParOf" srcId="{C4957D4A-9C29-47C3-88A4-CF977AE3CC63}" destId="{836EEC0D-E780-46C7-B796-FF07DD4DDE67}" srcOrd="1" destOrd="0" presId="urn:microsoft.com/office/officeart/2005/8/layout/orgChart1"/>
    <dgm:cxn modelId="{5803AB57-E8DD-43CC-93D6-64C0E1B48EF4}" type="presParOf" srcId="{2BD7EC16-6A33-4DC4-B3CE-5C3A60112415}" destId="{58860C98-D28F-4E2B-B699-74A80A31DC44}" srcOrd="1" destOrd="0" presId="urn:microsoft.com/office/officeart/2005/8/layout/orgChart1"/>
    <dgm:cxn modelId="{2FB6AE01-0545-4306-BFB7-91F3D639A0EB}" type="presParOf" srcId="{2BD7EC16-6A33-4DC4-B3CE-5C3A60112415}" destId="{D8CD91A5-4E6A-4F02-9EAF-9D000A844815}" srcOrd="2" destOrd="0" presId="urn:microsoft.com/office/officeart/2005/8/layout/orgChart1"/>
    <dgm:cxn modelId="{08850BAB-0A14-4C1E-9E49-8E72C8E44261}" type="presParOf" srcId="{9476F251-2196-4070-882A-51232D0E8C6A}" destId="{B9A80D29-946D-440F-ACED-061083734011}" srcOrd="10" destOrd="0" presId="urn:microsoft.com/office/officeart/2005/8/layout/orgChart1"/>
    <dgm:cxn modelId="{23255C77-32FE-4346-88B9-3A4279C741EC}" type="presParOf" srcId="{9476F251-2196-4070-882A-51232D0E8C6A}" destId="{9E1F9E1E-2FF2-4956-A441-DAAE67E4986A}" srcOrd="11" destOrd="0" presId="urn:microsoft.com/office/officeart/2005/8/layout/orgChart1"/>
    <dgm:cxn modelId="{1AD9CD4F-2DDB-4077-AABD-129C89AC6728}" type="presParOf" srcId="{9E1F9E1E-2FF2-4956-A441-DAAE67E4986A}" destId="{B507D886-B448-4ACA-B056-6251E50F530C}" srcOrd="0" destOrd="0" presId="urn:microsoft.com/office/officeart/2005/8/layout/orgChart1"/>
    <dgm:cxn modelId="{D86A6E3A-E98E-4B24-BB14-FEE4D1700FB1}" type="presParOf" srcId="{B507D886-B448-4ACA-B056-6251E50F530C}" destId="{7DFEAC16-F44D-4811-912E-1F1DF367A178}" srcOrd="0" destOrd="0" presId="urn:microsoft.com/office/officeart/2005/8/layout/orgChart1"/>
    <dgm:cxn modelId="{73F977E4-FD0F-477F-9EFB-6FB447628FDE}" type="presParOf" srcId="{B507D886-B448-4ACA-B056-6251E50F530C}" destId="{F41FC5AD-64DB-4E27-AB36-30D59D9EE97D}" srcOrd="1" destOrd="0" presId="urn:microsoft.com/office/officeart/2005/8/layout/orgChart1"/>
    <dgm:cxn modelId="{ACF881C7-824A-4B4B-8948-4C74BE9DE35B}" type="presParOf" srcId="{9E1F9E1E-2FF2-4956-A441-DAAE67E4986A}" destId="{927C837D-8F4C-4CFA-A9AB-5879D812DA89}" srcOrd="1" destOrd="0" presId="urn:microsoft.com/office/officeart/2005/8/layout/orgChart1"/>
    <dgm:cxn modelId="{A5BED189-0000-4469-996B-6D3F224F7311}" type="presParOf" srcId="{9E1F9E1E-2FF2-4956-A441-DAAE67E4986A}" destId="{C4BFE704-7107-4F8B-9F2F-CC239AF73F87}" srcOrd="2" destOrd="0" presId="urn:microsoft.com/office/officeart/2005/8/layout/orgChart1"/>
    <dgm:cxn modelId="{AC4A610E-6BAA-4276-9DFE-B39AEA8EF783}" type="presParOf" srcId="{BF95B3A3-0B61-4291-BD9C-1B2D4FBFB6FC}" destId="{71FFFC44-CD20-4D2D-B173-F287FCDAE92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6F3491-AE5C-4196-A2BB-81152A3BF944}"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pPr rtl="1"/>
          <a:endParaRPr lang="ar-SA"/>
        </a:p>
      </dgm:t>
    </dgm:pt>
    <dgm:pt modelId="{0C3A3553-281C-49A5-BF53-81BBF49887FB}">
      <dgm:prSet phldrT="[نص]" custT="1"/>
      <dgm:spPr>
        <a:solidFill>
          <a:schemeClr val="accent4">
            <a:lumMod val="75000"/>
          </a:schemeClr>
        </a:solidFill>
      </dgm:spPr>
      <dgm:t>
        <a:bodyPr/>
        <a:lstStyle/>
        <a:p>
          <a:pPr rtl="1"/>
          <a:r>
            <a:rPr lang="ar-SA" sz="1600" b="1">
              <a:solidFill>
                <a:schemeClr val="tx1">
                  <a:lumMod val="95000"/>
                  <a:lumOff val="5000"/>
                </a:schemeClr>
              </a:solidFill>
              <a:latin typeface="Simplified Arabic" panose="02020603050405020304" pitchFamily="18" charset="-78"/>
              <a:cs typeface="Simplified Arabic" panose="02020603050405020304" pitchFamily="18" charset="-78"/>
            </a:rPr>
            <a:t>مدير</a:t>
          </a:r>
          <a:r>
            <a:rPr lang="ar-SY" sz="1600" b="1">
              <a:solidFill>
                <a:schemeClr val="tx1">
                  <a:lumMod val="95000"/>
                  <a:lumOff val="5000"/>
                </a:schemeClr>
              </a:solidFill>
              <a:latin typeface="Simplified Arabic" panose="02020603050405020304" pitchFamily="18" charset="-78"/>
              <a:cs typeface="Simplified Arabic" panose="02020603050405020304" pitchFamily="18" charset="-78"/>
            </a:rPr>
            <a:t>ية</a:t>
          </a:r>
          <a:r>
            <a:rPr lang="ar-SA" sz="1600" b="1">
              <a:solidFill>
                <a:schemeClr val="tx1">
                  <a:lumMod val="95000"/>
                  <a:lumOff val="5000"/>
                </a:schemeClr>
              </a:solidFill>
              <a:latin typeface="Simplified Arabic" panose="02020603050405020304" pitchFamily="18" charset="-78"/>
              <a:cs typeface="Simplified Arabic" panose="02020603050405020304" pitchFamily="18" charset="-78"/>
            </a:rPr>
            <a:t> النظافة</a:t>
          </a:r>
          <a:endParaRPr lang="ar-SA" sz="16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9041B030-4BFF-497B-B7E3-32481A06E07B}" type="parTrans" cxnId="{8B44CEBD-9407-4D5B-8F7E-597708B285F2}">
      <dgm:prSet/>
      <dgm:spPr/>
      <dgm:t>
        <a:bodyPr/>
        <a:lstStyle/>
        <a:p>
          <a:pPr rtl="1"/>
          <a:endParaRPr lang="ar-SA"/>
        </a:p>
      </dgm:t>
    </dgm:pt>
    <dgm:pt modelId="{7C2EF56E-9171-4F92-A7F5-B1D68A7F8D0F}" type="sibTrans" cxnId="{8B44CEBD-9407-4D5B-8F7E-597708B285F2}">
      <dgm:prSet/>
      <dgm:spPr/>
      <dgm:t>
        <a:bodyPr/>
        <a:lstStyle/>
        <a:p>
          <a:pPr rtl="1"/>
          <a:endParaRPr lang="ar-SA"/>
        </a:p>
      </dgm:t>
    </dgm:pt>
    <dgm:pt modelId="{4C36E2FB-D602-496C-9298-264BE5D41A7E}" type="asst">
      <dgm:prSet phldrT="[نص]" custT="1"/>
      <dgm:spPr>
        <a:solidFill>
          <a:schemeClr val="accent2">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مكتب المدير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531D368-23AD-4CF4-AABC-5D653C62E7CB}" type="parTrans" cxnId="{89320329-D3F2-4035-AEA7-EB76AC2377DC}">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2720EEBD-8419-4E6F-9A37-89D7BF08D3EA}" type="sibTrans" cxnId="{89320329-D3F2-4035-AEA7-EB76AC2377DC}">
      <dgm:prSet/>
      <dgm:spPr/>
      <dgm:t>
        <a:bodyPr/>
        <a:lstStyle/>
        <a:p>
          <a:pPr rtl="1"/>
          <a:endParaRPr lang="ar-SA"/>
        </a:p>
      </dgm:t>
    </dgm:pt>
    <dgm:pt modelId="{9DF1F688-7550-4182-94B7-2951EF110B17}">
      <dgm:prSet custT="1"/>
      <dgm:spPr>
        <a:solidFill>
          <a:schemeClr val="accent4">
            <a:lumMod val="40000"/>
            <a:lumOff val="60000"/>
          </a:schemeClr>
        </a:solidFill>
      </dgm:spPr>
      <dgm:t>
        <a:bodyPr/>
        <a:lstStyle/>
        <a:p>
          <a:pP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دائرة الدراسات والمشاريع </a:t>
          </a:r>
        </a:p>
      </dgm:t>
    </dgm:pt>
    <dgm:pt modelId="{01F4E4C0-F15B-49FB-B780-5F0C53D122D0}" type="parTrans" cxnId="{15885042-8E07-4197-B627-AC8FB6A81CAF}">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1CA96314-0579-4B72-A3A9-D4820D193AFC}" type="sibTrans" cxnId="{15885042-8E07-4197-B627-AC8FB6A81CAF}">
      <dgm:prSet/>
      <dgm:spPr/>
      <dgm:t>
        <a:bodyPr/>
        <a:lstStyle/>
        <a:p>
          <a:pPr rtl="1"/>
          <a:endParaRPr lang="ar-SA"/>
        </a:p>
      </dgm:t>
    </dgm:pt>
    <dgm:pt modelId="{9874B90E-E93C-4314-AF66-B779A9B6CAA5}">
      <dgm:prSet custT="1"/>
      <dgm:spPr>
        <a:solidFill>
          <a:schemeClr val="accent4">
            <a:lumMod val="40000"/>
            <a:lumOff val="6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دائرة الآليات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F061CA3C-4EB9-49DF-8F82-86BAB3DBEA52}" type="parTrans" cxnId="{6CF3EA46-01CF-46D7-85A5-39CA8B493A12}">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50D694E-1D3C-40A0-9B17-B040AE86D3E5}" type="sibTrans" cxnId="{6CF3EA46-01CF-46D7-85A5-39CA8B493A12}">
      <dgm:prSet/>
      <dgm:spPr/>
      <dgm:t>
        <a:bodyPr/>
        <a:lstStyle/>
        <a:p>
          <a:pPr rtl="1"/>
          <a:endParaRPr lang="ar-SA"/>
        </a:p>
      </dgm:t>
    </dgm:pt>
    <dgm:pt modelId="{2F9D91ED-D58E-4C61-994B-2C1AE1B6C1E9}">
      <dgm:prSet custT="1"/>
      <dgm:spPr>
        <a:solidFill>
          <a:schemeClr val="accent4">
            <a:lumMod val="40000"/>
            <a:lumOff val="6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الدائرة الإدارية والمالية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D79CB7C7-0813-4E44-8865-BEFCEF0AC373}" type="parTrans" cxnId="{2DD07B9A-DBDB-4C01-B171-ECFC110BA2E1}">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6C5FA825-A980-4EEF-BBD9-2787FED4D56D}" type="sibTrans" cxnId="{2DD07B9A-DBDB-4C01-B171-ECFC110BA2E1}">
      <dgm:prSet/>
      <dgm:spPr/>
      <dgm:t>
        <a:bodyPr/>
        <a:lstStyle/>
        <a:p>
          <a:pPr rtl="1"/>
          <a:endParaRPr lang="ar-SA"/>
        </a:p>
      </dgm:t>
    </dgm:pt>
    <dgm:pt modelId="{F3C63C10-00C0-4F3D-8790-295271C0C286}">
      <dgm:prSet custT="1"/>
      <dgm:spPr>
        <a:solidFill>
          <a:schemeClr val="accent4">
            <a:lumMod val="40000"/>
            <a:lumOff val="6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دائرة شؤون المراكز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8DBCB83A-76AA-4D32-8A2C-C206E265BE68}" type="parTrans" cxnId="{DF7E6F43-F349-4552-A2AE-B0766D54B20D}">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C211DEC7-584A-4457-9A16-1FECA7282B1C}" type="sibTrans" cxnId="{DF7E6F43-F349-4552-A2AE-B0766D54B20D}">
      <dgm:prSet/>
      <dgm:spPr/>
      <dgm:t>
        <a:bodyPr/>
        <a:lstStyle/>
        <a:p>
          <a:pPr rtl="1"/>
          <a:endParaRPr lang="ar-SA"/>
        </a:p>
      </dgm:t>
    </dgm:pt>
    <dgm:pt modelId="{79318C23-94C9-4470-9F8F-F7AE81942100}">
      <dgm:prSet custT="1"/>
      <dgm:spPr>
        <a:solidFill>
          <a:schemeClr val="accent4">
            <a:lumMod val="40000"/>
            <a:lumOff val="6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مكتب الرقابة والتقييم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7163C32B-5589-41AA-92AE-0F47BE677506}" type="parTrans" cxnId="{6F9B1285-C99B-4220-85B0-9D7C2D0974EA}">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B644FBEF-87C0-4283-9409-7D9D8E00364B}" type="sibTrans" cxnId="{6F9B1285-C99B-4220-85B0-9D7C2D0974EA}">
      <dgm:prSet/>
      <dgm:spPr/>
      <dgm:t>
        <a:bodyPr/>
        <a:lstStyle/>
        <a:p>
          <a:pPr rtl="1"/>
          <a:endParaRPr lang="ar-SA"/>
        </a:p>
      </dgm:t>
    </dgm:pt>
    <dgm:pt modelId="{98990DE0-322C-4F3D-B888-2C5A8A249749}">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آليات القمامة و الورشات المساعدة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56EFB7A3-D014-4916-A9BB-55DC4E709CDC}" type="parTrans" cxnId="{09FFD77D-175D-4C00-BA32-4E3028A217CA}">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8E47C620-35CB-4415-B03A-FF56AABF5DD3}" type="sibTrans" cxnId="{09FFD77D-175D-4C00-BA32-4E3028A217CA}">
      <dgm:prSet/>
      <dgm:spPr/>
      <dgm:t>
        <a:bodyPr/>
        <a:lstStyle/>
        <a:p>
          <a:pPr rtl="1"/>
          <a:endParaRPr lang="ar-SA"/>
        </a:p>
      </dgm:t>
    </dgm:pt>
    <dgm:pt modelId="{C09F6F34-7B8D-4C4E-94FF-58FDC030311C}">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ذاتية الآليات و المكتب الفني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92F9358E-AD01-4B4F-BAB3-99338D8E4CFF}" type="parTrans" cxnId="{DA1147C4-FF81-4C26-8D38-B161AE1DCBE9}">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D395A22F-8C22-48F4-94E9-CA57AFEB6279}" type="sibTrans" cxnId="{DA1147C4-FF81-4C26-8D38-B161AE1DCBE9}">
      <dgm:prSet/>
      <dgm:spPr/>
      <dgm:t>
        <a:bodyPr/>
        <a:lstStyle/>
        <a:p>
          <a:pPr rtl="1"/>
          <a:endParaRPr lang="ar-SA"/>
        </a:p>
      </dgm:t>
    </dgm:pt>
    <dgm:pt modelId="{2287BE17-ECB1-4DF2-BE34-E6D9F26267F6}">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الكانسات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8D2BA5C-E9F9-4C9A-B53C-B71B0A220700}" type="parTrans" cxnId="{A68A5027-2776-4D8B-9C57-5D0FCC901232}">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7902A566-0056-453C-95E6-67D046184C83}" type="sibTrans" cxnId="{A68A5027-2776-4D8B-9C57-5D0FCC901232}">
      <dgm:prSet/>
      <dgm:spPr/>
      <dgm:t>
        <a:bodyPr/>
        <a:lstStyle/>
        <a:p>
          <a:pPr rtl="1"/>
          <a:endParaRPr lang="ar-SA"/>
        </a:p>
      </dgm:t>
    </dgm:pt>
    <dgm:pt modelId="{70DB1619-B2F3-4446-A777-33541D9BB6DD}">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الشطف والترحيل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A5B1E445-533E-47B2-A10D-09953CED781C}" type="parTrans" cxnId="{8F26DC8E-24B9-414C-AA0D-5770B5AC7376}">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8CE8453B-D09F-48EB-9370-F6AF154C5846}" type="sibTrans" cxnId="{8F26DC8E-24B9-414C-AA0D-5770B5AC7376}">
      <dgm:prSet/>
      <dgm:spPr/>
      <dgm:t>
        <a:bodyPr/>
        <a:lstStyle/>
        <a:p>
          <a:pPr rtl="1"/>
          <a:endParaRPr lang="ar-SA"/>
        </a:p>
      </dgm:t>
    </dgm:pt>
    <dgm:pt modelId="{0AC26FA9-7C8E-453B-B1A3-22167D8DF9AA}">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النفايات الطبية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DA16A443-D3A6-493F-93A6-69CC73236188}" type="parTrans" cxnId="{070532C6-5332-4679-BEF9-A57869BC9CBB}">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FAC0492-0B6C-4070-8EC8-A05F0935E7E3}" type="sibTrans" cxnId="{070532C6-5332-4679-BEF9-A57869BC9CBB}">
      <dgm:prSet/>
      <dgm:spPr/>
      <dgm:t>
        <a:bodyPr/>
        <a:lstStyle/>
        <a:p>
          <a:pPr rtl="1"/>
          <a:endParaRPr lang="ar-SA"/>
        </a:p>
      </dgm:t>
    </dgm:pt>
    <dgm:pt modelId="{08AD62B3-204C-4A37-9EBD-78623136DD49}">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ورشة إصلاح الإطارات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E25CD8D4-9807-453C-B492-65ADC2C598F6}" type="parTrans" cxnId="{7B8E0BC2-63C8-42CF-A7E9-28D921C272EA}">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5481E361-55CC-4881-9567-AA6F7A0F1CA3}" type="sibTrans" cxnId="{7B8E0BC2-63C8-42CF-A7E9-28D921C272EA}">
      <dgm:prSet/>
      <dgm:spPr/>
      <dgm:t>
        <a:bodyPr/>
        <a:lstStyle/>
        <a:p>
          <a:pPr rtl="1"/>
          <a:endParaRPr lang="ar-SA"/>
        </a:p>
      </dgm:t>
    </dgm:pt>
    <dgm:pt modelId="{9B48039A-B7E0-4953-BA7C-576AC48C440C}">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مراقبة الدوام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1BB7A27D-032A-43A8-8D30-0B0EFE9B94A7}" type="parTrans" cxnId="{99167EEF-8ACF-4990-82F4-7BA25696EA1D}">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B3186748-63B4-4848-8B3E-A0DAFBB0ADA3}" type="sibTrans" cxnId="{99167EEF-8ACF-4990-82F4-7BA25696EA1D}">
      <dgm:prSet/>
      <dgm:spPr/>
      <dgm:t>
        <a:bodyPr/>
        <a:lstStyle/>
        <a:p>
          <a:pPr rtl="1"/>
          <a:endParaRPr lang="ar-SA"/>
        </a:p>
      </dgm:t>
    </dgm:pt>
    <dgm:pt modelId="{0C923C40-0C31-4362-85D6-F9EFCD937218}">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الديوان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05F3C6F-97DB-4781-BB9D-3A69D910184A}" type="parTrans" cxnId="{6DA4DC32-56FC-4FAD-AA71-A7F322965102}">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D815E98-81E6-4CB3-BB4C-8674E66F43FC}" type="sibTrans" cxnId="{6DA4DC32-56FC-4FAD-AA71-A7F322965102}">
      <dgm:prSet/>
      <dgm:spPr/>
      <dgm:t>
        <a:bodyPr/>
        <a:lstStyle/>
        <a:p>
          <a:pPr rtl="1"/>
          <a:endParaRPr lang="ar-SA"/>
        </a:p>
      </dgm:t>
    </dgm:pt>
    <dgm:pt modelId="{C341A82D-4A06-4D1E-84DB-9EBED6907781}">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المستودعات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12105060-BB7A-47F0-A4F7-185121772BA3}" type="parTrans" cxnId="{7217D345-4F84-4285-8694-FC19CEFC13E8}">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3B4070CD-3E79-4F2D-80E5-FC063AAFA5FF}" type="sibTrans" cxnId="{7217D345-4F84-4285-8694-FC19CEFC13E8}">
      <dgm:prSet/>
      <dgm:spPr/>
      <dgm:t>
        <a:bodyPr/>
        <a:lstStyle/>
        <a:p>
          <a:pPr rtl="1"/>
          <a:endParaRPr lang="ar-SA"/>
        </a:p>
      </dgm:t>
    </dgm:pt>
    <dgm:pt modelId="{B8850068-4C90-46CB-9BCB-373D323FC66C}">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شؤون العاملين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D5484EE-7E5E-4D1F-8881-18160FEB78A6}" type="parTrans" cxnId="{ACFA6860-9535-46AC-992E-FC0AB58D6787}">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AEB4A78D-C931-484E-8911-F701C733AC52}" type="sibTrans" cxnId="{ACFA6860-9535-46AC-992E-FC0AB58D6787}">
      <dgm:prSet/>
      <dgm:spPr/>
      <dgm:t>
        <a:bodyPr/>
        <a:lstStyle/>
        <a:p>
          <a:pPr rtl="1"/>
          <a:endParaRPr lang="ar-SA"/>
        </a:p>
      </dgm:t>
    </dgm:pt>
    <dgm:pt modelId="{93D4CEE4-9591-4F2F-A472-05EC564C64B8}">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المالية و الجباية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EC5521D5-ED50-4113-BE80-151296517B2D}" type="parTrans" cxnId="{74E565D0-6162-45B7-8356-B9C1137503B3}">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2A7CEFE2-68D9-4460-8A83-A80656679EA4}" type="sibTrans" cxnId="{74E565D0-6162-45B7-8356-B9C1137503B3}">
      <dgm:prSet/>
      <dgm:spPr/>
      <dgm:t>
        <a:bodyPr/>
        <a:lstStyle/>
        <a:p>
          <a:pPr rtl="1"/>
          <a:endParaRPr lang="ar-SA"/>
        </a:p>
      </dgm:t>
    </dgm:pt>
    <dgm:pt modelId="{0B11A7ED-D05F-49A3-8342-2572D41C3EA3}">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الأول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BEC372A3-D207-45C4-A8F8-685B3ED806D3}" type="parTrans" cxnId="{B7F7F7A1-1152-4024-A25F-862279100970}">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653E8B52-69DF-4689-8B6D-2710FDD68659}" type="sibTrans" cxnId="{B7F7F7A1-1152-4024-A25F-862279100970}">
      <dgm:prSet/>
      <dgm:spPr/>
      <dgm:t>
        <a:bodyPr/>
        <a:lstStyle/>
        <a:p>
          <a:pPr rtl="1"/>
          <a:endParaRPr lang="ar-SA"/>
        </a:p>
      </dgm:t>
    </dgm:pt>
    <dgm:pt modelId="{D1B1E1F5-80AD-4EBC-BC9E-E5A533B4A939}">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الثاني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39C61EAF-ECE2-4CE1-A658-4597480CEC99}" type="parTrans" cxnId="{CDC5C6BC-3A40-4313-9DF4-32372816CFCA}">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69CB7B00-9F32-4C2F-BD7E-32EECCFFE631}" type="sibTrans" cxnId="{CDC5C6BC-3A40-4313-9DF4-32372816CFCA}">
      <dgm:prSet/>
      <dgm:spPr/>
      <dgm:t>
        <a:bodyPr/>
        <a:lstStyle/>
        <a:p>
          <a:pPr rtl="1"/>
          <a:endParaRPr lang="ar-SA"/>
        </a:p>
      </dgm:t>
    </dgm:pt>
    <dgm:pt modelId="{D67D8175-2198-432A-8C11-F047C8FC6666}">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الثالث</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7BD28649-3B08-4BEB-A809-B4958AEDFD00}" type="parTrans" cxnId="{D7FE7F92-843F-415F-9E46-B6A2755538D7}">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63FCE1B9-D805-4F54-A22C-AAFFAE0C14AF}" type="sibTrans" cxnId="{D7FE7F92-843F-415F-9E46-B6A2755538D7}">
      <dgm:prSet/>
      <dgm:spPr/>
      <dgm:t>
        <a:bodyPr/>
        <a:lstStyle/>
        <a:p>
          <a:pPr rtl="1"/>
          <a:endParaRPr lang="ar-SA"/>
        </a:p>
      </dgm:t>
    </dgm:pt>
    <dgm:pt modelId="{DFF6A649-29E2-4856-AF75-1276B43285A5}">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الرابع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D1EDD416-9A93-47BC-80DF-9FAC8F073D77}" type="parTrans" cxnId="{D549859C-FF48-4261-BF75-A4F9F0EC15A8}">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A60EAC76-5040-45A1-9D01-E58CC7DEA132}" type="sibTrans" cxnId="{D549859C-FF48-4261-BF75-A4F9F0EC15A8}">
      <dgm:prSet/>
      <dgm:spPr/>
      <dgm:t>
        <a:bodyPr/>
        <a:lstStyle/>
        <a:p>
          <a:pPr rtl="1"/>
          <a:endParaRPr lang="ar-SA"/>
        </a:p>
      </dgm:t>
    </dgm:pt>
    <dgm:pt modelId="{1C1AA5D3-ED56-4C58-B37D-B1A634D9D968}">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الخامس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310417DC-9F61-4870-8921-E7B67B98A29A}" type="parTrans" cxnId="{D760DBDB-D794-442A-AFB3-F9FDBB84118E}">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65992B7B-7CFF-400E-A428-9D75C687F807}" type="sibTrans" cxnId="{D760DBDB-D794-442A-AFB3-F9FDBB84118E}">
      <dgm:prSet/>
      <dgm:spPr/>
      <dgm:t>
        <a:bodyPr/>
        <a:lstStyle/>
        <a:p>
          <a:pPr rtl="1"/>
          <a:endParaRPr lang="ar-SA"/>
        </a:p>
      </dgm:t>
    </dgm:pt>
    <dgm:pt modelId="{4D46409C-4624-4C06-B2E1-C3BAA02382E9}">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السادس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DD076530-97C2-4838-B5A8-65844AA68521}" type="parTrans" cxnId="{B688A01B-A649-406D-BD94-264FE294E70B}">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7C46CDE9-6D3B-4CDD-92C0-B8189787E6D8}" type="sibTrans" cxnId="{B688A01B-A649-406D-BD94-264FE294E70B}">
      <dgm:prSet/>
      <dgm:spPr/>
      <dgm:t>
        <a:bodyPr/>
        <a:lstStyle/>
        <a:p>
          <a:pPr rtl="1"/>
          <a:endParaRPr lang="ar-SA"/>
        </a:p>
      </dgm:t>
    </dgm:pt>
    <dgm:pt modelId="{24BF3AA7-6172-42DA-8C47-3DF6B3018A95}">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السابع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F05BE172-3C69-49D7-A3A1-EED5E12244F0}" type="parTrans" cxnId="{7FDCE6F2-A99C-421C-B8D3-82FE4DF8C9B5}">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6B5518E-0161-4535-8D44-7E681421E95F}" type="sibTrans" cxnId="{7FDCE6F2-A99C-421C-B8D3-82FE4DF8C9B5}">
      <dgm:prSet/>
      <dgm:spPr/>
      <dgm:t>
        <a:bodyPr/>
        <a:lstStyle/>
        <a:p>
          <a:pPr rtl="1"/>
          <a:endParaRPr lang="ar-SA"/>
        </a:p>
      </dgm:t>
    </dgm:pt>
    <dgm:pt modelId="{774A58FD-7FAB-4D46-BAFA-C9308A756F53}">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القطاع الثامن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1A5C2E3-E4D4-477A-AB68-89EB304F509E}" type="parTrans" cxnId="{3C22DA5E-2183-4535-9326-91624804720A}">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C79471BB-5C3C-4610-9F71-51506D7E4B33}" type="sibTrans" cxnId="{3C22DA5E-2183-4535-9326-91624804720A}">
      <dgm:prSet/>
      <dgm:spPr/>
      <dgm:t>
        <a:bodyPr/>
        <a:lstStyle/>
        <a:p>
          <a:pPr rtl="1"/>
          <a:endParaRPr lang="ar-SA"/>
        </a:p>
      </dgm:t>
    </dgm:pt>
    <dgm:pt modelId="{109FD27B-6023-4720-B4CA-6FA5B743633C}">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مكتب الإعلام و الشكاوي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873392E1-9904-4393-83AE-3A460AEBAF88}" type="parTrans" cxnId="{42D98720-14CC-4094-BA64-8C16DA9809FC}">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82C69D60-5622-4BEC-92D0-9D12F29A7ADC}" type="sibTrans" cxnId="{42D98720-14CC-4094-BA64-8C16DA9809FC}">
      <dgm:prSet/>
      <dgm:spPr/>
      <dgm:t>
        <a:bodyPr/>
        <a:lstStyle/>
        <a:p>
          <a:pPr rtl="1"/>
          <a:endParaRPr lang="ar-SA"/>
        </a:p>
      </dgm:t>
    </dgm:pt>
    <dgm:pt modelId="{9D5D9F02-5B6F-46A5-B58F-5D04FD1DAE71}">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الطوارئ والمراسم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F26BE555-FB9F-4C53-A612-9D45910202F4}" type="parTrans" cxnId="{29500FC1-BBE3-4176-AD68-A08C09892B04}">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64B08F3-5437-43F1-A633-BB7A7AD68BD5}" type="sibTrans" cxnId="{29500FC1-BBE3-4176-AD68-A08C09892B04}">
      <dgm:prSet/>
      <dgm:spPr/>
      <dgm:t>
        <a:bodyPr/>
        <a:lstStyle/>
        <a:p>
          <a:pPr rtl="1"/>
          <a:endParaRPr lang="ar-SA"/>
        </a:p>
      </dgm:t>
    </dgm:pt>
    <dgm:pt modelId="{10B993C7-6992-4AB0-BFC8-8221128E138F}">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شعبة الصيانة </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9C684AF-BCCD-4912-93ED-8D27F7DE118E}" type="parTrans" cxnId="{EE284531-9048-42C0-AACF-E75352EC121C}">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CA318563-7678-4305-80A4-BB3325B69EB8}" type="sibTrans" cxnId="{EE284531-9048-42C0-AACF-E75352EC121C}">
      <dgm:prSet/>
      <dgm:spPr/>
      <dgm:t>
        <a:bodyPr/>
        <a:lstStyle/>
        <a:p>
          <a:pPr rtl="1"/>
          <a:endParaRPr lang="ar-SA"/>
        </a:p>
      </dgm:t>
    </dgm:pt>
    <dgm:pt modelId="{6E003BBE-94B5-4760-A7ED-64A6428A4D5A}">
      <dgm:prSet custT="1"/>
      <dgm:spPr>
        <a:solidFill>
          <a:schemeClr val="accent6">
            <a:lumMod val="60000"/>
            <a:lumOff val="40000"/>
          </a:schemeClr>
        </a:solidFill>
      </dgm:spPr>
      <dgm:t>
        <a:bodyPr/>
        <a:lstStyle/>
        <a:p>
          <a:pPr rtl="1"/>
          <a:r>
            <a:rPr lang="ar-SA" sz="1200" b="1">
              <a:solidFill>
                <a:schemeClr val="tx1">
                  <a:lumMod val="95000"/>
                  <a:lumOff val="5000"/>
                </a:schemeClr>
              </a:solidFill>
              <a:latin typeface="Simplified Arabic" panose="02020603050405020304" pitchFamily="18" charset="-78"/>
              <a:cs typeface="Simplified Arabic" panose="02020603050405020304" pitchFamily="18" charset="-78"/>
            </a:rPr>
            <a:t>قيد التجهيز</a:t>
          </a:r>
          <a:endPar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2986A9A-D0BB-4131-AA18-6B1C84A09D00}" type="parTrans" cxnId="{E457C8E8-B591-496D-BCCB-69543047FE7D}">
      <dgm:prSet/>
      <dgm:spPr>
        <a:ln>
          <a:tailEnd type="stealth"/>
        </a:ln>
      </dgm:spPr>
      <dgm:t>
        <a:bodyPr/>
        <a:lstStyle/>
        <a:p>
          <a:pP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B527040-74F4-4924-A196-4B5A2A83A97E}" type="sibTrans" cxnId="{E457C8E8-B591-496D-BCCB-69543047FE7D}">
      <dgm:prSet/>
      <dgm:spPr/>
      <dgm:t>
        <a:bodyPr/>
        <a:lstStyle/>
        <a:p>
          <a:pPr rtl="1"/>
          <a:endParaRPr lang="ar-SA"/>
        </a:p>
      </dgm:t>
    </dgm:pt>
    <dgm:pt modelId="{D4D423F3-7A56-4607-8E83-734FB2520271}" type="pres">
      <dgm:prSet presAssocID="{416F3491-AE5C-4196-A2BB-81152A3BF944}" presName="hierChild1" presStyleCnt="0">
        <dgm:presLayoutVars>
          <dgm:orgChart val="1"/>
          <dgm:chPref val="1"/>
          <dgm:dir/>
          <dgm:animOne val="branch"/>
          <dgm:animLvl val="lvl"/>
          <dgm:resizeHandles/>
        </dgm:presLayoutVars>
      </dgm:prSet>
      <dgm:spPr/>
    </dgm:pt>
    <dgm:pt modelId="{7547F939-020E-4FA2-8BF7-7FC04015B57A}" type="pres">
      <dgm:prSet presAssocID="{0C3A3553-281C-49A5-BF53-81BBF49887FB}" presName="hierRoot1" presStyleCnt="0">
        <dgm:presLayoutVars>
          <dgm:hierBranch val="init"/>
        </dgm:presLayoutVars>
      </dgm:prSet>
      <dgm:spPr/>
    </dgm:pt>
    <dgm:pt modelId="{7A6BCA39-29BB-4063-9CB9-A8E0D9442AC5}" type="pres">
      <dgm:prSet presAssocID="{0C3A3553-281C-49A5-BF53-81BBF49887FB}" presName="rootComposite1" presStyleCnt="0"/>
      <dgm:spPr/>
    </dgm:pt>
    <dgm:pt modelId="{C74611F1-BFDC-4298-A44F-8544CF3E3FD8}" type="pres">
      <dgm:prSet presAssocID="{0C3A3553-281C-49A5-BF53-81BBF49887FB}" presName="rootText1" presStyleLbl="node0" presStyleIdx="0" presStyleCnt="1" custScaleX="300431">
        <dgm:presLayoutVars>
          <dgm:chPref val="3"/>
        </dgm:presLayoutVars>
      </dgm:prSet>
      <dgm:spPr/>
    </dgm:pt>
    <dgm:pt modelId="{88AF3709-CB60-4221-BCE8-3D075F1A3EF1}" type="pres">
      <dgm:prSet presAssocID="{0C3A3553-281C-49A5-BF53-81BBF49887FB}" presName="rootConnector1" presStyleLbl="node1" presStyleIdx="0" presStyleCnt="0"/>
      <dgm:spPr/>
    </dgm:pt>
    <dgm:pt modelId="{4D87A38F-54C3-4791-9D4E-5F9751DC0F2B}" type="pres">
      <dgm:prSet presAssocID="{0C3A3553-281C-49A5-BF53-81BBF49887FB}" presName="hierChild2" presStyleCnt="0"/>
      <dgm:spPr/>
    </dgm:pt>
    <dgm:pt modelId="{4D5AD634-8576-4630-89A1-F5327698EB83}" type="pres">
      <dgm:prSet presAssocID="{8DBCB83A-76AA-4D32-8A2C-C206E265BE68}" presName="Name37" presStyleLbl="parChTrans1D2" presStyleIdx="0" presStyleCnt="6"/>
      <dgm:spPr/>
    </dgm:pt>
    <dgm:pt modelId="{E1C16637-81E1-4482-A28D-750C826A6B44}" type="pres">
      <dgm:prSet presAssocID="{F3C63C10-00C0-4F3D-8790-295271C0C286}" presName="hierRoot2" presStyleCnt="0">
        <dgm:presLayoutVars>
          <dgm:hierBranch val="hang"/>
        </dgm:presLayoutVars>
      </dgm:prSet>
      <dgm:spPr/>
    </dgm:pt>
    <dgm:pt modelId="{49283E21-87CE-4EBA-8624-E183BD4776C2}" type="pres">
      <dgm:prSet presAssocID="{F3C63C10-00C0-4F3D-8790-295271C0C286}" presName="rootComposite" presStyleCnt="0"/>
      <dgm:spPr/>
    </dgm:pt>
    <dgm:pt modelId="{BB775343-29A6-4A68-84A2-5C8210748DE0}" type="pres">
      <dgm:prSet presAssocID="{F3C63C10-00C0-4F3D-8790-295271C0C286}" presName="rootText" presStyleLbl="node2" presStyleIdx="0" presStyleCnt="5" custLinFactNeighborY="-10831">
        <dgm:presLayoutVars>
          <dgm:chPref val="3"/>
        </dgm:presLayoutVars>
      </dgm:prSet>
      <dgm:spPr/>
    </dgm:pt>
    <dgm:pt modelId="{D8F8A877-F393-4120-81B9-2C9745B267DC}" type="pres">
      <dgm:prSet presAssocID="{F3C63C10-00C0-4F3D-8790-295271C0C286}" presName="rootConnector" presStyleLbl="node2" presStyleIdx="0" presStyleCnt="5"/>
      <dgm:spPr/>
    </dgm:pt>
    <dgm:pt modelId="{D988B472-2A93-419B-9003-A15611C13C73}" type="pres">
      <dgm:prSet presAssocID="{F3C63C10-00C0-4F3D-8790-295271C0C286}" presName="hierChild4" presStyleCnt="0"/>
      <dgm:spPr/>
    </dgm:pt>
    <dgm:pt modelId="{E324DE3E-714C-42A9-BF87-98086EF4918A}" type="pres">
      <dgm:prSet presAssocID="{BEC372A3-D207-45C4-A8F8-685B3ED806D3}" presName="Name48" presStyleLbl="parChTrans1D3" presStyleIdx="0" presStyleCnt="23"/>
      <dgm:spPr/>
    </dgm:pt>
    <dgm:pt modelId="{B628C378-E1FA-4E59-B033-FF22927F7656}" type="pres">
      <dgm:prSet presAssocID="{0B11A7ED-D05F-49A3-8342-2572D41C3EA3}" presName="hierRoot2" presStyleCnt="0">
        <dgm:presLayoutVars>
          <dgm:hierBranch val="init"/>
        </dgm:presLayoutVars>
      </dgm:prSet>
      <dgm:spPr/>
    </dgm:pt>
    <dgm:pt modelId="{7EBBFB80-7622-43ED-A94D-E52D41607ABC}" type="pres">
      <dgm:prSet presAssocID="{0B11A7ED-D05F-49A3-8342-2572D41C3EA3}" presName="rootComposite" presStyleCnt="0"/>
      <dgm:spPr/>
    </dgm:pt>
    <dgm:pt modelId="{066822F7-8AF3-4159-B6C2-5957B0D61ED9}" type="pres">
      <dgm:prSet presAssocID="{0B11A7ED-D05F-49A3-8342-2572D41C3EA3}" presName="rootText" presStyleLbl="node3" presStyleIdx="0" presStyleCnt="23" custLinFactNeighborY="-10831">
        <dgm:presLayoutVars>
          <dgm:chPref val="3"/>
        </dgm:presLayoutVars>
      </dgm:prSet>
      <dgm:spPr/>
    </dgm:pt>
    <dgm:pt modelId="{318D4026-35C3-42D8-9631-9672C1F36F2A}" type="pres">
      <dgm:prSet presAssocID="{0B11A7ED-D05F-49A3-8342-2572D41C3EA3}" presName="rootConnector" presStyleLbl="node3" presStyleIdx="0" presStyleCnt="23"/>
      <dgm:spPr/>
    </dgm:pt>
    <dgm:pt modelId="{C7C19A3A-1ADB-4479-9D62-3BF72759C9B6}" type="pres">
      <dgm:prSet presAssocID="{0B11A7ED-D05F-49A3-8342-2572D41C3EA3}" presName="hierChild4" presStyleCnt="0"/>
      <dgm:spPr/>
    </dgm:pt>
    <dgm:pt modelId="{919F3957-DAA5-4E2E-BB1F-E9D2AA66DB0B}" type="pres">
      <dgm:prSet presAssocID="{0B11A7ED-D05F-49A3-8342-2572D41C3EA3}" presName="hierChild5" presStyleCnt="0"/>
      <dgm:spPr/>
    </dgm:pt>
    <dgm:pt modelId="{E47D65B1-86DC-43FD-9D1B-379EC6007546}" type="pres">
      <dgm:prSet presAssocID="{39C61EAF-ECE2-4CE1-A658-4597480CEC99}" presName="Name48" presStyleLbl="parChTrans1D3" presStyleIdx="1" presStyleCnt="23"/>
      <dgm:spPr/>
    </dgm:pt>
    <dgm:pt modelId="{24D21BFC-B22F-4C2C-8602-5E3A7E593E00}" type="pres">
      <dgm:prSet presAssocID="{D1B1E1F5-80AD-4EBC-BC9E-E5A533B4A939}" presName="hierRoot2" presStyleCnt="0">
        <dgm:presLayoutVars>
          <dgm:hierBranch val="init"/>
        </dgm:presLayoutVars>
      </dgm:prSet>
      <dgm:spPr/>
    </dgm:pt>
    <dgm:pt modelId="{24C3ECF9-E51D-449F-A1A2-FECC37CFC19B}" type="pres">
      <dgm:prSet presAssocID="{D1B1E1F5-80AD-4EBC-BC9E-E5A533B4A939}" presName="rootComposite" presStyleCnt="0"/>
      <dgm:spPr/>
    </dgm:pt>
    <dgm:pt modelId="{597A9E3E-6DF7-4E51-814A-47442653381C}" type="pres">
      <dgm:prSet presAssocID="{D1B1E1F5-80AD-4EBC-BC9E-E5A533B4A939}" presName="rootText" presStyleLbl="node3" presStyleIdx="1" presStyleCnt="23" custLinFactNeighborY="-10831">
        <dgm:presLayoutVars>
          <dgm:chPref val="3"/>
        </dgm:presLayoutVars>
      </dgm:prSet>
      <dgm:spPr/>
    </dgm:pt>
    <dgm:pt modelId="{CCFB64CB-290A-4803-B91E-2628F1A1F91A}" type="pres">
      <dgm:prSet presAssocID="{D1B1E1F5-80AD-4EBC-BC9E-E5A533B4A939}" presName="rootConnector" presStyleLbl="node3" presStyleIdx="1" presStyleCnt="23"/>
      <dgm:spPr/>
    </dgm:pt>
    <dgm:pt modelId="{14166A56-0C2E-490C-8F4F-7FC0F4AE5C77}" type="pres">
      <dgm:prSet presAssocID="{D1B1E1F5-80AD-4EBC-BC9E-E5A533B4A939}" presName="hierChild4" presStyleCnt="0"/>
      <dgm:spPr/>
    </dgm:pt>
    <dgm:pt modelId="{FCC070DC-A7BB-445A-8634-86FDDA2ECF61}" type="pres">
      <dgm:prSet presAssocID="{D1B1E1F5-80AD-4EBC-BC9E-E5A533B4A939}" presName="hierChild5" presStyleCnt="0"/>
      <dgm:spPr/>
    </dgm:pt>
    <dgm:pt modelId="{06FF78A1-6542-4DE0-9ADE-3B63C2ED9B8F}" type="pres">
      <dgm:prSet presAssocID="{7BD28649-3B08-4BEB-A809-B4958AEDFD00}" presName="Name48" presStyleLbl="parChTrans1D3" presStyleIdx="2" presStyleCnt="23"/>
      <dgm:spPr/>
    </dgm:pt>
    <dgm:pt modelId="{3526F610-7D2B-404E-803B-75ABC2E117B9}" type="pres">
      <dgm:prSet presAssocID="{D67D8175-2198-432A-8C11-F047C8FC6666}" presName="hierRoot2" presStyleCnt="0">
        <dgm:presLayoutVars>
          <dgm:hierBranch val="init"/>
        </dgm:presLayoutVars>
      </dgm:prSet>
      <dgm:spPr/>
    </dgm:pt>
    <dgm:pt modelId="{45B77D6B-7B35-4D7D-9DF0-F1BB3860CDE3}" type="pres">
      <dgm:prSet presAssocID="{D67D8175-2198-432A-8C11-F047C8FC6666}" presName="rootComposite" presStyleCnt="0"/>
      <dgm:spPr/>
    </dgm:pt>
    <dgm:pt modelId="{BD4793B7-8D94-465B-B7F2-11DEB258BCDA}" type="pres">
      <dgm:prSet presAssocID="{D67D8175-2198-432A-8C11-F047C8FC6666}" presName="rootText" presStyleLbl="node3" presStyleIdx="2" presStyleCnt="23" custLinFactNeighborY="-10831">
        <dgm:presLayoutVars>
          <dgm:chPref val="3"/>
        </dgm:presLayoutVars>
      </dgm:prSet>
      <dgm:spPr/>
    </dgm:pt>
    <dgm:pt modelId="{F3849914-5C1E-4FBD-A4B0-302B420F477F}" type="pres">
      <dgm:prSet presAssocID="{D67D8175-2198-432A-8C11-F047C8FC6666}" presName="rootConnector" presStyleLbl="node3" presStyleIdx="2" presStyleCnt="23"/>
      <dgm:spPr/>
    </dgm:pt>
    <dgm:pt modelId="{06BAAAC2-301E-4683-A6EF-56CF812DC1FA}" type="pres">
      <dgm:prSet presAssocID="{D67D8175-2198-432A-8C11-F047C8FC6666}" presName="hierChild4" presStyleCnt="0"/>
      <dgm:spPr/>
    </dgm:pt>
    <dgm:pt modelId="{D068AA86-8FC3-406C-9556-E8532A38D76B}" type="pres">
      <dgm:prSet presAssocID="{D67D8175-2198-432A-8C11-F047C8FC6666}" presName="hierChild5" presStyleCnt="0"/>
      <dgm:spPr/>
    </dgm:pt>
    <dgm:pt modelId="{021CA6E4-D0BC-423B-BFE2-BAE4575BB644}" type="pres">
      <dgm:prSet presAssocID="{D1EDD416-9A93-47BC-80DF-9FAC8F073D77}" presName="Name48" presStyleLbl="parChTrans1D3" presStyleIdx="3" presStyleCnt="23"/>
      <dgm:spPr/>
    </dgm:pt>
    <dgm:pt modelId="{97BF6572-C4A2-44E9-AED7-939224A02353}" type="pres">
      <dgm:prSet presAssocID="{DFF6A649-29E2-4856-AF75-1276B43285A5}" presName="hierRoot2" presStyleCnt="0">
        <dgm:presLayoutVars>
          <dgm:hierBranch val="init"/>
        </dgm:presLayoutVars>
      </dgm:prSet>
      <dgm:spPr/>
    </dgm:pt>
    <dgm:pt modelId="{0B228BCE-4027-46BC-87E9-6EC97D537C27}" type="pres">
      <dgm:prSet presAssocID="{DFF6A649-29E2-4856-AF75-1276B43285A5}" presName="rootComposite" presStyleCnt="0"/>
      <dgm:spPr/>
    </dgm:pt>
    <dgm:pt modelId="{16080646-F67B-4599-B0EF-CF7F94F5C7E5}" type="pres">
      <dgm:prSet presAssocID="{DFF6A649-29E2-4856-AF75-1276B43285A5}" presName="rootText" presStyleLbl="node3" presStyleIdx="3" presStyleCnt="23" custLinFactNeighborY="-10831">
        <dgm:presLayoutVars>
          <dgm:chPref val="3"/>
        </dgm:presLayoutVars>
      </dgm:prSet>
      <dgm:spPr/>
    </dgm:pt>
    <dgm:pt modelId="{A0E6A594-A7F7-44F7-933E-1A8B07F71376}" type="pres">
      <dgm:prSet presAssocID="{DFF6A649-29E2-4856-AF75-1276B43285A5}" presName="rootConnector" presStyleLbl="node3" presStyleIdx="3" presStyleCnt="23"/>
      <dgm:spPr/>
    </dgm:pt>
    <dgm:pt modelId="{4D97DA66-8A8A-43DB-99DC-0247069F6CA4}" type="pres">
      <dgm:prSet presAssocID="{DFF6A649-29E2-4856-AF75-1276B43285A5}" presName="hierChild4" presStyleCnt="0"/>
      <dgm:spPr/>
    </dgm:pt>
    <dgm:pt modelId="{FCEC9CFB-A9B1-4229-B19F-F2FA9B61980D}" type="pres">
      <dgm:prSet presAssocID="{DFF6A649-29E2-4856-AF75-1276B43285A5}" presName="hierChild5" presStyleCnt="0"/>
      <dgm:spPr/>
    </dgm:pt>
    <dgm:pt modelId="{AA3FB8FA-69AF-4BD0-A414-433B542BF5F0}" type="pres">
      <dgm:prSet presAssocID="{310417DC-9F61-4870-8921-E7B67B98A29A}" presName="Name48" presStyleLbl="parChTrans1D3" presStyleIdx="4" presStyleCnt="23"/>
      <dgm:spPr/>
    </dgm:pt>
    <dgm:pt modelId="{FA983BE5-55B8-48D7-880A-AE9467C8A381}" type="pres">
      <dgm:prSet presAssocID="{1C1AA5D3-ED56-4C58-B37D-B1A634D9D968}" presName="hierRoot2" presStyleCnt="0">
        <dgm:presLayoutVars>
          <dgm:hierBranch val="init"/>
        </dgm:presLayoutVars>
      </dgm:prSet>
      <dgm:spPr/>
    </dgm:pt>
    <dgm:pt modelId="{CA7939CC-BF18-42A8-AA07-F8CBFE8962A2}" type="pres">
      <dgm:prSet presAssocID="{1C1AA5D3-ED56-4C58-B37D-B1A634D9D968}" presName="rootComposite" presStyleCnt="0"/>
      <dgm:spPr/>
    </dgm:pt>
    <dgm:pt modelId="{C1263ADC-A18A-4066-825F-4BA9B4F30366}" type="pres">
      <dgm:prSet presAssocID="{1C1AA5D3-ED56-4C58-B37D-B1A634D9D968}" presName="rootText" presStyleLbl="node3" presStyleIdx="4" presStyleCnt="23" custLinFactNeighborY="-10831">
        <dgm:presLayoutVars>
          <dgm:chPref val="3"/>
        </dgm:presLayoutVars>
      </dgm:prSet>
      <dgm:spPr/>
    </dgm:pt>
    <dgm:pt modelId="{CAFEEA2B-BEE7-4674-8F35-C20958E985FA}" type="pres">
      <dgm:prSet presAssocID="{1C1AA5D3-ED56-4C58-B37D-B1A634D9D968}" presName="rootConnector" presStyleLbl="node3" presStyleIdx="4" presStyleCnt="23"/>
      <dgm:spPr/>
    </dgm:pt>
    <dgm:pt modelId="{FAF5EB5F-EDD0-45F3-9A9A-B6CC4491E6F0}" type="pres">
      <dgm:prSet presAssocID="{1C1AA5D3-ED56-4C58-B37D-B1A634D9D968}" presName="hierChild4" presStyleCnt="0"/>
      <dgm:spPr/>
    </dgm:pt>
    <dgm:pt modelId="{1DA141F8-E2BD-4752-AC6D-14E63F9E40F4}" type="pres">
      <dgm:prSet presAssocID="{1C1AA5D3-ED56-4C58-B37D-B1A634D9D968}" presName="hierChild5" presStyleCnt="0"/>
      <dgm:spPr/>
    </dgm:pt>
    <dgm:pt modelId="{3EC10B84-4BA5-4633-8CBE-A6A205316C2B}" type="pres">
      <dgm:prSet presAssocID="{DD076530-97C2-4838-B5A8-65844AA68521}" presName="Name48" presStyleLbl="parChTrans1D3" presStyleIdx="5" presStyleCnt="23"/>
      <dgm:spPr/>
    </dgm:pt>
    <dgm:pt modelId="{6B07E528-78C0-4010-8BFA-68CA506161C9}" type="pres">
      <dgm:prSet presAssocID="{4D46409C-4624-4C06-B2E1-C3BAA02382E9}" presName="hierRoot2" presStyleCnt="0">
        <dgm:presLayoutVars>
          <dgm:hierBranch val="init"/>
        </dgm:presLayoutVars>
      </dgm:prSet>
      <dgm:spPr/>
    </dgm:pt>
    <dgm:pt modelId="{DAD79119-5B9B-4B2E-ADAC-41A767B2D421}" type="pres">
      <dgm:prSet presAssocID="{4D46409C-4624-4C06-B2E1-C3BAA02382E9}" presName="rootComposite" presStyleCnt="0"/>
      <dgm:spPr/>
    </dgm:pt>
    <dgm:pt modelId="{EAE917F0-172E-4CCA-9A96-1116730BB12E}" type="pres">
      <dgm:prSet presAssocID="{4D46409C-4624-4C06-B2E1-C3BAA02382E9}" presName="rootText" presStyleLbl="node3" presStyleIdx="5" presStyleCnt="23" custLinFactNeighborY="-10831">
        <dgm:presLayoutVars>
          <dgm:chPref val="3"/>
        </dgm:presLayoutVars>
      </dgm:prSet>
      <dgm:spPr/>
    </dgm:pt>
    <dgm:pt modelId="{D85E4215-6104-424B-99D6-7C492617C9F9}" type="pres">
      <dgm:prSet presAssocID="{4D46409C-4624-4C06-B2E1-C3BAA02382E9}" presName="rootConnector" presStyleLbl="node3" presStyleIdx="5" presStyleCnt="23"/>
      <dgm:spPr/>
    </dgm:pt>
    <dgm:pt modelId="{A6BD60B5-477A-4E7E-A316-1030A72F4081}" type="pres">
      <dgm:prSet presAssocID="{4D46409C-4624-4C06-B2E1-C3BAA02382E9}" presName="hierChild4" presStyleCnt="0"/>
      <dgm:spPr/>
    </dgm:pt>
    <dgm:pt modelId="{12AD6268-F762-48CE-8AA0-E63CB4D1988E}" type="pres">
      <dgm:prSet presAssocID="{4D46409C-4624-4C06-B2E1-C3BAA02382E9}" presName="hierChild5" presStyleCnt="0"/>
      <dgm:spPr/>
    </dgm:pt>
    <dgm:pt modelId="{8000E4C1-89C6-4D5E-9400-0B4E6AD39E30}" type="pres">
      <dgm:prSet presAssocID="{F05BE172-3C69-49D7-A3A1-EED5E12244F0}" presName="Name48" presStyleLbl="parChTrans1D3" presStyleIdx="6" presStyleCnt="23"/>
      <dgm:spPr/>
    </dgm:pt>
    <dgm:pt modelId="{3338A9A8-64E2-4CA9-A25B-5897BE50B9D2}" type="pres">
      <dgm:prSet presAssocID="{24BF3AA7-6172-42DA-8C47-3DF6B3018A95}" presName="hierRoot2" presStyleCnt="0">
        <dgm:presLayoutVars>
          <dgm:hierBranch val="init"/>
        </dgm:presLayoutVars>
      </dgm:prSet>
      <dgm:spPr/>
    </dgm:pt>
    <dgm:pt modelId="{830C2FD8-7203-4DDF-9BCD-34E91DC7C467}" type="pres">
      <dgm:prSet presAssocID="{24BF3AA7-6172-42DA-8C47-3DF6B3018A95}" presName="rootComposite" presStyleCnt="0"/>
      <dgm:spPr/>
    </dgm:pt>
    <dgm:pt modelId="{C9A41580-F795-4EB5-B914-AA59EC206EB0}" type="pres">
      <dgm:prSet presAssocID="{24BF3AA7-6172-42DA-8C47-3DF6B3018A95}" presName="rootText" presStyleLbl="node3" presStyleIdx="6" presStyleCnt="23" custLinFactNeighborY="-10831">
        <dgm:presLayoutVars>
          <dgm:chPref val="3"/>
        </dgm:presLayoutVars>
      </dgm:prSet>
      <dgm:spPr/>
    </dgm:pt>
    <dgm:pt modelId="{91FEB3FC-E9A2-4FC3-B613-63A602AB21AD}" type="pres">
      <dgm:prSet presAssocID="{24BF3AA7-6172-42DA-8C47-3DF6B3018A95}" presName="rootConnector" presStyleLbl="node3" presStyleIdx="6" presStyleCnt="23"/>
      <dgm:spPr/>
    </dgm:pt>
    <dgm:pt modelId="{8EDBB8D5-0925-49FC-8A98-80CAF1A3C178}" type="pres">
      <dgm:prSet presAssocID="{24BF3AA7-6172-42DA-8C47-3DF6B3018A95}" presName="hierChild4" presStyleCnt="0"/>
      <dgm:spPr/>
    </dgm:pt>
    <dgm:pt modelId="{C8ED90F2-2366-4A4F-887A-504031F118C3}" type="pres">
      <dgm:prSet presAssocID="{24BF3AA7-6172-42DA-8C47-3DF6B3018A95}" presName="hierChild5" presStyleCnt="0"/>
      <dgm:spPr/>
    </dgm:pt>
    <dgm:pt modelId="{FBF81B54-B16E-496D-B67F-15BD15FEBE0E}" type="pres">
      <dgm:prSet presAssocID="{41A5C2E3-E4D4-477A-AB68-89EB304F509E}" presName="Name48" presStyleLbl="parChTrans1D3" presStyleIdx="7" presStyleCnt="23"/>
      <dgm:spPr/>
    </dgm:pt>
    <dgm:pt modelId="{E827F7A2-128B-48F4-8DB4-E361FEC73301}" type="pres">
      <dgm:prSet presAssocID="{774A58FD-7FAB-4D46-BAFA-C9308A756F53}" presName="hierRoot2" presStyleCnt="0">
        <dgm:presLayoutVars>
          <dgm:hierBranch val="init"/>
        </dgm:presLayoutVars>
      </dgm:prSet>
      <dgm:spPr/>
    </dgm:pt>
    <dgm:pt modelId="{76FBDC62-86E1-4BC7-ACDD-C7D1EA5ED0E7}" type="pres">
      <dgm:prSet presAssocID="{774A58FD-7FAB-4D46-BAFA-C9308A756F53}" presName="rootComposite" presStyleCnt="0"/>
      <dgm:spPr/>
    </dgm:pt>
    <dgm:pt modelId="{E4327BE8-D873-4843-A829-90F020CEC5B1}" type="pres">
      <dgm:prSet presAssocID="{774A58FD-7FAB-4D46-BAFA-C9308A756F53}" presName="rootText" presStyleLbl="node3" presStyleIdx="7" presStyleCnt="23" custLinFactNeighborY="-10831">
        <dgm:presLayoutVars>
          <dgm:chPref val="3"/>
        </dgm:presLayoutVars>
      </dgm:prSet>
      <dgm:spPr/>
    </dgm:pt>
    <dgm:pt modelId="{F149DCE8-4CAC-4462-8749-AA80E493875B}" type="pres">
      <dgm:prSet presAssocID="{774A58FD-7FAB-4D46-BAFA-C9308A756F53}" presName="rootConnector" presStyleLbl="node3" presStyleIdx="7" presStyleCnt="23"/>
      <dgm:spPr/>
    </dgm:pt>
    <dgm:pt modelId="{3DC7CF74-7A2E-4FFD-8321-C5B9743B0BC2}" type="pres">
      <dgm:prSet presAssocID="{774A58FD-7FAB-4D46-BAFA-C9308A756F53}" presName="hierChild4" presStyleCnt="0"/>
      <dgm:spPr/>
    </dgm:pt>
    <dgm:pt modelId="{613DFF57-E5C5-42A6-BDAB-C230AF6B27BD}" type="pres">
      <dgm:prSet presAssocID="{774A58FD-7FAB-4D46-BAFA-C9308A756F53}" presName="hierChild5" presStyleCnt="0"/>
      <dgm:spPr/>
    </dgm:pt>
    <dgm:pt modelId="{1C5D4A43-7D70-490F-9C62-1A373491472A}" type="pres">
      <dgm:prSet presAssocID="{F3C63C10-00C0-4F3D-8790-295271C0C286}" presName="hierChild5" presStyleCnt="0"/>
      <dgm:spPr/>
    </dgm:pt>
    <dgm:pt modelId="{BE8E3DCB-E390-4E6E-90F0-DD0A69C85F9A}" type="pres">
      <dgm:prSet presAssocID="{7163C32B-5589-41AA-92AE-0F47BE677506}" presName="Name37" presStyleLbl="parChTrans1D2" presStyleIdx="1" presStyleCnt="6"/>
      <dgm:spPr/>
    </dgm:pt>
    <dgm:pt modelId="{DC5A2778-97AC-498D-9BE9-7A2F498A7BFB}" type="pres">
      <dgm:prSet presAssocID="{79318C23-94C9-4470-9F8F-F7AE81942100}" presName="hierRoot2" presStyleCnt="0">
        <dgm:presLayoutVars>
          <dgm:hierBranch val="init"/>
        </dgm:presLayoutVars>
      </dgm:prSet>
      <dgm:spPr/>
    </dgm:pt>
    <dgm:pt modelId="{4DF46F53-B6C6-4FF8-84F0-8324216BDF04}" type="pres">
      <dgm:prSet presAssocID="{79318C23-94C9-4470-9F8F-F7AE81942100}" presName="rootComposite" presStyleCnt="0"/>
      <dgm:spPr/>
    </dgm:pt>
    <dgm:pt modelId="{70C8AF46-D74E-4B9E-9FAD-A9E680E03209}" type="pres">
      <dgm:prSet presAssocID="{79318C23-94C9-4470-9F8F-F7AE81942100}" presName="rootText" presStyleLbl="node2" presStyleIdx="1" presStyleCnt="5" custLinFactNeighborY="-10831">
        <dgm:presLayoutVars>
          <dgm:chPref val="3"/>
        </dgm:presLayoutVars>
      </dgm:prSet>
      <dgm:spPr/>
    </dgm:pt>
    <dgm:pt modelId="{EBBDE8C4-3C3A-4F13-8D4D-4B5BDDCF074B}" type="pres">
      <dgm:prSet presAssocID="{79318C23-94C9-4470-9F8F-F7AE81942100}" presName="rootConnector" presStyleLbl="node2" presStyleIdx="1" presStyleCnt="5"/>
      <dgm:spPr/>
    </dgm:pt>
    <dgm:pt modelId="{2BAD35F5-538A-4B47-8ACB-A17986E67D1D}" type="pres">
      <dgm:prSet presAssocID="{79318C23-94C9-4470-9F8F-F7AE81942100}" presName="hierChild4" presStyleCnt="0"/>
      <dgm:spPr/>
    </dgm:pt>
    <dgm:pt modelId="{33C91069-C02D-4347-A645-791936DCCE28}" type="pres">
      <dgm:prSet presAssocID="{02986A9A-D0BB-4131-AA18-6B1C84A09D00}" presName="Name37" presStyleLbl="parChTrans1D3" presStyleIdx="8" presStyleCnt="23"/>
      <dgm:spPr/>
    </dgm:pt>
    <dgm:pt modelId="{B7706D6B-07D6-43FC-B2BF-0009B5E0A19A}" type="pres">
      <dgm:prSet presAssocID="{6E003BBE-94B5-4760-A7ED-64A6428A4D5A}" presName="hierRoot2" presStyleCnt="0">
        <dgm:presLayoutVars>
          <dgm:hierBranch val="init"/>
        </dgm:presLayoutVars>
      </dgm:prSet>
      <dgm:spPr/>
    </dgm:pt>
    <dgm:pt modelId="{CFF2CB58-EBCA-4D79-8562-E7DEF89122EE}" type="pres">
      <dgm:prSet presAssocID="{6E003BBE-94B5-4760-A7ED-64A6428A4D5A}" presName="rootComposite" presStyleCnt="0"/>
      <dgm:spPr/>
    </dgm:pt>
    <dgm:pt modelId="{C9E8744D-C533-4DAB-98B7-EFF7D0C77DE2}" type="pres">
      <dgm:prSet presAssocID="{6E003BBE-94B5-4760-A7ED-64A6428A4D5A}" presName="rootText" presStyleLbl="node3" presStyleIdx="8" presStyleCnt="23" custLinFactNeighborY="-10831">
        <dgm:presLayoutVars>
          <dgm:chPref val="3"/>
        </dgm:presLayoutVars>
      </dgm:prSet>
      <dgm:spPr/>
    </dgm:pt>
    <dgm:pt modelId="{B84FE66F-B59E-45D2-A330-F2BC2E5FE8C4}" type="pres">
      <dgm:prSet presAssocID="{6E003BBE-94B5-4760-A7ED-64A6428A4D5A}" presName="rootConnector" presStyleLbl="node3" presStyleIdx="8" presStyleCnt="23"/>
      <dgm:spPr/>
    </dgm:pt>
    <dgm:pt modelId="{1B0D8D06-F496-48A2-877A-5781AA4A99F1}" type="pres">
      <dgm:prSet presAssocID="{6E003BBE-94B5-4760-A7ED-64A6428A4D5A}" presName="hierChild4" presStyleCnt="0"/>
      <dgm:spPr/>
    </dgm:pt>
    <dgm:pt modelId="{0D4BCE86-05C6-4BAC-889F-9049A2249989}" type="pres">
      <dgm:prSet presAssocID="{6E003BBE-94B5-4760-A7ED-64A6428A4D5A}" presName="hierChild5" presStyleCnt="0"/>
      <dgm:spPr/>
    </dgm:pt>
    <dgm:pt modelId="{38A30CD3-A949-4F46-9F9D-EBD4CDCFEEAC}" type="pres">
      <dgm:prSet presAssocID="{79318C23-94C9-4470-9F8F-F7AE81942100}" presName="hierChild5" presStyleCnt="0"/>
      <dgm:spPr/>
    </dgm:pt>
    <dgm:pt modelId="{91F4CE45-97ED-49C9-9B75-E55DF5286C8D}" type="pres">
      <dgm:prSet presAssocID="{D79CB7C7-0813-4E44-8865-BEFCEF0AC373}" presName="Name37" presStyleLbl="parChTrans1D2" presStyleIdx="2" presStyleCnt="6"/>
      <dgm:spPr/>
    </dgm:pt>
    <dgm:pt modelId="{6D4DBC6B-348E-4030-A78E-AC60642ABD00}" type="pres">
      <dgm:prSet presAssocID="{2F9D91ED-D58E-4C61-994B-2C1AE1B6C1E9}" presName="hierRoot2" presStyleCnt="0">
        <dgm:presLayoutVars>
          <dgm:hierBranch val="hang"/>
        </dgm:presLayoutVars>
      </dgm:prSet>
      <dgm:spPr/>
    </dgm:pt>
    <dgm:pt modelId="{F5B27966-B078-47B6-AC63-CF78028E0D46}" type="pres">
      <dgm:prSet presAssocID="{2F9D91ED-D58E-4C61-994B-2C1AE1B6C1E9}" presName="rootComposite" presStyleCnt="0"/>
      <dgm:spPr/>
    </dgm:pt>
    <dgm:pt modelId="{3457BC02-AF7B-4817-9004-8DA80C6368B1}" type="pres">
      <dgm:prSet presAssocID="{2F9D91ED-D58E-4C61-994B-2C1AE1B6C1E9}" presName="rootText" presStyleLbl="node2" presStyleIdx="2" presStyleCnt="5" custLinFactNeighborY="-10831">
        <dgm:presLayoutVars>
          <dgm:chPref val="3"/>
        </dgm:presLayoutVars>
      </dgm:prSet>
      <dgm:spPr/>
    </dgm:pt>
    <dgm:pt modelId="{99216135-E4AA-4132-97D8-9AB4BFE00FFF}" type="pres">
      <dgm:prSet presAssocID="{2F9D91ED-D58E-4C61-994B-2C1AE1B6C1E9}" presName="rootConnector" presStyleLbl="node2" presStyleIdx="2" presStyleCnt="5"/>
      <dgm:spPr/>
    </dgm:pt>
    <dgm:pt modelId="{7C467E8F-91C9-45F3-96B9-C273D2D4FF3C}" type="pres">
      <dgm:prSet presAssocID="{2F9D91ED-D58E-4C61-994B-2C1AE1B6C1E9}" presName="hierChild4" presStyleCnt="0"/>
      <dgm:spPr/>
    </dgm:pt>
    <dgm:pt modelId="{84BA28FF-D8C3-46A3-A863-FDE0CF9B3942}" type="pres">
      <dgm:prSet presAssocID="{1BB7A27D-032A-43A8-8D30-0B0EFE9B94A7}" presName="Name48" presStyleLbl="parChTrans1D3" presStyleIdx="9" presStyleCnt="23"/>
      <dgm:spPr/>
    </dgm:pt>
    <dgm:pt modelId="{87CDE802-5C0B-4750-82EA-7469536BD221}" type="pres">
      <dgm:prSet presAssocID="{9B48039A-B7E0-4953-BA7C-576AC48C440C}" presName="hierRoot2" presStyleCnt="0">
        <dgm:presLayoutVars>
          <dgm:hierBranch val="init"/>
        </dgm:presLayoutVars>
      </dgm:prSet>
      <dgm:spPr/>
    </dgm:pt>
    <dgm:pt modelId="{83250FA8-940E-45BC-87F9-1E455C6F8BF1}" type="pres">
      <dgm:prSet presAssocID="{9B48039A-B7E0-4953-BA7C-576AC48C440C}" presName="rootComposite" presStyleCnt="0"/>
      <dgm:spPr/>
    </dgm:pt>
    <dgm:pt modelId="{57D93AA6-CDE6-4B8A-9346-68B9AFD484C7}" type="pres">
      <dgm:prSet presAssocID="{9B48039A-B7E0-4953-BA7C-576AC48C440C}" presName="rootText" presStyleLbl="node3" presStyleIdx="9" presStyleCnt="23" custLinFactNeighborY="-10831">
        <dgm:presLayoutVars>
          <dgm:chPref val="3"/>
        </dgm:presLayoutVars>
      </dgm:prSet>
      <dgm:spPr/>
    </dgm:pt>
    <dgm:pt modelId="{7012B8CD-BDD0-4A56-A195-7E641E3C31CC}" type="pres">
      <dgm:prSet presAssocID="{9B48039A-B7E0-4953-BA7C-576AC48C440C}" presName="rootConnector" presStyleLbl="node3" presStyleIdx="9" presStyleCnt="23"/>
      <dgm:spPr/>
    </dgm:pt>
    <dgm:pt modelId="{1A9CFB2D-97A0-4AB0-BC37-B3B513EE23A8}" type="pres">
      <dgm:prSet presAssocID="{9B48039A-B7E0-4953-BA7C-576AC48C440C}" presName="hierChild4" presStyleCnt="0"/>
      <dgm:spPr/>
    </dgm:pt>
    <dgm:pt modelId="{904B5225-0B3D-4786-A702-47FC1C018213}" type="pres">
      <dgm:prSet presAssocID="{9B48039A-B7E0-4953-BA7C-576AC48C440C}" presName="hierChild5" presStyleCnt="0"/>
      <dgm:spPr/>
    </dgm:pt>
    <dgm:pt modelId="{772132F7-F7B7-42ED-B7CF-F26E4FE39CD1}" type="pres">
      <dgm:prSet presAssocID="{005F3C6F-97DB-4781-BB9D-3A69D910184A}" presName="Name48" presStyleLbl="parChTrans1D3" presStyleIdx="10" presStyleCnt="23"/>
      <dgm:spPr/>
    </dgm:pt>
    <dgm:pt modelId="{056914B3-5ED2-405A-9D7E-0D8EAEE698BD}" type="pres">
      <dgm:prSet presAssocID="{0C923C40-0C31-4362-85D6-F9EFCD937218}" presName="hierRoot2" presStyleCnt="0">
        <dgm:presLayoutVars>
          <dgm:hierBranch val="init"/>
        </dgm:presLayoutVars>
      </dgm:prSet>
      <dgm:spPr/>
    </dgm:pt>
    <dgm:pt modelId="{B29BA18D-3D59-4F26-A19C-8C46EC589282}" type="pres">
      <dgm:prSet presAssocID="{0C923C40-0C31-4362-85D6-F9EFCD937218}" presName="rootComposite" presStyleCnt="0"/>
      <dgm:spPr/>
    </dgm:pt>
    <dgm:pt modelId="{E26D08DE-E16F-4A70-8D73-6F9755949632}" type="pres">
      <dgm:prSet presAssocID="{0C923C40-0C31-4362-85D6-F9EFCD937218}" presName="rootText" presStyleLbl="node3" presStyleIdx="10" presStyleCnt="23" custLinFactNeighborY="-10831">
        <dgm:presLayoutVars>
          <dgm:chPref val="3"/>
        </dgm:presLayoutVars>
      </dgm:prSet>
      <dgm:spPr/>
    </dgm:pt>
    <dgm:pt modelId="{F75060B9-B568-4A93-8782-B1682E2903B9}" type="pres">
      <dgm:prSet presAssocID="{0C923C40-0C31-4362-85D6-F9EFCD937218}" presName="rootConnector" presStyleLbl="node3" presStyleIdx="10" presStyleCnt="23"/>
      <dgm:spPr/>
    </dgm:pt>
    <dgm:pt modelId="{00106649-D2CD-47D1-962E-3A65B3CB6404}" type="pres">
      <dgm:prSet presAssocID="{0C923C40-0C31-4362-85D6-F9EFCD937218}" presName="hierChild4" presStyleCnt="0"/>
      <dgm:spPr/>
    </dgm:pt>
    <dgm:pt modelId="{9DAF3F42-EA24-42C6-9025-9B524BA3788C}" type="pres">
      <dgm:prSet presAssocID="{0C923C40-0C31-4362-85D6-F9EFCD937218}" presName="hierChild5" presStyleCnt="0"/>
      <dgm:spPr/>
    </dgm:pt>
    <dgm:pt modelId="{4761ED70-DC7A-4522-82BF-B2DBE3BB4500}" type="pres">
      <dgm:prSet presAssocID="{12105060-BB7A-47F0-A4F7-185121772BA3}" presName="Name48" presStyleLbl="parChTrans1D3" presStyleIdx="11" presStyleCnt="23"/>
      <dgm:spPr/>
    </dgm:pt>
    <dgm:pt modelId="{216E5788-86DD-4C3D-9079-F6EE9762B64D}" type="pres">
      <dgm:prSet presAssocID="{C341A82D-4A06-4D1E-84DB-9EBED6907781}" presName="hierRoot2" presStyleCnt="0">
        <dgm:presLayoutVars>
          <dgm:hierBranch val="init"/>
        </dgm:presLayoutVars>
      </dgm:prSet>
      <dgm:spPr/>
    </dgm:pt>
    <dgm:pt modelId="{FBB40DCE-E59D-41EC-B662-839DFD86F79F}" type="pres">
      <dgm:prSet presAssocID="{C341A82D-4A06-4D1E-84DB-9EBED6907781}" presName="rootComposite" presStyleCnt="0"/>
      <dgm:spPr/>
    </dgm:pt>
    <dgm:pt modelId="{86DD0C51-E363-4891-B482-F885849FDE9C}" type="pres">
      <dgm:prSet presAssocID="{C341A82D-4A06-4D1E-84DB-9EBED6907781}" presName="rootText" presStyleLbl="node3" presStyleIdx="11" presStyleCnt="23" custLinFactNeighborY="-10831">
        <dgm:presLayoutVars>
          <dgm:chPref val="3"/>
        </dgm:presLayoutVars>
      </dgm:prSet>
      <dgm:spPr/>
    </dgm:pt>
    <dgm:pt modelId="{0A481FE7-0C1B-479C-969A-7CE7991D7C62}" type="pres">
      <dgm:prSet presAssocID="{C341A82D-4A06-4D1E-84DB-9EBED6907781}" presName="rootConnector" presStyleLbl="node3" presStyleIdx="11" presStyleCnt="23"/>
      <dgm:spPr/>
    </dgm:pt>
    <dgm:pt modelId="{4FB28301-FF67-467A-A2B4-62E129ED2888}" type="pres">
      <dgm:prSet presAssocID="{C341A82D-4A06-4D1E-84DB-9EBED6907781}" presName="hierChild4" presStyleCnt="0"/>
      <dgm:spPr/>
    </dgm:pt>
    <dgm:pt modelId="{C86BB7D3-52C4-4A82-A58B-436E35070CC0}" type="pres">
      <dgm:prSet presAssocID="{C341A82D-4A06-4D1E-84DB-9EBED6907781}" presName="hierChild5" presStyleCnt="0"/>
      <dgm:spPr/>
    </dgm:pt>
    <dgm:pt modelId="{F4136242-2C7F-4541-BBFC-B63ADF6ABF38}" type="pres">
      <dgm:prSet presAssocID="{4D5484EE-7E5E-4D1F-8881-18160FEB78A6}" presName="Name48" presStyleLbl="parChTrans1D3" presStyleIdx="12" presStyleCnt="23"/>
      <dgm:spPr/>
    </dgm:pt>
    <dgm:pt modelId="{3AC6A38F-F4C7-4D0F-8760-F2D1D045AEE5}" type="pres">
      <dgm:prSet presAssocID="{B8850068-4C90-46CB-9BCB-373D323FC66C}" presName="hierRoot2" presStyleCnt="0">
        <dgm:presLayoutVars>
          <dgm:hierBranch val="init"/>
        </dgm:presLayoutVars>
      </dgm:prSet>
      <dgm:spPr/>
    </dgm:pt>
    <dgm:pt modelId="{2680CE03-D0ED-45B0-BA02-BFA7B5D0B576}" type="pres">
      <dgm:prSet presAssocID="{B8850068-4C90-46CB-9BCB-373D323FC66C}" presName="rootComposite" presStyleCnt="0"/>
      <dgm:spPr/>
    </dgm:pt>
    <dgm:pt modelId="{AD50F521-9A6C-4A10-9A3A-635039DAF7FA}" type="pres">
      <dgm:prSet presAssocID="{B8850068-4C90-46CB-9BCB-373D323FC66C}" presName="rootText" presStyleLbl="node3" presStyleIdx="12" presStyleCnt="23" custLinFactNeighborY="-10831">
        <dgm:presLayoutVars>
          <dgm:chPref val="3"/>
        </dgm:presLayoutVars>
      </dgm:prSet>
      <dgm:spPr/>
    </dgm:pt>
    <dgm:pt modelId="{E671BAD0-69C7-4FBC-84CC-C99C3712D814}" type="pres">
      <dgm:prSet presAssocID="{B8850068-4C90-46CB-9BCB-373D323FC66C}" presName="rootConnector" presStyleLbl="node3" presStyleIdx="12" presStyleCnt="23"/>
      <dgm:spPr/>
    </dgm:pt>
    <dgm:pt modelId="{2F0BBA5A-2DC4-481E-847B-DB16F90CC1DB}" type="pres">
      <dgm:prSet presAssocID="{B8850068-4C90-46CB-9BCB-373D323FC66C}" presName="hierChild4" presStyleCnt="0"/>
      <dgm:spPr/>
    </dgm:pt>
    <dgm:pt modelId="{1978CE99-BD2B-4AEF-AB74-034558B9101E}" type="pres">
      <dgm:prSet presAssocID="{B8850068-4C90-46CB-9BCB-373D323FC66C}" presName="hierChild5" presStyleCnt="0"/>
      <dgm:spPr/>
    </dgm:pt>
    <dgm:pt modelId="{5500BD40-42D5-409A-AD18-06A3A6EEF087}" type="pres">
      <dgm:prSet presAssocID="{EC5521D5-ED50-4113-BE80-151296517B2D}" presName="Name48" presStyleLbl="parChTrans1D3" presStyleIdx="13" presStyleCnt="23"/>
      <dgm:spPr/>
    </dgm:pt>
    <dgm:pt modelId="{486DAAA1-CD2C-4D76-AA17-EAAB30BFDB8A}" type="pres">
      <dgm:prSet presAssocID="{93D4CEE4-9591-4F2F-A472-05EC564C64B8}" presName="hierRoot2" presStyleCnt="0">
        <dgm:presLayoutVars>
          <dgm:hierBranch val="init"/>
        </dgm:presLayoutVars>
      </dgm:prSet>
      <dgm:spPr/>
    </dgm:pt>
    <dgm:pt modelId="{4956FE56-F96E-46B3-8B4E-B60AB755185E}" type="pres">
      <dgm:prSet presAssocID="{93D4CEE4-9591-4F2F-A472-05EC564C64B8}" presName="rootComposite" presStyleCnt="0"/>
      <dgm:spPr/>
    </dgm:pt>
    <dgm:pt modelId="{84E452DB-8EC7-4AD1-92C1-F5923EC635A6}" type="pres">
      <dgm:prSet presAssocID="{93D4CEE4-9591-4F2F-A472-05EC564C64B8}" presName="rootText" presStyleLbl="node3" presStyleIdx="13" presStyleCnt="23" custLinFactNeighborY="-10831">
        <dgm:presLayoutVars>
          <dgm:chPref val="3"/>
        </dgm:presLayoutVars>
      </dgm:prSet>
      <dgm:spPr/>
    </dgm:pt>
    <dgm:pt modelId="{7CD60E2B-2324-41D3-B80B-592C62E96559}" type="pres">
      <dgm:prSet presAssocID="{93D4CEE4-9591-4F2F-A472-05EC564C64B8}" presName="rootConnector" presStyleLbl="node3" presStyleIdx="13" presStyleCnt="23"/>
      <dgm:spPr/>
    </dgm:pt>
    <dgm:pt modelId="{BFDC8850-348B-4520-9E6D-37F89CD664FD}" type="pres">
      <dgm:prSet presAssocID="{93D4CEE4-9591-4F2F-A472-05EC564C64B8}" presName="hierChild4" presStyleCnt="0"/>
      <dgm:spPr/>
    </dgm:pt>
    <dgm:pt modelId="{C0AC56A3-07D5-4B5E-BE07-979E96C58263}" type="pres">
      <dgm:prSet presAssocID="{93D4CEE4-9591-4F2F-A472-05EC564C64B8}" presName="hierChild5" presStyleCnt="0"/>
      <dgm:spPr/>
    </dgm:pt>
    <dgm:pt modelId="{5F89DE88-7031-4D18-BCC6-B5999CB00E66}" type="pres">
      <dgm:prSet presAssocID="{2F9D91ED-D58E-4C61-994B-2C1AE1B6C1E9}" presName="hierChild5" presStyleCnt="0"/>
      <dgm:spPr/>
    </dgm:pt>
    <dgm:pt modelId="{8661AFE2-A665-43D3-96FA-CD312A3D7265}" type="pres">
      <dgm:prSet presAssocID="{F061CA3C-4EB9-49DF-8F82-86BAB3DBEA52}" presName="Name37" presStyleLbl="parChTrans1D2" presStyleIdx="3" presStyleCnt="6"/>
      <dgm:spPr/>
    </dgm:pt>
    <dgm:pt modelId="{3B13ECB9-501B-44E5-94FC-823E73377F09}" type="pres">
      <dgm:prSet presAssocID="{9874B90E-E93C-4314-AF66-B779A9B6CAA5}" presName="hierRoot2" presStyleCnt="0">
        <dgm:presLayoutVars>
          <dgm:hierBranch val="hang"/>
        </dgm:presLayoutVars>
      </dgm:prSet>
      <dgm:spPr/>
    </dgm:pt>
    <dgm:pt modelId="{ACD7870F-07F2-4C4A-A21B-F8CF972ACCB3}" type="pres">
      <dgm:prSet presAssocID="{9874B90E-E93C-4314-AF66-B779A9B6CAA5}" presName="rootComposite" presStyleCnt="0"/>
      <dgm:spPr/>
    </dgm:pt>
    <dgm:pt modelId="{AD13D8B3-C328-422B-88E8-09DB30315653}" type="pres">
      <dgm:prSet presAssocID="{9874B90E-E93C-4314-AF66-B779A9B6CAA5}" presName="rootText" presStyleLbl="node2" presStyleIdx="3" presStyleCnt="5" custLinFactNeighborY="-10831">
        <dgm:presLayoutVars>
          <dgm:chPref val="3"/>
        </dgm:presLayoutVars>
      </dgm:prSet>
      <dgm:spPr/>
    </dgm:pt>
    <dgm:pt modelId="{26A01350-9576-45EA-A030-0F6700B0DB39}" type="pres">
      <dgm:prSet presAssocID="{9874B90E-E93C-4314-AF66-B779A9B6CAA5}" presName="rootConnector" presStyleLbl="node2" presStyleIdx="3" presStyleCnt="5"/>
      <dgm:spPr/>
    </dgm:pt>
    <dgm:pt modelId="{D494B50F-E893-4B6C-AD4B-02E3C8493FF5}" type="pres">
      <dgm:prSet presAssocID="{9874B90E-E93C-4314-AF66-B779A9B6CAA5}" presName="hierChild4" presStyleCnt="0"/>
      <dgm:spPr/>
    </dgm:pt>
    <dgm:pt modelId="{527AB4F6-2C01-48A3-B8F7-40C42D161BE6}" type="pres">
      <dgm:prSet presAssocID="{56EFB7A3-D014-4916-A9BB-55DC4E709CDC}" presName="Name48" presStyleLbl="parChTrans1D3" presStyleIdx="14" presStyleCnt="23"/>
      <dgm:spPr/>
    </dgm:pt>
    <dgm:pt modelId="{97854467-3422-45FA-B285-627EB8A59E24}" type="pres">
      <dgm:prSet presAssocID="{98990DE0-322C-4F3D-B888-2C5A8A249749}" presName="hierRoot2" presStyleCnt="0">
        <dgm:presLayoutVars>
          <dgm:hierBranch val="init"/>
        </dgm:presLayoutVars>
      </dgm:prSet>
      <dgm:spPr/>
    </dgm:pt>
    <dgm:pt modelId="{B70B7102-8E7A-4055-90E7-6CC0A0A5AD98}" type="pres">
      <dgm:prSet presAssocID="{98990DE0-322C-4F3D-B888-2C5A8A249749}" presName="rootComposite" presStyleCnt="0"/>
      <dgm:spPr/>
    </dgm:pt>
    <dgm:pt modelId="{D3882533-9894-4510-8627-717CDE9B11D9}" type="pres">
      <dgm:prSet presAssocID="{98990DE0-322C-4F3D-B888-2C5A8A249749}" presName="rootText" presStyleLbl="node3" presStyleIdx="14" presStyleCnt="23" custLinFactNeighborY="-10831">
        <dgm:presLayoutVars>
          <dgm:chPref val="3"/>
        </dgm:presLayoutVars>
      </dgm:prSet>
      <dgm:spPr/>
    </dgm:pt>
    <dgm:pt modelId="{BD7D9685-2976-44B8-83E7-7AE89E801ED3}" type="pres">
      <dgm:prSet presAssocID="{98990DE0-322C-4F3D-B888-2C5A8A249749}" presName="rootConnector" presStyleLbl="node3" presStyleIdx="14" presStyleCnt="23"/>
      <dgm:spPr/>
    </dgm:pt>
    <dgm:pt modelId="{9C305203-44F5-4BC8-893B-36E44CB26248}" type="pres">
      <dgm:prSet presAssocID="{98990DE0-322C-4F3D-B888-2C5A8A249749}" presName="hierChild4" presStyleCnt="0"/>
      <dgm:spPr/>
    </dgm:pt>
    <dgm:pt modelId="{A1747F89-4409-4419-9C91-4680EA92AF41}" type="pres">
      <dgm:prSet presAssocID="{98990DE0-322C-4F3D-B888-2C5A8A249749}" presName="hierChild5" presStyleCnt="0"/>
      <dgm:spPr/>
    </dgm:pt>
    <dgm:pt modelId="{60C58ABE-DDB1-4A57-8BA6-BA7F2D2AA879}" type="pres">
      <dgm:prSet presAssocID="{92F9358E-AD01-4B4F-BAB3-99338D8E4CFF}" presName="Name48" presStyleLbl="parChTrans1D3" presStyleIdx="15" presStyleCnt="23"/>
      <dgm:spPr/>
    </dgm:pt>
    <dgm:pt modelId="{6B58A4EA-34D9-42B9-A059-832592364617}" type="pres">
      <dgm:prSet presAssocID="{C09F6F34-7B8D-4C4E-94FF-58FDC030311C}" presName="hierRoot2" presStyleCnt="0">
        <dgm:presLayoutVars>
          <dgm:hierBranch val="init"/>
        </dgm:presLayoutVars>
      </dgm:prSet>
      <dgm:spPr/>
    </dgm:pt>
    <dgm:pt modelId="{5329D9D4-3557-4040-9193-285703BE3938}" type="pres">
      <dgm:prSet presAssocID="{C09F6F34-7B8D-4C4E-94FF-58FDC030311C}" presName="rootComposite" presStyleCnt="0"/>
      <dgm:spPr/>
    </dgm:pt>
    <dgm:pt modelId="{400A3A4E-A2F5-442E-8110-4F184315BBEF}" type="pres">
      <dgm:prSet presAssocID="{C09F6F34-7B8D-4C4E-94FF-58FDC030311C}" presName="rootText" presStyleLbl="node3" presStyleIdx="15" presStyleCnt="23" custLinFactNeighborY="-10831">
        <dgm:presLayoutVars>
          <dgm:chPref val="3"/>
        </dgm:presLayoutVars>
      </dgm:prSet>
      <dgm:spPr/>
    </dgm:pt>
    <dgm:pt modelId="{DB663C79-E167-4AE4-A9E4-37C4C0763B33}" type="pres">
      <dgm:prSet presAssocID="{C09F6F34-7B8D-4C4E-94FF-58FDC030311C}" presName="rootConnector" presStyleLbl="node3" presStyleIdx="15" presStyleCnt="23"/>
      <dgm:spPr/>
    </dgm:pt>
    <dgm:pt modelId="{63B59DDC-CD15-4156-A33A-AE02B57E0EEF}" type="pres">
      <dgm:prSet presAssocID="{C09F6F34-7B8D-4C4E-94FF-58FDC030311C}" presName="hierChild4" presStyleCnt="0"/>
      <dgm:spPr/>
    </dgm:pt>
    <dgm:pt modelId="{16BE1239-AEE9-401D-8471-E6D8A6AB12DC}" type="pres">
      <dgm:prSet presAssocID="{C09F6F34-7B8D-4C4E-94FF-58FDC030311C}" presName="hierChild5" presStyleCnt="0"/>
      <dgm:spPr/>
    </dgm:pt>
    <dgm:pt modelId="{4575D2E1-E3DB-45C0-A366-81617C669BCD}" type="pres">
      <dgm:prSet presAssocID="{08D2BA5C-E9F9-4C9A-B53C-B71B0A220700}" presName="Name48" presStyleLbl="parChTrans1D3" presStyleIdx="16" presStyleCnt="23"/>
      <dgm:spPr/>
    </dgm:pt>
    <dgm:pt modelId="{893D4B62-2438-4426-B256-0941EF1BAEDF}" type="pres">
      <dgm:prSet presAssocID="{2287BE17-ECB1-4DF2-BE34-E6D9F26267F6}" presName="hierRoot2" presStyleCnt="0">
        <dgm:presLayoutVars>
          <dgm:hierBranch val="init"/>
        </dgm:presLayoutVars>
      </dgm:prSet>
      <dgm:spPr/>
    </dgm:pt>
    <dgm:pt modelId="{F7427B6A-9420-4EAA-8F9C-CEDF27CACCD1}" type="pres">
      <dgm:prSet presAssocID="{2287BE17-ECB1-4DF2-BE34-E6D9F26267F6}" presName="rootComposite" presStyleCnt="0"/>
      <dgm:spPr/>
    </dgm:pt>
    <dgm:pt modelId="{02B36B46-C2EF-45A8-9024-CBEF07B2E599}" type="pres">
      <dgm:prSet presAssocID="{2287BE17-ECB1-4DF2-BE34-E6D9F26267F6}" presName="rootText" presStyleLbl="node3" presStyleIdx="16" presStyleCnt="23" custLinFactNeighborY="-10831">
        <dgm:presLayoutVars>
          <dgm:chPref val="3"/>
        </dgm:presLayoutVars>
      </dgm:prSet>
      <dgm:spPr/>
    </dgm:pt>
    <dgm:pt modelId="{3CBB07B7-4A10-435F-B492-2C629578F094}" type="pres">
      <dgm:prSet presAssocID="{2287BE17-ECB1-4DF2-BE34-E6D9F26267F6}" presName="rootConnector" presStyleLbl="node3" presStyleIdx="16" presStyleCnt="23"/>
      <dgm:spPr/>
    </dgm:pt>
    <dgm:pt modelId="{A9D23B99-05AB-4C51-8468-FA0C71D13B4B}" type="pres">
      <dgm:prSet presAssocID="{2287BE17-ECB1-4DF2-BE34-E6D9F26267F6}" presName="hierChild4" presStyleCnt="0"/>
      <dgm:spPr/>
    </dgm:pt>
    <dgm:pt modelId="{1BE209AC-7EBB-440D-AC34-484B38A7B4DB}" type="pres">
      <dgm:prSet presAssocID="{2287BE17-ECB1-4DF2-BE34-E6D9F26267F6}" presName="hierChild5" presStyleCnt="0"/>
      <dgm:spPr/>
    </dgm:pt>
    <dgm:pt modelId="{D9C3AE83-8D6C-448E-A377-18E4797BD227}" type="pres">
      <dgm:prSet presAssocID="{E25CD8D4-9807-453C-B492-65ADC2C598F6}" presName="Name48" presStyleLbl="parChTrans1D3" presStyleIdx="17" presStyleCnt="23"/>
      <dgm:spPr/>
    </dgm:pt>
    <dgm:pt modelId="{5F796CC9-CC66-4782-9337-07E43AF3C426}" type="pres">
      <dgm:prSet presAssocID="{08AD62B3-204C-4A37-9EBD-78623136DD49}" presName="hierRoot2" presStyleCnt="0">
        <dgm:presLayoutVars>
          <dgm:hierBranch val="init"/>
        </dgm:presLayoutVars>
      </dgm:prSet>
      <dgm:spPr/>
    </dgm:pt>
    <dgm:pt modelId="{2C36283A-0B01-43D0-8E2B-819DF8C576EC}" type="pres">
      <dgm:prSet presAssocID="{08AD62B3-204C-4A37-9EBD-78623136DD49}" presName="rootComposite" presStyleCnt="0"/>
      <dgm:spPr/>
    </dgm:pt>
    <dgm:pt modelId="{1F5A23CD-4FEE-4591-AC17-9BE560C83955}" type="pres">
      <dgm:prSet presAssocID="{08AD62B3-204C-4A37-9EBD-78623136DD49}" presName="rootText" presStyleLbl="node3" presStyleIdx="17" presStyleCnt="23" custLinFactNeighborY="-10831">
        <dgm:presLayoutVars>
          <dgm:chPref val="3"/>
        </dgm:presLayoutVars>
      </dgm:prSet>
      <dgm:spPr/>
    </dgm:pt>
    <dgm:pt modelId="{A892B15A-1156-4CA3-A1B1-F8CB9E589B54}" type="pres">
      <dgm:prSet presAssocID="{08AD62B3-204C-4A37-9EBD-78623136DD49}" presName="rootConnector" presStyleLbl="node3" presStyleIdx="17" presStyleCnt="23"/>
      <dgm:spPr/>
    </dgm:pt>
    <dgm:pt modelId="{52135DCF-7FBE-46EF-84CA-A1E6B5D0C9A8}" type="pres">
      <dgm:prSet presAssocID="{08AD62B3-204C-4A37-9EBD-78623136DD49}" presName="hierChild4" presStyleCnt="0"/>
      <dgm:spPr/>
    </dgm:pt>
    <dgm:pt modelId="{64678223-F4B5-4356-B46B-AF439A13B8FC}" type="pres">
      <dgm:prSet presAssocID="{08AD62B3-204C-4A37-9EBD-78623136DD49}" presName="hierChild5" presStyleCnt="0"/>
      <dgm:spPr/>
    </dgm:pt>
    <dgm:pt modelId="{B66164A4-458B-4BCD-87A0-7CBC20513991}" type="pres">
      <dgm:prSet presAssocID="{A5B1E445-533E-47B2-A10D-09953CED781C}" presName="Name48" presStyleLbl="parChTrans1D3" presStyleIdx="18" presStyleCnt="23"/>
      <dgm:spPr/>
    </dgm:pt>
    <dgm:pt modelId="{904576C0-F3DD-46D2-B243-2A39537B5C6F}" type="pres">
      <dgm:prSet presAssocID="{70DB1619-B2F3-4446-A777-33541D9BB6DD}" presName="hierRoot2" presStyleCnt="0">
        <dgm:presLayoutVars>
          <dgm:hierBranch val="init"/>
        </dgm:presLayoutVars>
      </dgm:prSet>
      <dgm:spPr/>
    </dgm:pt>
    <dgm:pt modelId="{2F67EEA5-556C-439C-985A-6AFBAF87E7CD}" type="pres">
      <dgm:prSet presAssocID="{70DB1619-B2F3-4446-A777-33541D9BB6DD}" presName="rootComposite" presStyleCnt="0"/>
      <dgm:spPr/>
    </dgm:pt>
    <dgm:pt modelId="{C0CE3376-B395-4845-96C5-FE406748FB47}" type="pres">
      <dgm:prSet presAssocID="{70DB1619-B2F3-4446-A777-33541D9BB6DD}" presName="rootText" presStyleLbl="node3" presStyleIdx="18" presStyleCnt="23" custLinFactNeighborY="-10831">
        <dgm:presLayoutVars>
          <dgm:chPref val="3"/>
        </dgm:presLayoutVars>
      </dgm:prSet>
      <dgm:spPr/>
    </dgm:pt>
    <dgm:pt modelId="{B05D6B20-139D-4F4C-BFF6-CDB75B02892D}" type="pres">
      <dgm:prSet presAssocID="{70DB1619-B2F3-4446-A777-33541D9BB6DD}" presName="rootConnector" presStyleLbl="node3" presStyleIdx="18" presStyleCnt="23"/>
      <dgm:spPr/>
    </dgm:pt>
    <dgm:pt modelId="{C2D3102B-8260-49B5-AE61-9BA93BF0965C}" type="pres">
      <dgm:prSet presAssocID="{70DB1619-B2F3-4446-A777-33541D9BB6DD}" presName="hierChild4" presStyleCnt="0"/>
      <dgm:spPr/>
    </dgm:pt>
    <dgm:pt modelId="{4DA2AD62-7BED-4AD9-B7D3-26FF24830021}" type="pres">
      <dgm:prSet presAssocID="{70DB1619-B2F3-4446-A777-33541D9BB6DD}" presName="hierChild5" presStyleCnt="0"/>
      <dgm:spPr/>
    </dgm:pt>
    <dgm:pt modelId="{8A8DB0CA-981C-484C-B547-73A78776E4A4}" type="pres">
      <dgm:prSet presAssocID="{DA16A443-D3A6-493F-93A6-69CC73236188}" presName="Name48" presStyleLbl="parChTrans1D3" presStyleIdx="19" presStyleCnt="23"/>
      <dgm:spPr/>
    </dgm:pt>
    <dgm:pt modelId="{306EEE7D-22CA-44AA-952A-EBE0EA0219F5}" type="pres">
      <dgm:prSet presAssocID="{0AC26FA9-7C8E-453B-B1A3-22167D8DF9AA}" presName="hierRoot2" presStyleCnt="0">
        <dgm:presLayoutVars>
          <dgm:hierBranch val="init"/>
        </dgm:presLayoutVars>
      </dgm:prSet>
      <dgm:spPr/>
    </dgm:pt>
    <dgm:pt modelId="{CE403448-0C09-4629-A78F-F62264CE1E81}" type="pres">
      <dgm:prSet presAssocID="{0AC26FA9-7C8E-453B-B1A3-22167D8DF9AA}" presName="rootComposite" presStyleCnt="0"/>
      <dgm:spPr/>
    </dgm:pt>
    <dgm:pt modelId="{B74B3749-6CC9-476B-AA5D-B06ED7792A9C}" type="pres">
      <dgm:prSet presAssocID="{0AC26FA9-7C8E-453B-B1A3-22167D8DF9AA}" presName="rootText" presStyleLbl="node3" presStyleIdx="19" presStyleCnt="23" custLinFactNeighborY="-10831">
        <dgm:presLayoutVars>
          <dgm:chPref val="3"/>
        </dgm:presLayoutVars>
      </dgm:prSet>
      <dgm:spPr/>
    </dgm:pt>
    <dgm:pt modelId="{746261CE-A398-44B3-8060-8C6862FDAA7C}" type="pres">
      <dgm:prSet presAssocID="{0AC26FA9-7C8E-453B-B1A3-22167D8DF9AA}" presName="rootConnector" presStyleLbl="node3" presStyleIdx="19" presStyleCnt="23"/>
      <dgm:spPr/>
    </dgm:pt>
    <dgm:pt modelId="{0FCAD7C1-19A2-41E5-A379-D8AEE1BB2EAF}" type="pres">
      <dgm:prSet presAssocID="{0AC26FA9-7C8E-453B-B1A3-22167D8DF9AA}" presName="hierChild4" presStyleCnt="0"/>
      <dgm:spPr/>
    </dgm:pt>
    <dgm:pt modelId="{A38F4A6E-BA5B-4572-8F8A-0FF4CEE2E368}" type="pres">
      <dgm:prSet presAssocID="{0AC26FA9-7C8E-453B-B1A3-22167D8DF9AA}" presName="hierChild5" presStyleCnt="0"/>
      <dgm:spPr/>
    </dgm:pt>
    <dgm:pt modelId="{BAF74B42-2629-488F-9457-3348E89FAA4A}" type="pres">
      <dgm:prSet presAssocID="{9874B90E-E93C-4314-AF66-B779A9B6CAA5}" presName="hierChild5" presStyleCnt="0"/>
      <dgm:spPr/>
    </dgm:pt>
    <dgm:pt modelId="{04E18143-BC63-41F1-8F60-AB8F52092470}" type="pres">
      <dgm:prSet presAssocID="{01F4E4C0-F15B-49FB-B780-5F0C53D122D0}" presName="Name37" presStyleLbl="parChTrans1D2" presStyleIdx="4" presStyleCnt="6"/>
      <dgm:spPr/>
    </dgm:pt>
    <dgm:pt modelId="{A0ABCFA0-B7C5-4937-B230-4E89FF6A5BD6}" type="pres">
      <dgm:prSet presAssocID="{9DF1F688-7550-4182-94B7-2951EF110B17}" presName="hierRoot2" presStyleCnt="0">
        <dgm:presLayoutVars>
          <dgm:hierBranch val="hang"/>
        </dgm:presLayoutVars>
      </dgm:prSet>
      <dgm:spPr/>
    </dgm:pt>
    <dgm:pt modelId="{9397758F-840C-40D8-A33F-F5D38A30D6DE}" type="pres">
      <dgm:prSet presAssocID="{9DF1F688-7550-4182-94B7-2951EF110B17}" presName="rootComposite" presStyleCnt="0"/>
      <dgm:spPr/>
    </dgm:pt>
    <dgm:pt modelId="{B4429661-7AD5-476C-87F9-2A498E187F15}" type="pres">
      <dgm:prSet presAssocID="{9DF1F688-7550-4182-94B7-2951EF110B17}" presName="rootText" presStyleLbl="node2" presStyleIdx="4" presStyleCnt="5" custLinFactNeighborY="-10831">
        <dgm:presLayoutVars>
          <dgm:chPref val="3"/>
        </dgm:presLayoutVars>
      </dgm:prSet>
      <dgm:spPr/>
    </dgm:pt>
    <dgm:pt modelId="{A600247D-F8DF-42E6-873B-759298FF8EC8}" type="pres">
      <dgm:prSet presAssocID="{9DF1F688-7550-4182-94B7-2951EF110B17}" presName="rootConnector" presStyleLbl="node2" presStyleIdx="4" presStyleCnt="5"/>
      <dgm:spPr/>
    </dgm:pt>
    <dgm:pt modelId="{2721C8B9-83B1-4B5B-8A48-EFB902037F4C}" type="pres">
      <dgm:prSet presAssocID="{9DF1F688-7550-4182-94B7-2951EF110B17}" presName="hierChild4" presStyleCnt="0"/>
      <dgm:spPr/>
    </dgm:pt>
    <dgm:pt modelId="{71D90107-4CB5-4C3C-BBDE-41F66CF44395}" type="pres">
      <dgm:prSet presAssocID="{873392E1-9904-4393-83AE-3A460AEBAF88}" presName="Name48" presStyleLbl="parChTrans1D3" presStyleIdx="20" presStyleCnt="23"/>
      <dgm:spPr/>
    </dgm:pt>
    <dgm:pt modelId="{63A7F369-1214-4FC8-8DFA-E6ACB566A634}" type="pres">
      <dgm:prSet presAssocID="{109FD27B-6023-4720-B4CA-6FA5B743633C}" presName="hierRoot2" presStyleCnt="0">
        <dgm:presLayoutVars>
          <dgm:hierBranch val="init"/>
        </dgm:presLayoutVars>
      </dgm:prSet>
      <dgm:spPr/>
    </dgm:pt>
    <dgm:pt modelId="{E90FDE80-E6D1-4874-97B7-BC5A864E539D}" type="pres">
      <dgm:prSet presAssocID="{109FD27B-6023-4720-B4CA-6FA5B743633C}" presName="rootComposite" presStyleCnt="0"/>
      <dgm:spPr/>
    </dgm:pt>
    <dgm:pt modelId="{BEB52C7F-087C-4B22-9BE5-6F5BBB399037}" type="pres">
      <dgm:prSet presAssocID="{109FD27B-6023-4720-B4CA-6FA5B743633C}" presName="rootText" presStyleLbl="node3" presStyleIdx="20" presStyleCnt="23" custLinFactNeighborY="-10831">
        <dgm:presLayoutVars>
          <dgm:chPref val="3"/>
        </dgm:presLayoutVars>
      </dgm:prSet>
      <dgm:spPr/>
    </dgm:pt>
    <dgm:pt modelId="{179FECBA-26BA-4AC5-BE2B-FB76CADB5FE1}" type="pres">
      <dgm:prSet presAssocID="{109FD27B-6023-4720-B4CA-6FA5B743633C}" presName="rootConnector" presStyleLbl="node3" presStyleIdx="20" presStyleCnt="23"/>
      <dgm:spPr/>
    </dgm:pt>
    <dgm:pt modelId="{496684F5-DAE5-4977-A289-DCB12EF476A8}" type="pres">
      <dgm:prSet presAssocID="{109FD27B-6023-4720-B4CA-6FA5B743633C}" presName="hierChild4" presStyleCnt="0"/>
      <dgm:spPr/>
    </dgm:pt>
    <dgm:pt modelId="{9E76F811-BC60-44E0-A008-E62CC9D4389F}" type="pres">
      <dgm:prSet presAssocID="{109FD27B-6023-4720-B4CA-6FA5B743633C}" presName="hierChild5" presStyleCnt="0"/>
      <dgm:spPr/>
    </dgm:pt>
    <dgm:pt modelId="{53844A72-89D0-44A4-B46F-06F1D37CF3BF}" type="pres">
      <dgm:prSet presAssocID="{F26BE555-FB9F-4C53-A612-9D45910202F4}" presName="Name48" presStyleLbl="parChTrans1D3" presStyleIdx="21" presStyleCnt="23"/>
      <dgm:spPr/>
    </dgm:pt>
    <dgm:pt modelId="{712ECF22-4EF5-40D1-8EB3-A0A7422EC615}" type="pres">
      <dgm:prSet presAssocID="{9D5D9F02-5B6F-46A5-B58F-5D04FD1DAE71}" presName="hierRoot2" presStyleCnt="0">
        <dgm:presLayoutVars>
          <dgm:hierBranch val="init"/>
        </dgm:presLayoutVars>
      </dgm:prSet>
      <dgm:spPr/>
    </dgm:pt>
    <dgm:pt modelId="{E991F5A1-7818-478E-9E34-BCD244A28EC3}" type="pres">
      <dgm:prSet presAssocID="{9D5D9F02-5B6F-46A5-B58F-5D04FD1DAE71}" presName="rootComposite" presStyleCnt="0"/>
      <dgm:spPr/>
    </dgm:pt>
    <dgm:pt modelId="{78EE5090-326D-47D3-99D6-1767680D5CD5}" type="pres">
      <dgm:prSet presAssocID="{9D5D9F02-5B6F-46A5-B58F-5D04FD1DAE71}" presName="rootText" presStyleLbl="node3" presStyleIdx="21" presStyleCnt="23" custLinFactNeighborY="-10831">
        <dgm:presLayoutVars>
          <dgm:chPref val="3"/>
        </dgm:presLayoutVars>
      </dgm:prSet>
      <dgm:spPr/>
    </dgm:pt>
    <dgm:pt modelId="{829E4947-C5C8-4114-8371-E44F79CC11DA}" type="pres">
      <dgm:prSet presAssocID="{9D5D9F02-5B6F-46A5-B58F-5D04FD1DAE71}" presName="rootConnector" presStyleLbl="node3" presStyleIdx="21" presStyleCnt="23"/>
      <dgm:spPr/>
    </dgm:pt>
    <dgm:pt modelId="{D3930FD2-F354-4096-9E04-2839ADB55080}" type="pres">
      <dgm:prSet presAssocID="{9D5D9F02-5B6F-46A5-B58F-5D04FD1DAE71}" presName="hierChild4" presStyleCnt="0"/>
      <dgm:spPr/>
    </dgm:pt>
    <dgm:pt modelId="{A06B5806-D249-490C-B018-FD1E9762F531}" type="pres">
      <dgm:prSet presAssocID="{9D5D9F02-5B6F-46A5-B58F-5D04FD1DAE71}" presName="hierChild5" presStyleCnt="0"/>
      <dgm:spPr/>
    </dgm:pt>
    <dgm:pt modelId="{56A56958-9A40-485A-A74D-56CBE0F05224}" type="pres">
      <dgm:prSet presAssocID="{49C684AF-BCCD-4912-93ED-8D27F7DE118E}" presName="Name48" presStyleLbl="parChTrans1D3" presStyleIdx="22" presStyleCnt="23"/>
      <dgm:spPr/>
    </dgm:pt>
    <dgm:pt modelId="{395235FE-4613-4DF3-9585-6B28FCF558C7}" type="pres">
      <dgm:prSet presAssocID="{10B993C7-6992-4AB0-BFC8-8221128E138F}" presName="hierRoot2" presStyleCnt="0">
        <dgm:presLayoutVars>
          <dgm:hierBranch val="init"/>
        </dgm:presLayoutVars>
      </dgm:prSet>
      <dgm:spPr/>
    </dgm:pt>
    <dgm:pt modelId="{D7FE857D-CC2A-491C-8AB3-B3F66909A719}" type="pres">
      <dgm:prSet presAssocID="{10B993C7-6992-4AB0-BFC8-8221128E138F}" presName="rootComposite" presStyleCnt="0"/>
      <dgm:spPr/>
    </dgm:pt>
    <dgm:pt modelId="{76B4D692-3CCC-4286-A6D4-694D9BB7EEF2}" type="pres">
      <dgm:prSet presAssocID="{10B993C7-6992-4AB0-BFC8-8221128E138F}" presName="rootText" presStyleLbl="node3" presStyleIdx="22" presStyleCnt="23" custLinFactNeighborY="-10831">
        <dgm:presLayoutVars>
          <dgm:chPref val="3"/>
        </dgm:presLayoutVars>
      </dgm:prSet>
      <dgm:spPr/>
    </dgm:pt>
    <dgm:pt modelId="{6D4EFC2F-429D-4E06-AA12-DFAE66842B9D}" type="pres">
      <dgm:prSet presAssocID="{10B993C7-6992-4AB0-BFC8-8221128E138F}" presName="rootConnector" presStyleLbl="node3" presStyleIdx="22" presStyleCnt="23"/>
      <dgm:spPr/>
    </dgm:pt>
    <dgm:pt modelId="{E79D348E-EE41-40EB-939C-C51F155287FA}" type="pres">
      <dgm:prSet presAssocID="{10B993C7-6992-4AB0-BFC8-8221128E138F}" presName="hierChild4" presStyleCnt="0"/>
      <dgm:spPr/>
    </dgm:pt>
    <dgm:pt modelId="{53408366-C18D-4343-A2C2-231ABBDD1943}" type="pres">
      <dgm:prSet presAssocID="{10B993C7-6992-4AB0-BFC8-8221128E138F}" presName="hierChild5" presStyleCnt="0"/>
      <dgm:spPr/>
    </dgm:pt>
    <dgm:pt modelId="{B3B0AF63-C1AE-4227-8A72-D918EE91C59D}" type="pres">
      <dgm:prSet presAssocID="{9DF1F688-7550-4182-94B7-2951EF110B17}" presName="hierChild5" presStyleCnt="0"/>
      <dgm:spPr/>
    </dgm:pt>
    <dgm:pt modelId="{9F7AA095-6D27-4B4D-80E3-2A31D3B59CAA}" type="pres">
      <dgm:prSet presAssocID="{0C3A3553-281C-49A5-BF53-81BBF49887FB}" presName="hierChild3" presStyleCnt="0"/>
      <dgm:spPr/>
    </dgm:pt>
    <dgm:pt modelId="{92CFD5C0-1277-4771-9EFB-04875DC3BC07}" type="pres">
      <dgm:prSet presAssocID="{4531D368-23AD-4CF4-AABC-5D653C62E7CB}" presName="Name111" presStyleLbl="parChTrans1D2" presStyleIdx="5" presStyleCnt="6"/>
      <dgm:spPr/>
    </dgm:pt>
    <dgm:pt modelId="{52313535-9C0C-4084-A1CD-EFC440336E4E}" type="pres">
      <dgm:prSet presAssocID="{4C36E2FB-D602-496C-9298-264BE5D41A7E}" presName="hierRoot3" presStyleCnt="0">
        <dgm:presLayoutVars>
          <dgm:hierBranch val="init"/>
        </dgm:presLayoutVars>
      </dgm:prSet>
      <dgm:spPr/>
    </dgm:pt>
    <dgm:pt modelId="{200661D0-3D51-43E4-A18E-81FA8C903DFB}" type="pres">
      <dgm:prSet presAssocID="{4C36E2FB-D602-496C-9298-264BE5D41A7E}" presName="rootComposite3" presStyleCnt="0"/>
      <dgm:spPr/>
    </dgm:pt>
    <dgm:pt modelId="{41B71AA9-D83A-4C29-8B7B-1495C3D58671}" type="pres">
      <dgm:prSet presAssocID="{4C36E2FB-D602-496C-9298-264BE5D41A7E}" presName="rootText3" presStyleLbl="asst1" presStyleIdx="0" presStyleCnt="1" custScaleY="57221" custLinFactX="-38938" custLinFactNeighborX="-100000" custLinFactNeighborY="-3609">
        <dgm:presLayoutVars>
          <dgm:chPref val="3"/>
        </dgm:presLayoutVars>
      </dgm:prSet>
      <dgm:spPr/>
    </dgm:pt>
    <dgm:pt modelId="{54E43521-CD2F-40BB-89DC-42E0A63375DE}" type="pres">
      <dgm:prSet presAssocID="{4C36E2FB-D602-496C-9298-264BE5D41A7E}" presName="rootConnector3" presStyleLbl="asst1" presStyleIdx="0" presStyleCnt="1"/>
      <dgm:spPr/>
    </dgm:pt>
    <dgm:pt modelId="{7076395B-DB4A-4B7B-8D62-4B61DA966E2B}" type="pres">
      <dgm:prSet presAssocID="{4C36E2FB-D602-496C-9298-264BE5D41A7E}" presName="hierChild6" presStyleCnt="0"/>
      <dgm:spPr/>
    </dgm:pt>
    <dgm:pt modelId="{552657B0-8947-49FF-8DA3-55F5F9AD9633}" type="pres">
      <dgm:prSet presAssocID="{4C36E2FB-D602-496C-9298-264BE5D41A7E}" presName="hierChild7" presStyleCnt="0"/>
      <dgm:spPr/>
    </dgm:pt>
  </dgm:ptLst>
  <dgm:cxnLst>
    <dgm:cxn modelId="{FC53D804-8497-45C1-B555-FCFF147AC744}" type="presOf" srcId="{8DBCB83A-76AA-4D32-8A2C-C206E265BE68}" destId="{4D5AD634-8576-4630-89A1-F5327698EB83}" srcOrd="0" destOrd="0" presId="urn:microsoft.com/office/officeart/2005/8/layout/orgChart1"/>
    <dgm:cxn modelId="{F8F0DB05-D1F7-4BB9-AE63-7653BFAEDB1B}" type="presOf" srcId="{4D46409C-4624-4C06-B2E1-C3BAA02382E9}" destId="{EAE917F0-172E-4CCA-9A96-1116730BB12E}" srcOrd="0" destOrd="0" presId="urn:microsoft.com/office/officeart/2005/8/layout/orgChart1"/>
    <dgm:cxn modelId="{C64EB508-CDB4-4B27-B9AF-4C3FBD05B4BA}" type="presOf" srcId="{C341A82D-4A06-4D1E-84DB-9EBED6907781}" destId="{86DD0C51-E363-4891-B482-F885849FDE9C}" srcOrd="0" destOrd="0" presId="urn:microsoft.com/office/officeart/2005/8/layout/orgChart1"/>
    <dgm:cxn modelId="{B989D409-BCAB-4009-A0EC-7A7561B9C208}" type="presOf" srcId="{EC5521D5-ED50-4113-BE80-151296517B2D}" destId="{5500BD40-42D5-409A-AD18-06A3A6EEF087}" srcOrd="0" destOrd="0" presId="urn:microsoft.com/office/officeart/2005/8/layout/orgChart1"/>
    <dgm:cxn modelId="{44124B0D-EB0E-4C5D-A5E9-DE1AA0802C1B}" type="presOf" srcId="{310417DC-9F61-4870-8921-E7B67B98A29A}" destId="{AA3FB8FA-69AF-4BD0-A414-433B542BF5F0}" srcOrd="0" destOrd="0" presId="urn:microsoft.com/office/officeart/2005/8/layout/orgChart1"/>
    <dgm:cxn modelId="{72741210-D37A-4B03-95DC-2E3366967DD6}" type="presOf" srcId="{DA16A443-D3A6-493F-93A6-69CC73236188}" destId="{8A8DB0CA-981C-484C-B547-73A78776E4A4}" srcOrd="0" destOrd="0" presId="urn:microsoft.com/office/officeart/2005/8/layout/orgChart1"/>
    <dgm:cxn modelId="{6EFF3814-E935-44C3-A245-1884A9C07687}" type="presOf" srcId="{0C3A3553-281C-49A5-BF53-81BBF49887FB}" destId="{88AF3709-CB60-4221-BCE8-3D075F1A3EF1}" srcOrd="1" destOrd="0" presId="urn:microsoft.com/office/officeart/2005/8/layout/orgChart1"/>
    <dgm:cxn modelId="{D890AD14-428B-4D08-AF95-3D727D949A4E}" type="presOf" srcId="{416F3491-AE5C-4196-A2BB-81152A3BF944}" destId="{D4D423F3-7A56-4607-8E83-734FB2520271}" srcOrd="0" destOrd="0" presId="urn:microsoft.com/office/officeart/2005/8/layout/orgChart1"/>
    <dgm:cxn modelId="{A7F9DA14-9411-4248-B6F5-21F893CB5DBF}" type="presOf" srcId="{24BF3AA7-6172-42DA-8C47-3DF6B3018A95}" destId="{91FEB3FC-E9A2-4FC3-B613-63A602AB21AD}" srcOrd="1" destOrd="0" presId="urn:microsoft.com/office/officeart/2005/8/layout/orgChart1"/>
    <dgm:cxn modelId="{5E108B1A-FAAA-42C7-A616-84E3D6CF43A7}" type="presOf" srcId="{BEC372A3-D207-45C4-A8F8-685B3ED806D3}" destId="{E324DE3E-714C-42A9-BF87-98086EF4918A}" srcOrd="0" destOrd="0" presId="urn:microsoft.com/office/officeart/2005/8/layout/orgChart1"/>
    <dgm:cxn modelId="{B688A01B-A649-406D-BD94-264FE294E70B}" srcId="{F3C63C10-00C0-4F3D-8790-295271C0C286}" destId="{4D46409C-4624-4C06-B2E1-C3BAA02382E9}" srcOrd="5" destOrd="0" parTransId="{DD076530-97C2-4838-B5A8-65844AA68521}" sibTransId="{7C46CDE9-6D3B-4CDD-92C0-B8189787E6D8}"/>
    <dgm:cxn modelId="{2165941D-7C38-400C-9F46-973A10128040}" type="presOf" srcId="{C341A82D-4A06-4D1E-84DB-9EBED6907781}" destId="{0A481FE7-0C1B-479C-969A-7CE7991D7C62}" srcOrd="1" destOrd="0" presId="urn:microsoft.com/office/officeart/2005/8/layout/orgChart1"/>
    <dgm:cxn modelId="{49000120-2D6D-48D1-80C9-174957C647A1}" type="presOf" srcId="{9B48039A-B7E0-4953-BA7C-576AC48C440C}" destId="{57D93AA6-CDE6-4B8A-9346-68B9AFD484C7}" srcOrd="0" destOrd="0" presId="urn:microsoft.com/office/officeart/2005/8/layout/orgChart1"/>
    <dgm:cxn modelId="{42D98720-14CC-4094-BA64-8C16DA9809FC}" srcId="{9DF1F688-7550-4182-94B7-2951EF110B17}" destId="{109FD27B-6023-4720-B4CA-6FA5B743633C}" srcOrd="0" destOrd="0" parTransId="{873392E1-9904-4393-83AE-3A460AEBAF88}" sibTransId="{82C69D60-5622-4BEC-92D0-9D12F29A7ADC}"/>
    <dgm:cxn modelId="{E35DA924-11A9-4B80-8D49-4C72EC097AE3}" type="presOf" srcId="{70DB1619-B2F3-4446-A777-33541D9BB6DD}" destId="{B05D6B20-139D-4F4C-BFF6-CDB75B02892D}" srcOrd="1" destOrd="0" presId="urn:microsoft.com/office/officeart/2005/8/layout/orgChart1"/>
    <dgm:cxn modelId="{7D09E725-0D92-42B5-9D4B-D4FBBC5DF4CF}" type="presOf" srcId="{F3C63C10-00C0-4F3D-8790-295271C0C286}" destId="{D8F8A877-F393-4120-81B9-2C9745B267DC}" srcOrd="1" destOrd="0" presId="urn:microsoft.com/office/officeart/2005/8/layout/orgChart1"/>
    <dgm:cxn modelId="{A68A5027-2776-4D8B-9C57-5D0FCC901232}" srcId="{9874B90E-E93C-4314-AF66-B779A9B6CAA5}" destId="{2287BE17-ECB1-4DF2-BE34-E6D9F26267F6}" srcOrd="2" destOrd="0" parTransId="{08D2BA5C-E9F9-4C9A-B53C-B71B0A220700}" sibTransId="{7902A566-0056-453C-95E6-67D046184C83}"/>
    <dgm:cxn modelId="{A2873D28-AF84-47BD-A7AC-A561B19CB4AE}" type="presOf" srcId="{6E003BBE-94B5-4760-A7ED-64A6428A4D5A}" destId="{B84FE66F-B59E-45D2-A330-F2BC2E5FE8C4}" srcOrd="1" destOrd="0" presId="urn:microsoft.com/office/officeart/2005/8/layout/orgChart1"/>
    <dgm:cxn modelId="{8F9EF528-3D7A-455D-BF81-FB7FE761ECCC}" type="presOf" srcId="{7163C32B-5589-41AA-92AE-0F47BE677506}" destId="{BE8E3DCB-E390-4E6E-90F0-DD0A69C85F9A}" srcOrd="0" destOrd="0" presId="urn:microsoft.com/office/officeart/2005/8/layout/orgChart1"/>
    <dgm:cxn modelId="{89320329-D3F2-4035-AEA7-EB76AC2377DC}" srcId="{0C3A3553-281C-49A5-BF53-81BBF49887FB}" destId="{4C36E2FB-D602-496C-9298-264BE5D41A7E}" srcOrd="0" destOrd="0" parTransId="{4531D368-23AD-4CF4-AABC-5D653C62E7CB}" sibTransId="{2720EEBD-8419-4E6F-9A37-89D7BF08D3EA}"/>
    <dgm:cxn modelId="{393C7F2A-F537-4E31-9D0A-B4A5C59278F1}" type="presOf" srcId="{F061CA3C-4EB9-49DF-8F82-86BAB3DBEA52}" destId="{8661AFE2-A665-43D3-96FA-CD312A3D7265}" srcOrd="0" destOrd="0" presId="urn:microsoft.com/office/officeart/2005/8/layout/orgChart1"/>
    <dgm:cxn modelId="{B045C12A-57D7-4E2B-AD4B-DB1052F9E7A7}" type="presOf" srcId="{98990DE0-322C-4F3D-B888-2C5A8A249749}" destId="{D3882533-9894-4510-8627-717CDE9B11D9}" srcOrd="0" destOrd="0" presId="urn:microsoft.com/office/officeart/2005/8/layout/orgChart1"/>
    <dgm:cxn modelId="{A5E11F2B-437E-420C-8BA0-389452F37953}" type="presOf" srcId="{01F4E4C0-F15B-49FB-B780-5F0C53D122D0}" destId="{04E18143-BC63-41F1-8F60-AB8F52092470}" srcOrd="0" destOrd="0" presId="urn:microsoft.com/office/officeart/2005/8/layout/orgChart1"/>
    <dgm:cxn modelId="{2EBEE52B-5818-4BAE-BD25-EFE84AB87747}" type="presOf" srcId="{12105060-BB7A-47F0-A4F7-185121772BA3}" destId="{4761ED70-DC7A-4522-82BF-B2DBE3BB4500}" srcOrd="0" destOrd="0" presId="urn:microsoft.com/office/officeart/2005/8/layout/orgChart1"/>
    <dgm:cxn modelId="{26A4212D-6B94-41E0-B355-0DE0F221E7EC}" type="presOf" srcId="{2287BE17-ECB1-4DF2-BE34-E6D9F26267F6}" destId="{02B36B46-C2EF-45A8-9024-CBEF07B2E599}" srcOrd="0" destOrd="0" presId="urn:microsoft.com/office/officeart/2005/8/layout/orgChart1"/>
    <dgm:cxn modelId="{EE284531-9048-42C0-AACF-E75352EC121C}" srcId="{9DF1F688-7550-4182-94B7-2951EF110B17}" destId="{10B993C7-6992-4AB0-BFC8-8221128E138F}" srcOrd="2" destOrd="0" parTransId="{49C684AF-BCCD-4912-93ED-8D27F7DE118E}" sibTransId="{CA318563-7678-4305-80A4-BB3325B69EB8}"/>
    <dgm:cxn modelId="{6DA4DC32-56FC-4FAD-AA71-A7F322965102}" srcId="{2F9D91ED-D58E-4C61-994B-2C1AE1B6C1E9}" destId="{0C923C40-0C31-4362-85D6-F9EFCD937218}" srcOrd="1" destOrd="0" parTransId="{005F3C6F-97DB-4781-BB9D-3A69D910184A}" sibTransId="{4D815E98-81E6-4CB3-BB4C-8674E66F43FC}"/>
    <dgm:cxn modelId="{E3F87134-8BCD-4237-B66E-7EE30965BAF9}" type="presOf" srcId="{0C923C40-0C31-4362-85D6-F9EFCD937218}" destId="{F75060B9-B568-4A93-8782-B1682E2903B9}" srcOrd="1" destOrd="0" presId="urn:microsoft.com/office/officeart/2005/8/layout/orgChart1"/>
    <dgm:cxn modelId="{33DEAE35-3E54-4762-A812-CDF92D8014C7}" type="presOf" srcId="{41A5C2E3-E4D4-477A-AB68-89EB304F509E}" destId="{FBF81B54-B16E-496D-B67F-15BD15FEBE0E}" srcOrd="0" destOrd="0" presId="urn:microsoft.com/office/officeart/2005/8/layout/orgChart1"/>
    <dgm:cxn modelId="{57894340-110C-4897-9679-9FD6E8488AFC}" type="presOf" srcId="{0C923C40-0C31-4362-85D6-F9EFCD937218}" destId="{E26D08DE-E16F-4A70-8D73-6F9755949632}" srcOrd="0" destOrd="0" presId="urn:microsoft.com/office/officeart/2005/8/layout/orgChart1"/>
    <dgm:cxn modelId="{22CE195B-8D7D-420A-B5CC-F5A7EBE7DC22}" type="presOf" srcId="{79318C23-94C9-4470-9F8F-F7AE81942100}" destId="{70C8AF46-D74E-4B9E-9FAD-A9E680E03209}" srcOrd="0" destOrd="0" presId="urn:microsoft.com/office/officeart/2005/8/layout/orgChart1"/>
    <dgm:cxn modelId="{3C22DA5E-2183-4535-9326-91624804720A}" srcId="{F3C63C10-00C0-4F3D-8790-295271C0C286}" destId="{774A58FD-7FAB-4D46-BAFA-C9308A756F53}" srcOrd="7" destOrd="0" parTransId="{41A5C2E3-E4D4-477A-AB68-89EB304F509E}" sibTransId="{C79471BB-5C3C-4610-9F71-51506D7E4B33}"/>
    <dgm:cxn modelId="{ACFA6860-9535-46AC-992E-FC0AB58D6787}" srcId="{2F9D91ED-D58E-4C61-994B-2C1AE1B6C1E9}" destId="{B8850068-4C90-46CB-9BCB-373D323FC66C}" srcOrd="3" destOrd="0" parTransId="{4D5484EE-7E5E-4D1F-8881-18160FEB78A6}" sibTransId="{AEB4A78D-C931-484E-8911-F701C733AC52}"/>
    <dgm:cxn modelId="{17CEF060-5C5D-4484-B18E-1CA8C110751A}" type="presOf" srcId="{F26BE555-FB9F-4C53-A612-9D45910202F4}" destId="{53844A72-89D0-44A4-B46F-06F1D37CF3BF}" srcOrd="0" destOrd="0" presId="urn:microsoft.com/office/officeart/2005/8/layout/orgChart1"/>
    <dgm:cxn modelId="{0E941262-5BFB-4726-AAD0-64E5943BC356}" type="presOf" srcId="{10B993C7-6992-4AB0-BFC8-8221128E138F}" destId="{6D4EFC2F-429D-4E06-AA12-DFAE66842B9D}" srcOrd="1" destOrd="0" presId="urn:microsoft.com/office/officeart/2005/8/layout/orgChart1"/>
    <dgm:cxn modelId="{15885042-8E07-4197-B627-AC8FB6A81CAF}" srcId="{0C3A3553-281C-49A5-BF53-81BBF49887FB}" destId="{9DF1F688-7550-4182-94B7-2951EF110B17}" srcOrd="5" destOrd="0" parTransId="{01F4E4C0-F15B-49FB-B780-5F0C53D122D0}" sibTransId="{1CA96314-0579-4B72-A3A9-D4820D193AFC}"/>
    <dgm:cxn modelId="{D17EAE42-9974-4058-9683-EDAA8E56008D}" type="presOf" srcId="{1BB7A27D-032A-43A8-8D30-0B0EFE9B94A7}" destId="{84BA28FF-D8C3-46A3-A863-FDE0CF9B3942}" srcOrd="0" destOrd="0" presId="urn:microsoft.com/office/officeart/2005/8/layout/orgChart1"/>
    <dgm:cxn modelId="{DF7E6F43-F349-4552-A2AE-B0766D54B20D}" srcId="{0C3A3553-281C-49A5-BF53-81BBF49887FB}" destId="{F3C63C10-00C0-4F3D-8790-295271C0C286}" srcOrd="1" destOrd="0" parTransId="{8DBCB83A-76AA-4D32-8A2C-C206E265BE68}" sibTransId="{C211DEC7-584A-4457-9A16-1FECA7282B1C}"/>
    <dgm:cxn modelId="{DDC89943-3B4F-4F07-9002-8180083B2DDD}" type="presOf" srcId="{109FD27B-6023-4720-B4CA-6FA5B743633C}" destId="{BEB52C7F-087C-4B22-9BE5-6F5BBB399037}" srcOrd="0" destOrd="0" presId="urn:microsoft.com/office/officeart/2005/8/layout/orgChart1"/>
    <dgm:cxn modelId="{25784F65-9AD4-4605-A662-94DBBD609567}" type="presOf" srcId="{0AC26FA9-7C8E-453B-B1A3-22167D8DF9AA}" destId="{746261CE-A398-44B3-8060-8C6862FDAA7C}" srcOrd="1" destOrd="0" presId="urn:microsoft.com/office/officeart/2005/8/layout/orgChart1"/>
    <dgm:cxn modelId="{9E7DB145-30FC-4F36-B95A-74C5C1BB23A0}" type="presOf" srcId="{24BF3AA7-6172-42DA-8C47-3DF6B3018A95}" destId="{C9A41580-F795-4EB5-B914-AA59EC206EB0}" srcOrd="0" destOrd="0" presId="urn:microsoft.com/office/officeart/2005/8/layout/orgChart1"/>
    <dgm:cxn modelId="{7217D345-4F84-4285-8694-FC19CEFC13E8}" srcId="{2F9D91ED-D58E-4C61-994B-2C1AE1B6C1E9}" destId="{C341A82D-4A06-4D1E-84DB-9EBED6907781}" srcOrd="2" destOrd="0" parTransId="{12105060-BB7A-47F0-A4F7-185121772BA3}" sibTransId="{3B4070CD-3E79-4F2D-80E5-FC063AAFA5FF}"/>
    <dgm:cxn modelId="{6CF3EA46-01CF-46D7-85A5-39CA8B493A12}" srcId="{0C3A3553-281C-49A5-BF53-81BBF49887FB}" destId="{9874B90E-E93C-4314-AF66-B779A9B6CAA5}" srcOrd="4" destOrd="0" parTransId="{F061CA3C-4EB9-49DF-8F82-86BAB3DBEA52}" sibTransId="{050D694E-1D3C-40A0-9B17-B040AE86D3E5}"/>
    <dgm:cxn modelId="{3E5A5569-225A-4940-AAE6-1060ECF5CF50}" type="presOf" srcId="{1C1AA5D3-ED56-4C58-B37D-B1A634D9D968}" destId="{CAFEEA2B-BEE7-4674-8F35-C20958E985FA}" srcOrd="1" destOrd="0" presId="urn:microsoft.com/office/officeart/2005/8/layout/orgChart1"/>
    <dgm:cxn modelId="{5D15BC69-3A9F-4943-A901-B4C8D531BEBC}" type="presOf" srcId="{9874B90E-E93C-4314-AF66-B779A9B6CAA5}" destId="{AD13D8B3-C328-422B-88E8-09DB30315653}" srcOrd="0" destOrd="0" presId="urn:microsoft.com/office/officeart/2005/8/layout/orgChart1"/>
    <dgm:cxn modelId="{0B43D249-4240-44CF-90BD-126E56545E97}" type="presOf" srcId="{D1B1E1F5-80AD-4EBC-BC9E-E5A533B4A939}" destId="{597A9E3E-6DF7-4E51-814A-47442653381C}" srcOrd="0" destOrd="0" presId="urn:microsoft.com/office/officeart/2005/8/layout/orgChart1"/>
    <dgm:cxn modelId="{1921226B-1D49-4209-87A7-C8E81755AC01}" type="presOf" srcId="{4C36E2FB-D602-496C-9298-264BE5D41A7E}" destId="{54E43521-CD2F-40BB-89DC-42E0A63375DE}" srcOrd="1" destOrd="0" presId="urn:microsoft.com/office/officeart/2005/8/layout/orgChart1"/>
    <dgm:cxn modelId="{2997EA4E-6A01-4355-A432-17AE98690FFD}" type="presOf" srcId="{9874B90E-E93C-4314-AF66-B779A9B6CAA5}" destId="{26A01350-9576-45EA-A030-0F6700B0DB39}" srcOrd="1" destOrd="0" presId="urn:microsoft.com/office/officeart/2005/8/layout/orgChart1"/>
    <dgm:cxn modelId="{2722DA72-53ED-4C20-A1E7-E2609FBB1937}" type="presOf" srcId="{93D4CEE4-9591-4F2F-A472-05EC564C64B8}" destId="{84E452DB-8EC7-4AD1-92C1-F5923EC635A6}" srcOrd="0" destOrd="0" presId="urn:microsoft.com/office/officeart/2005/8/layout/orgChart1"/>
    <dgm:cxn modelId="{8A2F4673-F5C9-4810-AB35-1F2789542EA9}" type="presOf" srcId="{F3C63C10-00C0-4F3D-8790-295271C0C286}" destId="{BB775343-29A6-4A68-84A2-5C8210748DE0}" srcOrd="0" destOrd="0" presId="urn:microsoft.com/office/officeart/2005/8/layout/orgChart1"/>
    <dgm:cxn modelId="{A2E36256-57A5-4446-8E02-D2C22D92F7A9}" type="presOf" srcId="{0B11A7ED-D05F-49A3-8342-2572D41C3EA3}" destId="{318D4026-35C3-42D8-9631-9672C1F36F2A}" srcOrd="1" destOrd="0" presId="urn:microsoft.com/office/officeart/2005/8/layout/orgChart1"/>
    <dgm:cxn modelId="{9053E676-D879-4EF3-866C-F4CBF2E5167A}" type="presOf" srcId="{10B993C7-6992-4AB0-BFC8-8221128E138F}" destId="{76B4D692-3CCC-4286-A6D4-694D9BB7EEF2}" srcOrd="0" destOrd="0" presId="urn:microsoft.com/office/officeart/2005/8/layout/orgChart1"/>
    <dgm:cxn modelId="{03E84F5A-8E7E-4FF9-BA18-C746F68A86FA}" type="presOf" srcId="{D1B1E1F5-80AD-4EBC-BC9E-E5A533B4A939}" destId="{CCFB64CB-290A-4803-B91E-2628F1A1F91A}" srcOrd="1" destOrd="0" presId="urn:microsoft.com/office/officeart/2005/8/layout/orgChart1"/>
    <dgm:cxn modelId="{09FFD77D-175D-4C00-BA32-4E3028A217CA}" srcId="{9874B90E-E93C-4314-AF66-B779A9B6CAA5}" destId="{98990DE0-322C-4F3D-B888-2C5A8A249749}" srcOrd="0" destOrd="0" parTransId="{56EFB7A3-D014-4916-A9BB-55DC4E709CDC}" sibTransId="{8E47C620-35CB-4415-B03A-FF56AABF5DD3}"/>
    <dgm:cxn modelId="{6F9B1285-C99B-4220-85B0-9D7C2D0974EA}" srcId="{0C3A3553-281C-49A5-BF53-81BBF49887FB}" destId="{79318C23-94C9-4470-9F8F-F7AE81942100}" srcOrd="2" destOrd="0" parTransId="{7163C32B-5589-41AA-92AE-0F47BE677506}" sibTransId="{B644FBEF-87C0-4283-9409-7D9D8E00364B}"/>
    <dgm:cxn modelId="{C7D54787-CD6A-4876-B3BE-E714F2E964BE}" type="presOf" srcId="{E25CD8D4-9807-453C-B492-65ADC2C598F6}" destId="{D9C3AE83-8D6C-448E-A377-18E4797BD227}" srcOrd="0" destOrd="0" presId="urn:microsoft.com/office/officeart/2005/8/layout/orgChart1"/>
    <dgm:cxn modelId="{B67C318B-962B-4F3D-A03B-C062B83C8E06}" type="presOf" srcId="{D67D8175-2198-432A-8C11-F047C8FC6666}" destId="{BD4793B7-8D94-465B-B7F2-11DEB258BCDA}" srcOrd="0" destOrd="0" presId="urn:microsoft.com/office/officeart/2005/8/layout/orgChart1"/>
    <dgm:cxn modelId="{B225DA8E-D48F-4EF6-BBB4-AFFC1C9E40D8}" type="presOf" srcId="{1C1AA5D3-ED56-4C58-B37D-B1A634D9D968}" destId="{C1263ADC-A18A-4066-825F-4BA9B4F30366}" srcOrd="0" destOrd="0" presId="urn:microsoft.com/office/officeart/2005/8/layout/orgChart1"/>
    <dgm:cxn modelId="{8F26DC8E-24B9-414C-AA0D-5770B5AC7376}" srcId="{9874B90E-E93C-4314-AF66-B779A9B6CAA5}" destId="{70DB1619-B2F3-4446-A777-33541D9BB6DD}" srcOrd="4" destOrd="0" parTransId="{A5B1E445-533E-47B2-A10D-09953CED781C}" sibTransId="{8CE8453B-D09F-48EB-9370-F6AF154C5846}"/>
    <dgm:cxn modelId="{B3EFE390-CEDF-4EB1-B25C-ADBC319ED193}" type="presOf" srcId="{7BD28649-3B08-4BEB-A809-B4958AEDFD00}" destId="{06FF78A1-6542-4DE0-9ADE-3B63C2ED9B8F}" srcOrd="0" destOrd="0" presId="urn:microsoft.com/office/officeart/2005/8/layout/orgChart1"/>
    <dgm:cxn modelId="{D7FE7F92-843F-415F-9E46-B6A2755538D7}" srcId="{F3C63C10-00C0-4F3D-8790-295271C0C286}" destId="{D67D8175-2198-432A-8C11-F047C8FC6666}" srcOrd="2" destOrd="0" parTransId="{7BD28649-3B08-4BEB-A809-B4958AEDFD00}" sibTransId="{63FCE1B9-D805-4F54-A22C-AAFFAE0C14AF}"/>
    <dgm:cxn modelId="{2DD07B9A-DBDB-4C01-B171-ECFC110BA2E1}" srcId="{0C3A3553-281C-49A5-BF53-81BBF49887FB}" destId="{2F9D91ED-D58E-4C61-994B-2C1AE1B6C1E9}" srcOrd="3" destOrd="0" parTransId="{D79CB7C7-0813-4E44-8865-BEFCEF0AC373}" sibTransId="{6C5FA825-A980-4EEF-BBD9-2787FED4D56D}"/>
    <dgm:cxn modelId="{26A7999B-A3B0-479E-B915-DFCDCC06AB21}" type="presOf" srcId="{F05BE172-3C69-49D7-A3A1-EED5E12244F0}" destId="{8000E4C1-89C6-4D5E-9400-0B4E6AD39E30}" srcOrd="0" destOrd="0" presId="urn:microsoft.com/office/officeart/2005/8/layout/orgChart1"/>
    <dgm:cxn modelId="{D549859C-FF48-4261-BF75-A4F9F0EC15A8}" srcId="{F3C63C10-00C0-4F3D-8790-295271C0C286}" destId="{DFF6A649-29E2-4856-AF75-1276B43285A5}" srcOrd="3" destOrd="0" parTransId="{D1EDD416-9A93-47BC-80DF-9FAC8F073D77}" sibTransId="{A60EAC76-5040-45A1-9D01-E58CC7DEA132}"/>
    <dgm:cxn modelId="{3E72FA9D-8F5D-42D8-9522-37389A1E5472}" type="presOf" srcId="{56EFB7A3-D014-4916-A9BB-55DC4E709CDC}" destId="{527AB4F6-2C01-48A3-B8F7-40C42D161BE6}" srcOrd="0" destOrd="0" presId="urn:microsoft.com/office/officeart/2005/8/layout/orgChart1"/>
    <dgm:cxn modelId="{B7F7F7A1-1152-4024-A25F-862279100970}" srcId="{F3C63C10-00C0-4F3D-8790-295271C0C286}" destId="{0B11A7ED-D05F-49A3-8342-2572D41C3EA3}" srcOrd="0" destOrd="0" parTransId="{BEC372A3-D207-45C4-A8F8-685B3ED806D3}" sibTransId="{653E8B52-69DF-4689-8B6D-2710FDD68659}"/>
    <dgm:cxn modelId="{F7CA62A4-B33D-4CB2-9BA9-3DFC135F8A03}" type="presOf" srcId="{98990DE0-322C-4F3D-B888-2C5A8A249749}" destId="{BD7D9685-2976-44B8-83E7-7AE89E801ED3}" srcOrd="1" destOrd="0" presId="urn:microsoft.com/office/officeart/2005/8/layout/orgChart1"/>
    <dgm:cxn modelId="{372F31A5-335B-4301-8AE8-D28E89DF595A}" type="presOf" srcId="{109FD27B-6023-4720-B4CA-6FA5B743633C}" destId="{179FECBA-26BA-4AC5-BE2B-FB76CADB5FE1}" srcOrd="1" destOrd="0" presId="urn:microsoft.com/office/officeart/2005/8/layout/orgChart1"/>
    <dgm:cxn modelId="{795C48A7-E67F-4BA7-B40C-06B1FFCF6A77}" type="presOf" srcId="{79318C23-94C9-4470-9F8F-F7AE81942100}" destId="{EBBDE8C4-3C3A-4F13-8D4D-4B5BDDCF074B}" srcOrd="1" destOrd="0" presId="urn:microsoft.com/office/officeart/2005/8/layout/orgChart1"/>
    <dgm:cxn modelId="{AD0D4CA7-15B6-48D0-8E40-EEAC31682FFD}" type="presOf" srcId="{4531D368-23AD-4CF4-AABC-5D653C62E7CB}" destId="{92CFD5C0-1277-4771-9EFB-04875DC3BC07}" srcOrd="0" destOrd="0" presId="urn:microsoft.com/office/officeart/2005/8/layout/orgChart1"/>
    <dgm:cxn modelId="{09E0B0AB-8097-4EA7-B494-6163BB80F975}" type="presOf" srcId="{9D5D9F02-5B6F-46A5-B58F-5D04FD1DAE71}" destId="{829E4947-C5C8-4114-8371-E44F79CC11DA}" srcOrd="1" destOrd="0" presId="urn:microsoft.com/office/officeart/2005/8/layout/orgChart1"/>
    <dgm:cxn modelId="{910604AC-2A88-4D69-A3B1-804172EA2C71}" type="presOf" srcId="{C09F6F34-7B8D-4C4E-94FF-58FDC030311C}" destId="{DB663C79-E167-4AE4-A9E4-37C4C0763B33}" srcOrd="1" destOrd="0" presId="urn:microsoft.com/office/officeart/2005/8/layout/orgChart1"/>
    <dgm:cxn modelId="{B0844CAD-4DCC-4241-BD6E-B8377B0A3547}" type="presOf" srcId="{92F9358E-AD01-4B4F-BAB3-99338D8E4CFF}" destId="{60C58ABE-DDB1-4A57-8BA6-BA7F2D2AA879}" srcOrd="0" destOrd="0" presId="urn:microsoft.com/office/officeart/2005/8/layout/orgChart1"/>
    <dgm:cxn modelId="{82936DAD-91FE-4B99-86FE-DF4B39EE03A9}" type="presOf" srcId="{873392E1-9904-4393-83AE-3A460AEBAF88}" destId="{71D90107-4CB5-4C3C-BBDE-41F66CF44395}" srcOrd="0" destOrd="0" presId="urn:microsoft.com/office/officeart/2005/8/layout/orgChart1"/>
    <dgm:cxn modelId="{5ECBB0AF-F6EE-4099-B5DF-1523EC5F9ACA}" type="presOf" srcId="{B8850068-4C90-46CB-9BCB-373D323FC66C}" destId="{E671BAD0-69C7-4FBC-84CC-C99C3712D814}" srcOrd="1" destOrd="0" presId="urn:microsoft.com/office/officeart/2005/8/layout/orgChart1"/>
    <dgm:cxn modelId="{FB0776B1-BF04-4B92-BF2C-44D846FDB7A4}" type="presOf" srcId="{6E003BBE-94B5-4760-A7ED-64A6428A4D5A}" destId="{C9E8744D-C533-4DAB-98B7-EFF7D0C77DE2}" srcOrd="0" destOrd="0" presId="urn:microsoft.com/office/officeart/2005/8/layout/orgChart1"/>
    <dgm:cxn modelId="{C950B3B7-B735-4A5D-A535-6EEB3F5B1ABB}" type="presOf" srcId="{4C36E2FB-D602-496C-9298-264BE5D41A7E}" destId="{41B71AA9-D83A-4C29-8B7B-1495C3D58671}" srcOrd="0" destOrd="0" presId="urn:microsoft.com/office/officeart/2005/8/layout/orgChart1"/>
    <dgm:cxn modelId="{C15822BB-4505-480E-AB5E-3440D6B95A20}" type="presOf" srcId="{08AD62B3-204C-4A37-9EBD-78623136DD49}" destId="{A892B15A-1156-4CA3-A1B1-F8CB9E589B54}" srcOrd="1" destOrd="0" presId="urn:microsoft.com/office/officeart/2005/8/layout/orgChart1"/>
    <dgm:cxn modelId="{E18D19BC-6F12-48BB-83AF-E5DCF9F10D41}" type="presOf" srcId="{C09F6F34-7B8D-4C4E-94FF-58FDC030311C}" destId="{400A3A4E-A2F5-442E-8110-4F184315BBEF}" srcOrd="0" destOrd="0" presId="urn:microsoft.com/office/officeart/2005/8/layout/orgChart1"/>
    <dgm:cxn modelId="{CDC5C6BC-3A40-4313-9DF4-32372816CFCA}" srcId="{F3C63C10-00C0-4F3D-8790-295271C0C286}" destId="{D1B1E1F5-80AD-4EBC-BC9E-E5A533B4A939}" srcOrd="1" destOrd="0" parTransId="{39C61EAF-ECE2-4CE1-A658-4597480CEC99}" sibTransId="{69CB7B00-9F32-4C2F-BD7E-32EECCFFE631}"/>
    <dgm:cxn modelId="{8B44CEBD-9407-4D5B-8F7E-597708B285F2}" srcId="{416F3491-AE5C-4196-A2BB-81152A3BF944}" destId="{0C3A3553-281C-49A5-BF53-81BBF49887FB}" srcOrd="0" destOrd="0" parTransId="{9041B030-4BFF-497B-B7E3-32481A06E07B}" sibTransId="{7C2EF56E-9171-4F92-A7F5-B1D68A7F8D0F}"/>
    <dgm:cxn modelId="{EF562EBE-1398-4904-94DB-AF2F0CE6A0E4}" type="presOf" srcId="{DD076530-97C2-4838-B5A8-65844AA68521}" destId="{3EC10B84-4BA5-4633-8CBE-A6A205316C2B}" srcOrd="0" destOrd="0" presId="urn:microsoft.com/office/officeart/2005/8/layout/orgChart1"/>
    <dgm:cxn modelId="{519296BE-988F-487E-81C9-59FD8F2F0040}" type="presOf" srcId="{B8850068-4C90-46CB-9BCB-373D323FC66C}" destId="{AD50F521-9A6C-4A10-9A3A-635039DAF7FA}" srcOrd="0" destOrd="0" presId="urn:microsoft.com/office/officeart/2005/8/layout/orgChart1"/>
    <dgm:cxn modelId="{71B837BF-CF83-4E52-917B-091A34CD7275}" type="presOf" srcId="{774A58FD-7FAB-4D46-BAFA-C9308A756F53}" destId="{F149DCE8-4CAC-4462-8749-AA80E493875B}" srcOrd="1" destOrd="0" presId="urn:microsoft.com/office/officeart/2005/8/layout/orgChart1"/>
    <dgm:cxn modelId="{0192B4C0-A9B6-4244-ADA4-75FB9EC81A86}" type="presOf" srcId="{D79CB7C7-0813-4E44-8865-BEFCEF0AC373}" destId="{91F4CE45-97ED-49C9-9B75-E55DF5286C8D}" srcOrd="0" destOrd="0" presId="urn:microsoft.com/office/officeart/2005/8/layout/orgChart1"/>
    <dgm:cxn modelId="{29500FC1-BBE3-4176-AD68-A08C09892B04}" srcId="{9DF1F688-7550-4182-94B7-2951EF110B17}" destId="{9D5D9F02-5B6F-46A5-B58F-5D04FD1DAE71}" srcOrd="1" destOrd="0" parTransId="{F26BE555-FB9F-4C53-A612-9D45910202F4}" sibTransId="{064B08F3-5437-43F1-A633-BB7A7AD68BD5}"/>
    <dgm:cxn modelId="{C06129C1-F1E3-4285-952A-0879C10DA53F}" type="presOf" srcId="{02986A9A-D0BB-4131-AA18-6B1C84A09D00}" destId="{33C91069-C02D-4347-A645-791936DCCE28}" srcOrd="0" destOrd="0" presId="urn:microsoft.com/office/officeart/2005/8/layout/orgChart1"/>
    <dgm:cxn modelId="{EF8A55C1-2C59-44AA-AD03-F62ED7E4B5F1}" type="presOf" srcId="{D1EDD416-9A93-47BC-80DF-9FAC8F073D77}" destId="{021CA6E4-D0BC-423B-BFE2-BAE4575BB644}" srcOrd="0" destOrd="0" presId="urn:microsoft.com/office/officeart/2005/8/layout/orgChart1"/>
    <dgm:cxn modelId="{7B8E0BC2-63C8-42CF-A7E9-28D921C272EA}" srcId="{9874B90E-E93C-4314-AF66-B779A9B6CAA5}" destId="{08AD62B3-204C-4A37-9EBD-78623136DD49}" srcOrd="3" destOrd="0" parTransId="{E25CD8D4-9807-453C-B492-65ADC2C598F6}" sibTransId="{5481E361-55CC-4881-9567-AA6F7A0F1CA3}"/>
    <dgm:cxn modelId="{B8C2B5C3-2A32-4AA8-857C-CF9E52943FED}" type="presOf" srcId="{9D5D9F02-5B6F-46A5-B58F-5D04FD1DAE71}" destId="{78EE5090-326D-47D3-99D6-1767680D5CD5}" srcOrd="0" destOrd="0" presId="urn:microsoft.com/office/officeart/2005/8/layout/orgChart1"/>
    <dgm:cxn modelId="{DA1147C4-FF81-4C26-8D38-B161AE1DCBE9}" srcId="{9874B90E-E93C-4314-AF66-B779A9B6CAA5}" destId="{C09F6F34-7B8D-4C4E-94FF-58FDC030311C}" srcOrd="1" destOrd="0" parTransId="{92F9358E-AD01-4B4F-BAB3-99338D8E4CFF}" sibTransId="{D395A22F-8C22-48F4-94E9-CA57AFEB6279}"/>
    <dgm:cxn modelId="{0DB353C5-6370-41B7-8136-C25C09B4CB81}" type="presOf" srcId="{08AD62B3-204C-4A37-9EBD-78623136DD49}" destId="{1F5A23CD-4FEE-4591-AC17-9BE560C83955}" srcOrd="0" destOrd="0" presId="urn:microsoft.com/office/officeart/2005/8/layout/orgChart1"/>
    <dgm:cxn modelId="{070532C6-5332-4679-BEF9-A57869BC9CBB}" srcId="{9874B90E-E93C-4314-AF66-B779A9B6CAA5}" destId="{0AC26FA9-7C8E-453B-B1A3-22167D8DF9AA}" srcOrd="5" destOrd="0" parTransId="{DA16A443-D3A6-493F-93A6-69CC73236188}" sibTransId="{0FAC0492-0B6C-4070-8EC8-A05F0935E7E3}"/>
    <dgm:cxn modelId="{9C168FC6-FFFD-4F3B-B353-BB18F9A79CF5}" type="presOf" srcId="{A5B1E445-533E-47B2-A10D-09953CED781C}" destId="{B66164A4-458B-4BCD-87A0-7CBC20513991}" srcOrd="0" destOrd="0" presId="urn:microsoft.com/office/officeart/2005/8/layout/orgChart1"/>
    <dgm:cxn modelId="{1642B7CE-6380-4BD3-9655-2B7DAF98DA5B}" type="presOf" srcId="{2F9D91ED-D58E-4C61-994B-2C1AE1B6C1E9}" destId="{3457BC02-AF7B-4817-9004-8DA80C6368B1}" srcOrd="0" destOrd="0" presId="urn:microsoft.com/office/officeart/2005/8/layout/orgChart1"/>
    <dgm:cxn modelId="{2168BFCE-2686-4DFF-824F-066BCA672DE6}" type="presOf" srcId="{0AC26FA9-7C8E-453B-B1A3-22167D8DF9AA}" destId="{B74B3749-6CC9-476B-AA5D-B06ED7792A9C}" srcOrd="0" destOrd="0" presId="urn:microsoft.com/office/officeart/2005/8/layout/orgChart1"/>
    <dgm:cxn modelId="{74E565D0-6162-45B7-8356-B9C1137503B3}" srcId="{2F9D91ED-D58E-4C61-994B-2C1AE1B6C1E9}" destId="{93D4CEE4-9591-4F2F-A472-05EC564C64B8}" srcOrd="4" destOrd="0" parTransId="{EC5521D5-ED50-4113-BE80-151296517B2D}" sibTransId="{2A7CEFE2-68D9-4460-8A83-A80656679EA4}"/>
    <dgm:cxn modelId="{49B1D5D1-59F7-421C-B18D-ED113BBC5E95}" type="presOf" srcId="{49C684AF-BCCD-4912-93ED-8D27F7DE118E}" destId="{56A56958-9A40-485A-A74D-56CBE0F05224}" srcOrd="0" destOrd="0" presId="urn:microsoft.com/office/officeart/2005/8/layout/orgChart1"/>
    <dgm:cxn modelId="{45F068D2-DCB0-483B-BDCE-A4D84BDD49E6}" type="presOf" srcId="{0B11A7ED-D05F-49A3-8342-2572D41C3EA3}" destId="{066822F7-8AF3-4159-B6C2-5957B0D61ED9}" srcOrd="0" destOrd="0" presId="urn:microsoft.com/office/officeart/2005/8/layout/orgChart1"/>
    <dgm:cxn modelId="{17A811D5-A9F6-4649-B250-430AABD05B8B}" type="presOf" srcId="{774A58FD-7FAB-4D46-BAFA-C9308A756F53}" destId="{E4327BE8-D873-4843-A829-90F020CEC5B1}" srcOrd="0" destOrd="0" presId="urn:microsoft.com/office/officeart/2005/8/layout/orgChart1"/>
    <dgm:cxn modelId="{B53C7DD5-5389-4262-952A-7A5FEA60FCCF}" type="presOf" srcId="{D67D8175-2198-432A-8C11-F047C8FC6666}" destId="{F3849914-5C1E-4FBD-A4B0-302B420F477F}" srcOrd="1" destOrd="0" presId="urn:microsoft.com/office/officeart/2005/8/layout/orgChart1"/>
    <dgm:cxn modelId="{2BB1E6D5-86C8-4056-A0CA-D53E6F625CBB}" type="presOf" srcId="{4D5484EE-7E5E-4D1F-8881-18160FEB78A6}" destId="{F4136242-2C7F-4541-BBFC-B63ADF6ABF38}" srcOrd="0" destOrd="0" presId="urn:microsoft.com/office/officeart/2005/8/layout/orgChart1"/>
    <dgm:cxn modelId="{A109FDD7-9D1C-423E-84A6-8BC8FBF76DE4}" type="presOf" srcId="{70DB1619-B2F3-4446-A777-33541D9BB6DD}" destId="{C0CE3376-B395-4845-96C5-FE406748FB47}" srcOrd="0" destOrd="0" presId="urn:microsoft.com/office/officeart/2005/8/layout/orgChart1"/>
    <dgm:cxn modelId="{D760DBDB-D794-442A-AFB3-F9FDBB84118E}" srcId="{F3C63C10-00C0-4F3D-8790-295271C0C286}" destId="{1C1AA5D3-ED56-4C58-B37D-B1A634D9D968}" srcOrd="4" destOrd="0" parTransId="{310417DC-9F61-4870-8921-E7B67B98A29A}" sibTransId="{65992B7B-7CFF-400E-A428-9D75C687F807}"/>
    <dgm:cxn modelId="{6E90B4DE-4169-47A5-A39B-DBF7B2FAB817}" type="presOf" srcId="{DFF6A649-29E2-4856-AF75-1276B43285A5}" destId="{16080646-F67B-4599-B0EF-CF7F94F5C7E5}" srcOrd="0" destOrd="0" presId="urn:microsoft.com/office/officeart/2005/8/layout/orgChart1"/>
    <dgm:cxn modelId="{5EC4B5E3-C5A3-467E-90DE-8D99943711C9}" type="presOf" srcId="{9DF1F688-7550-4182-94B7-2951EF110B17}" destId="{B4429661-7AD5-476C-87F9-2A498E187F15}" srcOrd="0" destOrd="0" presId="urn:microsoft.com/office/officeart/2005/8/layout/orgChart1"/>
    <dgm:cxn modelId="{E457C8E8-B591-496D-BCCB-69543047FE7D}" srcId="{79318C23-94C9-4470-9F8F-F7AE81942100}" destId="{6E003BBE-94B5-4760-A7ED-64A6428A4D5A}" srcOrd="0" destOrd="0" parTransId="{02986A9A-D0BB-4131-AA18-6B1C84A09D00}" sibTransId="{4B527040-74F4-4924-A196-4B5A2A83A97E}"/>
    <dgm:cxn modelId="{9AFDCDE8-EBC1-472A-BE3B-DB5634131BA8}" type="presOf" srcId="{DFF6A649-29E2-4856-AF75-1276B43285A5}" destId="{A0E6A594-A7F7-44F7-933E-1A8B07F71376}" srcOrd="1" destOrd="0" presId="urn:microsoft.com/office/officeart/2005/8/layout/orgChart1"/>
    <dgm:cxn modelId="{69BF54EA-6479-4198-BFB8-DD92F271CBF8}" type="presOf" srcId="{9B48039A-B7E0-4953-BA7C-576AC48C440C}" destId="{7012B8CD-BDD0-4A56-A195-7E641E3C31CC}" srcOrd="1" destOrd="0" presId="urn:microsoft.com/office/officeart/2005/8/layout/orgChart1"/>
    <dgm:cxn modelId="{FC0079EE-E48F-45B2-9EDD-F818557A6E83}" type="presOf" srcId="{39C61EAF-ECE2-4CE1-A658-4597480CEC99}" destId="{E47D65B1-86DC-43FD-9D1B-379EC6007546}" srcOrd="0" destOrd="0" presId="urn:microsoft.com/office/officeart/2005/8/layout/orgChart1"/>
    <dgm:cxn modelId="{8DFD98EE-285F-4655-812B-B2126A55DCFB}" type="presOf" srcId="{005F3C6F-97DB-4781-BB9D-3A69D910184A}" destId="{772132F7-F7B7-42ED-B7CF-F26E4FE39CD1}" srcOrd="0" destOrd="0" presId="urn:microsoft.com/office/officeart/2005/8/layout/orgChart1"/>
    <dgm:cxn modelId="{99167EEF-8ACF-4990-82F4-7BA25696EA1D}" srcId="{2F9D91ED-D58E-4C61-994B-2C1AE1B6C1E9}" destId="{9B48039A-B7E0-4953-BA7C-576AC48C440C}" srcOrd="0" destOrd="0" parTransId="{1BB7A27D-032A-43A8-8D30-0B0EFE9B94A7}" sibTransId="{B3186748-63B4-4848-8B3E-A0DAFBB0ADA3}"/>
    <dgm:cxn modelId="{5F1AD2F0-6003-4668-A3E7-015BE0D78891}" type="presOf" srcId="{0C3A3553-281C-49A5-BF53-81BBF49887FB}" destId="{C74611F1-BFDC-4298-A44F-8544CF3E3FD8}" srcOrd="0" destOrd="0" presId="urn:microsoft.com/office/officeart/2005/8/layout/orgChart1"/>
    <dgm:cxn modelId="{F989ADF1-8D46-47A5-A534-B1C37E06923C}" type="presOf" srcId="{08D2BA5C-E9F9-4C9A-B53C-B71B0A220700}" destId="{4575D2E1-E3DB-45C0-A366-81617C669BCD}" srcOrd="0" destOrd="0" presId="urn:microsoft.com/office/officeart/2005/8/layout/orgChart1"/>
    <dgm:cxn modelId="{9186E5F1-1258-4414-BAA9-E92B52567942}" type="presOf" srcId="{4D46409C-4624-4C06-B2E1-C3BAA02382E9}" destId="{D85E4215-6104-424B-99D6-7C492617C9F9}" srcOrd="1" destOrd="0" presId="urn:microsoft.com/office/officeart/2005/8/layout/orgChart1"/>
    <dgm:cxn modelId="{E176F0F1-6A36-41DA-A70B-83715F69207E}" type="presOf" srcId="{9DF1F688-7550-4182-94B7-2951EF110B17}" destId="{A600247D-F8DF-42E6-873B-759298FF8EC8}" srcOrd="1" destOrd="0" presId="urn:microsoft.com/office/officeart/2005/8/layout/orgChart1"/>
    <dgm:cxn modelId="{7FDCE6F2-A99C-421C-B8D3-82FE4DF8C9B5}" srcId="{F3C63C10-00C0-4F3D-8790-295271C0C286}" destId="{24BF3AA7-6172-42DA-8C47-3DF6B3018A95}" srcOrd="6" destOrd="0" parTransId="{F05BE172-3C69-49D7-A3A1-EED5E12244F0}" sibTransId="{46B5518E-0161-4535-8D44-7E681421E95F}"/>
    <dgm:cxn modelId="{30D429F3-982C-4494-B4D1-B51026336F13}" type="presOf" srcId="{2287BE17-ECB1-4DF2-BE34-E6D9F26267F6}" destId="{3CBB07B7-4A10-435F-B492-2C629578F094}" srcOrd="1" destOrd="0" presId="urn:microsoft.com/office/officeart/2005/8/layout/orgChart1"/>
    <dgm:cxn modelId="{169CB6FD-BC6A-4725-BB9A-3FED22FB36F0}" type="presOf" srcId="{93D4CEE4-9591-4F2F-A472-05EC564C64B8}" destId="{7CD60E2B-2324-41D3-B80B-592C62E96559}" srcOrd="1" destOrd="0" presId="urn:microsoft.com/office/officeart/2005/8/layout/orgChart1"/>
    <dgm:cxn modelId="{74D0BAFD-AB8F-4A99-B298-5D3C51031572}" type="presOf" srcId="{2F9D91ED-D58E-4C61-994B-2C1AE1B6C1E9}" destId="{99216135-E4AA-4132-97D8-9AB4BFE00FFF}" srcOrd="1" destOrd="0" presId="urn:microsoft.com/office/officeart/2005/8/layout/orgChart1"/>
    <dgm:cxn modelId="{79E44F20-B734-4867-B3BE-43900FB07C59}" type="presParOf" srcId="{D4D423F3-7A56-4607-8E83-734FB2520271}" destId="{7547F939-020E-4FA2-8BF7-7FC04015B57A}" srcOrd="0" destOrd="0" presId="urn:microsoft.com/office/officeart/2005/8/layout/orgChart1"/>
    <dgm:cxn modelId="{32DCE370-5E8A-419D-94E5-668BF68D100C}" type="presParOf" srcId="{7547F939-020E-4FA2-8BF7-7FC04015B57A}" destId="{7A6BCA39-29BB-4063-9CB9-A8E0D9442AC5}" srcOrd="0" destOrd="0" presId="urn:microsoft.com/office/officeart/2005/8/layout/orgChart1"/>
    <dgm:cxn modelId="{3E514F67-236E-418F-B3A3-D0D04BA59252}" type="presParOf" srcId="{7A6BCA39-29BB-4063-9CB9-A8E0D9442AC5}" destId="{C74611F1-BFDC-4298-A44F-8544CF3E3FD8}" srcOrd="0" destOrd="0" presId="urn:microsoft.com/office/officeart/2005/8/layout/orgChart1"/>
    <dgm:cxn modelId="{BA72DFAF-48BD-4353-BA4E-829FAE42D670}" type="presParOf" srcId="{7A6BCA39-29BB-4063-9CB9-A8E0D9442AC5}" destId="{88AF3709-CB60-4221-BCE8-3D075F1A3EF1}" srcOrd="1" destOrd="0" presId="urn:microsoft.com/office/officeart/2005/8/layout/orgChart1"/>
    <dgm:cxn modelId="{546D6D3B-FCBF-4E9C-B9E1-EACA77F0A69D}" type="presParOf" srcId="{7547F939-020E-4FA2-8BF7-7FC04015B57A}" destId="{4D87A38F-54C3-4791-9D4E-5F9751DC0F2B}" srcOrd="1" destOrd="0" presId="urn:microsoft.com/office/officeart/2005/8/layout/orgChart1"/>
    <dgm:cxn modelId="{34306BED-13DC-4C0F-888B-12DD54015FFD}" type="presParOf" srcId="{4D87A38F-54C3-4791-9D4E-5F9751DC0F2B}" destId="{4D5AD634-8576-4630-89A1-F5327698EB83}" srcOrd="0" destOrd="0" presId="urn:microsoft.com/office/officeart/2005/8/layout/orgChart1"/>
    <dgm:cxn modelId="{413E43FE-623B-482D-85C6-3C0A843473AB}" type="presParOf" srcId="{4D87A38F-54C3-4791-9D4E-5F9751DC0F2B}" destId="{E1C16637-81E1-4482-A28D-750C826A6B44}" srcOrd="1" destOrd="0" presId="urn:microsoft.com/office/officeart/2005/8/layout/orgChart1"/>
    <dgm:cxn modelId="{949A0F0C-CF2E-465A-97EC-A09A7E93EBAC}" type="presParOf" srcId="{E1C16637-81E1-4482-A28D-750C826A6B44}" destId="{49283E21-87CE-4EBA-8624-E183BD4776C2}" srcOrd="0" destOrd="0" presId="urn:microsoft.com/office/officeart/2005/8/layout/orgChart1"/>
    <dgm:cxn modelId="{EC172745-E234-4249-88D2-17AE280BF17B}" type="presParOf" srcId="{49283E21-87CE-4EBA-8624-E183BD4776C2}" destId="{BB775343-29A6-4A68-84A2-5C8210748DE0}" srcOrd="0" destOrd="0" presId="urn:microsoft.com/office/officeart/2005/8/layout/orgChart1"/>
    <dgm:cxn modelId="{78F5D90F-4CF5-46DA-A658-850B4513D240}" type="presParOf" srcId="{49283E21-87CE-4EBA-8624-E183BD4776C2}" destId="{D8F8A877-F393-4120-81B9-2C9745B267DC}" srcOrd="1" destOrd="0" presId="urn:microsoft.com/office/officeart/2005/8/layout/orgChart1"/>
    <dgm:cxn modelId="{1E863BE4-A21F-49E4-95A5-226D335C2AA9}" type="presParOf" srcId="{E1C16637-81E1-4482-A28D-750C826A6B44}" destId="{D988B472-2A93-419B-9003-A15611C13C73}" srcOrd="1" destOrd="0" presId="urn:microsoft.com/office/officeart/2005/8/layout/orgChart1"/>
    <dgm:cxn modelId="{0592FD96-D435-4649-B117-29B36B34F064}" type="presParOf" srcId="{D988B472-2A93-419B-9003-A15611C13C73}" destId="{E324DE3E-714C-42A9-BF87-98086EF4918A}" srcOrd="0" destOrd="0" presId="urn:microsoft.com/office/officeart/2005/8/layout/orgChart1"/>
    <dgm:cxn modelId="{1665AFCD-1761-4952-865B-69AA28101375}" type="presParOf" srcId="{D988B472-2A93-419B-9003-A15611C13C73}" destId="{B628C378-E1FA-4E59-B033-FF22927F7656}" srcOrd="1" destOrd="0" presId="urn:microsoft.com/office/officeart/2005/8/layout/orgChart1"/>
    <dgm:cxn modelId="{9C26F09A-445B-4067-BE77-017EC3B649E1}" type="presParOf" srcId="{B628C378-E1FA-4E59-B033-FF22927F7656}" destId="{7EBBFB80-7622-43ED-A94D-E52D41607ABC}" srcOrd="0" destOrd="0" presId="urn:microsoft.com/office/officeart/2005/8/layout/orgChart1"/>
    <dgm:cxn modelId="{28A5ED78-D3E2-45FC-A358-86D4AE6E6241}" type="presParOf" srcId="{7EBBFB80-7622-43ED-A94D-E52D41607ABC}" destId="{066822F7-8AF3-4159-B6C2-5957B0D61ED9}" srcOrd="0" destOrd="0" presId="urn:microsoft.com/office/officeart/2005/8/layout/orgChart1"/>
    <dgm:cxn modelId="{64169A11-DED1-4E92-9CFD-C8F6C6FE1043}" type="presParOf" srcId="{7EBBFB80-7622-43ED-A94D-E52D41607ABC}" destId="{318D4026-35C3-42D8-9631-9672C1F36F2A}" srcOrd="1" destOrd="0" presId="urn:microsoft.com/office/officeart/2005/8/layout/orgChart1"/>
    <dgm:cxn modelId="{9927EBED-69FB-4D67-82CB-8795D021F618}" type="presParOf" srcId="{B628C378-E1FA-4E59-B033-FF22927F7656}" destId="{C7C19A3A-1ADB-4479-9D62-3BF72759C9B6}" srcOrd="1" destOrd="0" presId="urn:microsoft.com/office/officeart/2005/8/layout/orgChart1"/>
    <dgm:cxn modelId="{99835779-C38F-46A1-A2AA-A1712AAE1F03}" type="presParOf" srcId="{B628C378-E1FA-4E59-B033-FF22927F7656}" destId="{919F3957-DAA5-4E2E-BB1F-E9D2AA66DB0B}" srcOrd="2" destOrd="0" presId="urn:microsoft.com/office/officeart/2005/8/layout/orgChart1"/>
    <dgm:cxn modelId="{1EA7D94A-257E-4763-AD32-A112951E99A6}" type="presParOf" srcId="{D988B472-2A93-419B-9003-A15611C13C73}" destId="{E47D65B1-86DC-43FD-9D1B-379EC6007546}" srcOrd="2" destOrd="0" presId="urn:microsoft.com/office/officeart/2005/8/layout/orgChart1"/>
    <dgm:cxn modelId="{EBCE7C45-D651-4849-9567-F2ED4063D0C5}" type="presParOf" srcId="{D988B472-2A93-419B-9003-A15611C13C73}" destId="{24D21BFC-B22F-4C2C-8602-5E3A7E593E00}" srcOrd="3" destOrd="0" presId="urn:microsoft.com/office/officeart/2005/8/layout/orgChart1"/>
    <dgm:cxn modelId="{CA4E2677-E98D-410F-9676-292F5E7C996B}" type="presParOf" srcId="{24D21BFC-B22F-4C2C-8602-5E3A7E593E00}" destId="{24C3ECF9-E51D-449F-A1A2-FECC37CFC19B}" srcOrd="0" destOrd="0" presId="urn:microsoft.com/office/officeart/2005/8/layout/orgChart1"/>
    <dgm:cxn modelId="{7699A204-6E90-46AE-9640-FFB5BC447A13}" type="presParOf" srcId="{24C3ECF9-E51D-449F-A1A2-FECC37CFC19B}" destId="{597A9E3E-6DF7-4E51-814A-47442653381C}" srcOrd="0" destOrd="0" presId="urn:microsoft.com/office/officeart/2005/8/layout/orgChart1"/>
    <dgm:cxn modelId="{9F82CE8C-4379-487F-99A4-93F7B135BF40}" type="presParOf" srcId="{24C3ECF9-E51D-449F-A1A2-FECC37CFC19B}" destId="{CCFB64CB-290A-4803-B91E-2628F1A1F91A}" srcOrd="1" destOrd="0" presId="urn:microsoft.com/office/officeart/2005/8/layout/orgChart1"/>
    <dgm:cxn modelId="{1B021343-279C-4C70-9AC3-079E71A63D6D}" type="presParOf" srcId="{24D21BFC-B22F-4C2C-8602-5E3A7E593E00}" destId="{14166A56-0C2E-490C-8F4F-7FC0F4AE5C77}" srcOrd="1" destOrd="0" presId="urn:microsoft.com/office/officeart/2005/8/layout/orgChart1"/>
    <dgm:cxn modelId="{ED29DA53-CDE5-4C6E-A0FE-F7F2203885EC}" type="presParOf" srcId="{24D21BFC-B22F-4C2C-8602-5E3A7E593E00}" destId="{FCC070DC-A7BB-445A-8634-86FDDA2ECF61}" srcOrd="2" destOrd="0" presId="urn:microsoft.com/office/officeart/2005/8/layout/orgChart1"/>
    <dgm:cxn modelId="{A4C33333-8BEF-4FB7-947F-B70F03414721}" type="presParOf" srcId="{D988B472-2A93-419B-9003-A15611C13C73}" destId="{06FF78A1-6542-4DE0-9ADE-3B63C2ED9B8F}" srcOrd="4" destOrd="0" presId="urn:microsoft.com/office/officeart/2005/8/layout/orgChart1"/>
    <dgm:cxn modelId="{08D4654B-7180-450F-8834-6CFECA0AFA91}" type="presParOf" srcId="{D988B472-2A93-419B-9003-A15611C13C73}" destId="{3526F610-7D2B-404E-803B-75ABC2E117B9}" srcOrd="5" destOrd="0" presId="urn:microsoft.com/office/officeart/2005/8/layout/orgChart1"/>
    <dgm:cxn modelId="{44AD05F0-724E-4DAF-BDD0-A40599F1209A}" type="presParOf" srcId="{3526F610-7D2B-404E-803B-75ABC2E117B9}" destId="{45B77D6B-7B35-4D7D-9DF0-F1BB3860CDE3}" srcOrd="0" destOrd="0" presId="urn:microsoft.com/office/officeart/2005/8/layout/orgChart1"/>
    <dgm:cxn modelId="{7606545E-FCCC-4965-85D7-9AE67592E724}" type="presParOf" srcId="{45B77D6B-7B35-4D7D-9DF0-F1BB3860CDE3}" destId="{BD4793B7-8D94-465B-B7F2-11DEB258BCDA}" srcOrd="0" destOrd="0" presId="urn:microsoft.com/office/officeart/2005/8/layout/orgChart1"/>
    <dgm:cxn modelId="{1FA5C609-F936-4856-ACAD-22CDDD53A52F}" type="presParOf" srcId="{45B77D6B-7B35-4D7D-9DF0-F1BB3860CDE3}" destId="{F3849914-5C1E-4FBD-A4B0-302B420F477F}" srcOrd="1" destOrd="0" presId="urn:microsoft.com/office/officeart/2005/8/layout/orgChart1"/>
    <dgm:cxn modelId="{304160A2-45F4-4ACA-99A5-E370461892A5}" type="presParOf" srcId="{3526F610-7D2B-404E-803B-75ABC2E117B9}" destId="{06BAAAC2-301E-4683-A6EF-56CF812DC1FA}" srcOrd="1" destOrd="0" presId="urn:microsoft.com/office/officeart/2005/8/layout/orgChart1"/>
    <dgm:cxn modelId="{70FA2C8E-7663-440E-8527-248BDF8854CB}" type="presParOf" srcId="{3526F610-7D2B-404E-803B-75ABC2E117B9}" destId="{D068AA86-8FC3-406C-9556-E8532A38D76B}" srcOrd="2" destOrd="0" presId="urn:microsoft.com/office/officeart/2005/8/layout/orgChart1"/>
    <dgm:cxn modelId="{F295C7C5-6D13-4AA1-89EE-76387035CE2B}" type="presParOf" srcId="{D988B472-2A93-419B-9003-A15611C13C73}" destId="{021CA6E4-D0BC-423B-BFE2-BAE4575BB644}" srcOrd="6" destOrd="0" presId="urn:microsoft.com/office/officeart/2005/8/layout/orgChart1"/>
    <dgm:cxn modelId="{0B4316E7-15C3-4D39-8E5D-5D57458029EA}" type="presParOf" srcId="{D988B472-2A93-419B-9003-A15611C13C73}" destId="{97BF6572-C4A2-44E9-AED7-939224A02353}" srcOrd="7" destOrd="0" presId="urn:microsoft.com/office/officeart/2005/8/layout/orgChart1"/>
    <dgm:cxn modelId="{783C7CB7-F67B-4145-B872-97FA48C46CC9}" type="presParOf" srcId="{97BF6572-C4A2-44E9-AED7-939224A02353}" destId="{0B228BCE-4027-46BC-87E9-6EC97D537C27}" srcOrd="0" destOrd="0" presId="urn:microsoft.com/office/officeart/2005/8/layout/orgChart1"/>
    <dgm:cxn modelId="{7C83949D-A924-4446-A49E-6F4D5911332D}" type="presParOf" srcId="{0B228BCE-4027-46BC-87E9-6EC97D537C27}" destId="{16080646-F67B-4599-B0EF-CF7F94F5C7E5}" srcOrd="0" destOrd="0" presId="urn:microsoft.com/office/officeart/2005/8/layout/orgChart1"/>
    <dgm:cxn modelId="{C6F26197-2556-4889-9E4F-076DBF4EF608}" type="presParOf" srcId="{0B228BCE-4027-46BC-87E9-6EC97D537C27}" destId="{A0E6A594-A7F7-44F7-933E-1A8B07F71376}" srcOrd="1" destOrd="0" presId="urn:microsoft.com/office/officeart/2005/8/layout/orgChart1"/>
    <dgm:cxn modelId="{5FBB3F84-065E-4841-A950-D4B3E706629D}" type="presParOf" srcId="{97BF6572-C4A2-44E9-AED7-939224A02353}" destId="{4D97DA66-8A8A-43DB-99DC-0247069F6CA4}" srcOrd="1" destOrd="0" presId="urn:microsoft.com/office/officeart/2005/8/layout/orgChart1"/>
    <dgm:cxn modelId="{08206497-88EE-4A93-98C9-C8B57A13A2A4}" type="presParOf" srcId="{97BF6572-C4A2-44E9-AED7-939224A02353}" destId="{FCEC9CFB-A9B1-4229-B19F-F2FA9B61980D}" srcOrd="2" destOrd="0" presId="urn:microsoft.com/office/officeart/2005/8/layout/orgChart1"/>
    <dgm:cxn modelId="{3D0B5EE7-92D5-402A-BEF5-68AC9B64B388}" type="presParOf" srcId="{D988B472-2A93-419B-9003-A15611C13C73}" destId="{AA3FB8FA-69AF-4BD0-A414-433B542BF5F0}" srcOrd="8" destOrd="0" presId="urn:microsoft.com/office/officeart/2005/8/layout/orgChart1"/>
    <dgm:cxn modelId="{113FF9E9-7BA0-4A58-9F73-6134C49454DF}" type="presParOf" srcId="{D988B472-2A93-419B-9003-A15611C13C73}" destId="{FA983BE5-55B8-48D7-880A-AE9467C8A381}" srcOrd="9" destOrd="0" presId="urn:microsoft.com/office/officeart/2005/8/layout/orgChart1"/>
    <dgm:cxn modelId="{B863DE85-DFBA-4478-887B-DAED910D4C18}" type="presParOf" srcId="{FA983BE5-55B8-48D7-880A-AE9467C8A381}" destId="{CA7939CC-BF18-42A8-AA07-F8CBFE8962A2}" srcOrd="0" destOrd="0" presId="urn:microsoft.com/office/officeart/2005/8/layout/orgChart1"/>
    <dgm:cxn modelId="{ECB06683-4EB5-4AF7-A0A0-0446AF7BF2E9}" type="presParOf" srcId="{CA7939CC-BF18-42A8-AA07-F8CBFE8962A2}" destId="{C1263ADC-A18A-4066-825F-4BA9B4F30366}" srcOrd="0" destOrd="0" presId="urn:microsoft.com/office/officeart/2005/8/layout/orgChart1"/>
    <dgm:cxn modelId="{5D7152CF-1C5F-41D4-9B7E-D73F83A13855}" type="presParOf" srcId="{CA7939CC-BF18-42A8-AA07-F8CBFE8962A2}" destId="{CAFEEA2B-BEE7-4674-8F35-C20958E985FA}" srcOrd="1" destOrd="0" presId="urn:microsoft.com/office/officeart/2005/8/layout/orgChart1"/>
    <dgm:cxn modelId="{625B4543-0B4E-471B-A905-950FBD0DE6A9}" type="presParOf" srcId="{FA983BE5-55B8-48D7-880A-AE9467C8A381}" destId="{FAF5EB5F-EDD0-45F3-9A9A-B6CC4491E6F0}" srcOrd="1" destOrd="0" presId="urn:microsoft.com/office/officeart/2005/8/layout/orgChart1"/>
    <dgm:cxn modelId="{433C8338-A77B-48A1-8253-3E69529DE46E}" type="presParOf" srcId="{FA983BE5-55B8-48D7-880A-AE9467C8A381}" destId="{1DA141F8-E2BD-4752-AC6D-14E63F9E40F4}" srcOrd="2" destOrd="0" presId="urn:microsoft.com/office/officeart/2005/8/layout/orgChart1"/>
    <dgm:cxn modelId="{EA4386DD-A0D6-446C-B2E0-A8ED2B7BC7C0}" type="presParOf" srcId="{D988B472-2A93-419B-9003-A15611C13C73}" destId="{3EC10B84-4BA5-4633-8CBE-A6A205316C2B}" srcOrd="10" destOrd="0" presId="urn:microsoft.com/office/officeart/2005/8/layout/orgChart1"/>
    <dgm:cxn modelId="{8711B7C0-285C-44C3-85EF-C64C5ED21F29}" type="presParOf" srcId="{D988B472-2A93-419B-9003-A15611C13C73}" destId="{6B07E528-78C0-4010-8BFA-68CA506161C9}" srcOrd="11" destOrd="0" presId="urn:microsoft.com/office/officeart/2005/8/layout/orgChart1"/>
    <dgm:cxn modelId="{0D245E84-1F3A-4D11-A740-DB4E4D0EA5BB}" type="presParOf" srcId="{6B07E528-78C0-4010-8BFA-68CA506161C9}" destId="{DAD79119-5B9B-4B2E-ADAC-41A767B2D421}" srcOrd="0" destOrd="0" presId="urn:microsoft.com/office/officeart/2005/8/layout/orgChart1"/>
    <dgm:cxn modelId="{2560E16A-2712-4EE9-AD28-320754A60AEB}" type="presParOf" srcId="{DAD79119-5B9B-4B2E-ADAC-41A767B2D421}" destId="{EAE917F0-172E-4CCA-9A96-1116730BB12E}" srcOrd="0" destOrd="0" presId="urn:microsoft.com/office/officeart/2005/8/layout/orgChart1"/>
    <dgm:cxn modelId="{B1EDEA33-0079-49EA-B23D-565A0F635C55}" type="presParOf" srcId="{DAD79119-5B9B-4B2E-ADAC-41A767B2D421}" destId="{D85E4215-6104-424B-99D6-7C492617C9F9}" srcOrd="1" destOrd="0" presId="urn:microsoft.com/office/officeart/2005/8/layout/orgChart1"/>
    <dgm:cxn modelId="{0CF75810-9A48-4928-BDFB-6463A746D54D}" type="presParOf" srcId="{6B07E528-78C0-4010-8BFA-68CA506161C9}" destId="{A6BD60B5-477A-4E7E-A316-1030A72F4081}" srcOrd="1" destOrd="0" presId="urn:microsoft.com/office/officeart/2005/8/layout/orgChart1"/>
    <dgm:cxn modelId="{B0BADD61-DDBD-4E62-9718-38680A804ABE}" type="presParOf" srcId="{6B07E528-78C0-4010-8BFA-68CA506161C9}" destId="{12AD6268-F762-48CE-8AA0-E63CB4D1988E}" srcOrd="2" destOrd="0" presId="urn:microsoft.com/office/officeart/2005/8/layout/orgChart1"/>
    <dgm:cxn modelId="{CB9F892F-70A4-4725-A7E1-5CFA32D30F9C}" type="presParOf" srcId="{D988B472-2A93-419B-9003-A15611C13C73}" destId="{8000E4C1-89C6-4D5E-9400-0B4E6AD39E30}" srcOrd="12" destOrd="0" presId="urn:microsoft.com/office/officeart/2005/8/layout/orgChart1"/>
    <dgm:cxn modelId="{3B0FAB55-0A27-4C35-A99D-F47F7A34C010}" type="presParOf" srcId="{D988B472-2A93-419B-9003-A15611C13C73}" destId="{3338A9A8-64E2-4CA9-A25B-5897BE50B9D2}" srcOrd="13" destOrd="0" presId="urn:microsoft.com/office/officeart/2005/8/layout/orgChart1"/>
    <dgm:cxn modelId="{4F2359FD-EDA4-4EEE-9EEE-F9FF862B1FD3}" type="presParOf" srcId="{3338A9A8-64E2-4CA9-A25B-5897BE50B9D2}" destId="{830C2FD8-7203-4DDF-9BCD-34E91DC7C467}" srcOrd="0" destOrd="0" presId="urn:microsoft.com/office/officeart/2005/8/layout/orgChart1"/>
    <dgm:cxn modelId="{0C801008-8E80-4E56-8A03-4F5F886F11A8}" type="presParOf" srcId="{830C2FD8-7203-4DDF-9BCD-34E91DC7C467}" destId="{C9A41580-F795-4EB5-B914-AA59EC206EB0}" srcOrd="0" destOrd="0" presId="urn:microsoft.com/office/officeart/2005/8/layout/orgChart1"/>
    <dgm:cxn modelId="{6CBCA102-DA9D-4C5C-B500-2165EC5BE28D}" type="presParOf" srcId="{830C2FD8-7203-4DDF-9BCD-34E91DC7C467}" destId="{91FEB3FC-E9A2-4FC3-B613-63A602AB21AD}" srcOrd="1" destOrd="0" presId="urn:microsoft.com/office/officeart/2005/8/layout/orgChart1"/>
    <dgm:cxn modelId="{D3392DF7-1FF5-4E54-A57E-CCA480D86828}" type="presParOf" srcId="{3338A9A8-64E2-4CA9-A25B-5897BE50B9D2}" destId="{8EDBB8D5-0925-49FC-8A98-80CAF1A3C178}" srcOrd="1" destOrd="0" presId="urn:microsoft.com/office/officeart/2005/8/layout/orgChart1"/>
    <dgm:cxn modelId="{569E8C29-B40A-4874-86E0-06A92B2D2ABD}" type="presParOf" srcId="{3338A9A8-64E2-4CA9-A25B-5897BE50B9D2}" destId="{C8ED90F2-2366-4A4F-887A-504031F118C3}" srcOrd="2" destOrd="0" presId="urn:microsoft.com/office/officeart/2005/8/layout/orgChart1"/>
    <dgm:cxn modelId="{B95F1D25-D9E5-4270-A85E-867275777FCE}" type="presParOf" srcId="{D988B472-2A93-419B-9003-A15611C13C73}" destId="{FBF81B54-B16E-496D-B67F-15BD15FEBE0E}" srcOrd="14" destOrd="0" presId="urn:microsoft.com/office/officeart/2005/8/layout/orgChart1"/>
    <dgm:cxn modelId="{9B11205B-F892-4C8C-BA1F-89FE1EB414D7}" type="presParOf" srcId="{D988B472-2A93-419B-9003-A15611C13C73}" destId="{E827F7A2-128B-48F4-8DB4-E361FEC73301}" srcOrd="15" destOrd="0" presId="urn:microsoft.com/office/officeart/2005/8/layout/orgChart1"/>
    <dgm:cxn modelId="{950B4193-C212-4236-9A10-1DD4C41832C6}" type="presParOf" srcId="{E827F7A2-128B-48F4-8DB4-E361FEC73301}" destId="{76FBDC62-86E1-4BC7-ACDD-C7D1EA5ED0E7}" srcOrd="0" destOrd="0" presId="urn:microsoft.com/office/officeart/2005/8/layout/orgChart1"/>
    <dgm:cxn modelId="{905459C6-26C3-4BCD-A2B8-6E2CE7061D70}" type="presParOf" srcId="{76FBDC62-86E1-4BC7-ACDD-C7D1EA5ED0E7}" destId="{E4327BE8-D873-4843-A829-90F020CEC5B1}" srcOrd="0" destOrd="0" presId="urn:microsoft.com/office/officeart/2005/8/layout/orgChart1"/>
    <dgm:cxn modelId="{CDF0C0B5-EF6C-488B-BF0F-CD2B3550581A}" type="presParOf" srcId="{76FBDC62-86E1-4BC7-ACDD-C7D1EA5ED0E7}" destId="{F149DCE8-4CAC-4462-8749-AA80E493875B}" srcOrd="1" destOrd="0" presId="urn:microsoft.com/office/officeart/2005/8/layout/orgChart1"/>
    <dgm:cxn modelId="{7D5D9EC3-96F2-4870-AAD9-2B541EFF7DBE}" type="presParOf" srcId="{E827F7A2-128B-48F4-8DB4-E361FEC73301}" destId="{3DC7CF74-7A2E-4FFD-8321-C5B9743B0BC2}" srcOrd="1" destOrd="0" presId="urn:microsoft.com/office/officeart/2005/8/layout/orgChart1"/>
    <dgm:cxn modelId="{A5E7237B-68DA-48DD-A1F0-C58568F59D1B}" type="presParOf" srcId="{E827F7A2-128B-48F4-8DB4-E361FEC73301}" destId="{613DFF57-E5C5-42A6-BDAB-C230AF6B27BD}" srcOrd="2" destOrd="0" presId="urn:microsoft.com/office/officeart/2005/8/layout/orgChart1"/>
    <dgm:cxn modelId="{B6E968F8-6801-41BC-BA1D-FC339C068B12}" type="presParOf" srcId="{E1C16637-81E1-4482-A28D-750C826A6B44}" destId="{1C5D4A43-7D70-490F-9C62-1A373491472A}" srcOrd="2" destOrd="0" presId="urn:microsoft.com/office/officeart/2005/8/layout/orgChart1"/>
    <dgm:cxn modelId="{CAAA851E-240F-441E-A6A1-72B353CB05B7}" type="presParOf" srcId="{4D87A38F-54C3-4791-9D4E-5F9751DC0F2B}" destId="{BE8E3DCB-E390-4E6E-90F0-DD0A69C85F9A}" srcOrd="2" destOrd="0" presId="urn:microsoft.com/office/officeart/2005/8/layout/orgChart1"/>
    <dgm:cxn modelId="{DC3B7EBE-3769-4B3F-B3A5-0E92C5B9439B}" type="presParOf" srcId="{4D87A38F-54C3-4791-9D4E-5F9751DC0F2B}" destId="{DC5A2778-97AC-498D-9BE9-7A2F498A7BFB}" srcOrd="3" destOrd="0" presId="urn:microsoft.com/office/officeart/2005/8/layout/orgChart1"/>
    <dgm:cxn modelId="{A31CB5DB-1670-4865-A05E-CBA5B2C18C3D}" type="presParOf" srcId="{DC5A2778-97AC-498D-9BE9-7A2F498A7BFB}" destId="{4DF46F53-B6C6-4FF8-84F0-8324216BDF04}" srcOrd="0" destOrd="0" presId="urn:microsoft.com/office/officeart/2005/8/layout/orgChart1"/>
    <dgm:cxn modelId="{8D4B15F4-5F7D-4D5C-B1AD-BA34D74B5AF1}" type="presParOf" srcId="{4DF46F53-B6C6-4FF8-84F0-8324216BDF04}" destId="{70C8AF46-D74E-4B9E-9FAD-A9E680E03209}" srcOrd="0" destOrd="0" presId="urn:microsoft.com/office/officeart/2005/8/layout/orgChart1"/>
    <dgm:cxn modelId="{F9B6F27E-9B65-46F6-A2C6-330C3AA762F8}" type="presParOf" srcId="{4DF46F53-B6C6-4FF8-84F0-8324216BDF04}" destId="{EBBDE8C4-3C3A-4F13-8D4D-4B5BDDCF074B}" srcOrd="1" destOrd="0" presId="urn:microsoft.com/office/officeart/2005/8/layout/orgChart1"/>
    <dgm:cxn modelId="{6AF01565-477C-4D2E-9CEC-5EF99C21D78F}" type="presParOf" srcId="{DC5A2778-97AC-498D-9BE9-7A2F498A7BFB}" destId="{2BAD35F5-538A-4B47-8ACB-A17986E67D1D}" srcOrd="1" destOrd="0" presId="urn:microsoft.com/office/officeart/2005/8/layout/orgChart1"/>
    <dgm:cxn modelId="{464391DD-826D-4993-9131-F61DB03930F6}" type="presParOf" srcId="{2BAD35F5-538A-4B47-8ACB-A17986E67D1D}" destId="{33C91069-C02D-4347-A645-791936DCCE28}" srcOrd="0" destOrd="0" presId="urn:microsoft.com/office/officeart/2005/8/layout/orgChart1"/>
    <dgm:cxn modelId="{299780AA-A034-4953-B5BE-61619F2673C2}" type="presParOf" srcId="{2BAD35F5-538A-4B47-8ACB-A17986E67D1D}" destId="{B7706D6B-07D6-43FC-B2BF-0009B5E0A19A}" srcOrd="1" destOrd="0" presId="urn:microsoft.com/office/officeart/2005/8/layout/orgChart1"/>
    <dgm:cxn modelId="{1A3A550A-887A-4ED8-8E3D-D24C3FDCB24F}" type="presParOf" srcId="{B7706D6B-07D6-43FC-B2BF-0009B5E0A19A}" destId="{CFF2CB58-EBCA-4D79-8562-E7DEF89122EE}" srcOrd="0" destOrd="0" presId="urn:microsoft.com/office/officeart/2005/8/layout/orgChart1"/>
    <dgm:cxn modelId="{B0CBD0F1-D765-4157-A8BD-FF167C430083}" type="presParOf" srcId="{CFF2CB58-EBCA-4D79-8562-E7DEF89122EE}" destId="{C9E8744D-C533-4DAB-98B7-EFF7D0C77DE2}" srcOrd="0" destOrd="0" presId="urn:microsoft.com/office/officeart/2005/8/layout/orgChart1"/>
    <dgm:cxn modelId="{57C057F2-38B7-4010-834C-AB6AD314E98E}" type="presParOf" srcId="{CFF2CB58-EBCA-4D79-8562-E7DEF89122EE}" destId="{B84FE66F-B59E-45D2-A330-F2BC2E5FE8C4}" srcOrd="1" destOrd="0" presId="urn:microsoft.com/office/officeart/2005/8/layout/orgChart1"/>
    <dgm:cxn modelId="{EEB7F0E2-7D09-48E4-8144-F2A80012C946}" type="presParOf" srcId="{B7706D6B-07D6-43FC-B2BF-0009B5E0A19A}" destId="{1B0D8D06-F496-48A2-877A-5781AA4A99F1}" srcOrd="1" destOrd="0" presId="urn:microsoft.com/office/officeart/2005/8/layout/orgChart1"/>
    <dgm:cxn modelId="{8EE2F1F6-A926-47EB-AF9A-08807DA63C64}" type="presParOf" srcId="{B7706D6B-07D6-43FC-B2BF-0009B5E0A19A}" destId="{0D4BCE86-05C6-4BAC-889F-9049A2249989}" srcOrd="2" destOrd="0" presId="urn:microsoft.com/office/officeart/2005/8/layout/orgChart1"/>
    <dgm:cxn modelId="{A1AAB910-1D70-45C0-AE11-DD3FBB66687A}" type="presParOf" srcId="{DC5A2778-97AC-498D-9BE9-7A2F498A7BFB}" destId="{38A30CD3-A949-4F46-9F9D-EBD4CDCFEEAC}" srcOrd="2" destOrd="0" presId="urn:microsoft.com/office/officeart/2005/8/layout/orgChart1"/>
    <dgm:cxn modelId="{254B299D-C3FC-4086-9EE8-559C4E7F9B13}" type="presParOf" srcId="{4D87A38F-54C3-4791-9D4E-5F9751DC0F2B}" destId="{91F4CE45-97ED-49C9-9B75-E55DF5286C8D}" srcOrd="4" destOrd="0" presId="urn:microsoft.com/office/officeart/2005/8/layout/orgChart1"/>
    <dgm:cxn modelId="{831E3B3D-ADC7-4B10-8E7C-98E701B275E2}" type="presParOf" srcId="{4D87A38F-54C3-4791-9D4E-5F9751DC0F2B}" destId="{6D4DBC6B-348E-4030-A78E-AC60642ABD00}" srcOrd="5" destOrd="0" presId="urn:microsoft.com/office/officeart/2005/8/layout/orgChart1"/>
    <dgm:cxn modelId="{24161D7F-0E56-4AE9-A92A-75FD29599458}" type="presParOf" srcId="{6D4DBC6B-348E-4030-A78E-AC60642ABD00}" destId="{F5B27966-B078-47B6-AC63-CF78028E0D46}" srcOrd="0" destOrd="0" presId="urn:microsoft.com/office/officeart/2005/8/layout/orgChart1"/>
    <dgm:cxn modelId="{2BD86139-76D9-403A-B814-5C6CD090A44F}" type="presParOf" srcId="{F5B27966-B078-47B6-AC63-CF78028E0D46}" destId="{3457BC02-AF7B-4817-9004-8DA80C6368B1}" srcOrd="0" destOrd="0" presId="urn:microsoft.com/office/officeart/2005/8/layout/orgChart1"/>
    <dgm:cxn modelId="{B903CDD5-1C94-4EE3-A84F-6F0BA3527BF9}" type="presParOf" srcId="{F5B27966-B078-47B6-AC63-CF78028E0D46}" destId="{99216135-E4AA-4132-97D8-9AB4BFE00FFF}" srcOrd="1" destOrd="0" presId="urn:microsoft.com/office/officeart/2005/8/layout/orgChart1"/>
    <dgm:cxn modelId="{737DA1D5-CAA2-4C21-99E5-C6DFBBD2FD16}" type="presParOf" srcId="{6D4DBC6B-348E-4030-A78E-AC60642ABD00}" destId="{7C467E8F-91C9-45F3-96B9-C273D2D4FF3C}" srcOrd="1" destOrd="0" presId="urn:microsoft.com/office/officeart/2005/8/layout/orgChart1"/>
    <dgm:cxn modelId="{6EBA1B68-953C-4ED3-A2E4-BAE8EF3F39A9}" type="presParOf" srcId="{7C467E8F-91C9-45F3-96B9-C273D2D4FF3C}" destId="{84BA28FF-D8C3-46A3-A863-FDE0CF9B3942}" srcOrd="0" destOrd="0" presId="urn:microsoft.com/office/officeart/2005/8/layout/orgChart1"/>
    <dgm:cxn modelId="{7489743E-FDBC-40B9-B207-C2FD7CC6A888}" type="presParOf" srcId="{7C467E8F-91C9-45F3-96B9-C273D2D4FF3C}" destId="{87CDE802-5C0B-4750-82EA-7469536BD221}" srcOrd="1" destOrd="0" presId="urn:microsoft.com/office/officeart/2005/8/layout/orgChart1"/>
    <dgm:cxn modelId="{C5BB1FB3-2EC6-42BB-9166-D4D383BA1568}" type="presParOf" srcId="{87CDE802-5C0B-4750-82EA-7469536BD221}" destId="{83250FA8-940E-45BC-87F9-1E455C6F8BF1}" srcOrd="0" destOrd="0" presId="urn:microsoft.com/office/officeart/2005/8/layout/orgChart1"/>
    <dgm:cxn modelId="{C1C7DB1D-D30A-4D47-B457-1D34A7DEF273}" type="presParOf" srcId="{83250FA8-940E-45BC-87F9-1E455C6F8BF1}" destId="{57D93AA6-CDE6-4B8A-9346-68B9AFD484C7}" srcOrd="0" destOrd="0" presId="urn:microsoft.com/office/officeart/2005/8/layout/orgChart1"/>
    <dgm:cxn modelId="{E389C460-3B9A-4808-A432-EEDC867243AE}" type="presParOf" srcId="{83250FA8-940E-45BC-87F9-1E455C6F8BF1}" destId="{7012B8CD-BDD0-4A56-A195-7E641E3C31CC}" srcOrd="1" destOrd="0" presId="urn:microsoft.com/office/officeart/2005/8/layout/orgChart1"/>
    <dgm:cxn modelId="{B955FAD8-770D-4E85-9272-DEB674868F29}" type="presParOf" srcId="{87CDE802-5C0B-4750-82EA-7469536BD221}" destId="{1A9CFB2D-97A0-4AB0-BC37-B3B513EE23A8}" srcOrd="1" destOrd="0" presId="urn:microsoft.com/office/officeart/2005/8/layout/orgChart1"/>
    <dgm:cxn modelId="{C90F75A3-F3A8-47FA-8907-888C4D0A61B7}" type="presParOf" srcId="{87CDE802-5C0B-4750-82EA-7469536BD221}" destId="{904B5225-0B3D-4786-A702-47FC1C018213}" srcOrd="2" destOrd="0" presId="urn:microsoft.com/office/officeart/2005/8/layout/orgChart1"/>
    <dgm:cxn modelId="{6B90697F-589C-43EB-8C87-D1B0300EC319}" type="presParOf" srcId="{7C467E8F-91C9-45F3-96B9-C273D2D4FF3C}" destId="{772132F7-F7B7-42ED-B7CF-F26E4FE39CD1}" srcOrd="2" destOrd="0" presId="urn:microsoft.com/office/officeart/2005/8/layout/orgChart1"/>
    <dgm:cxn modelId="{45D56C6F-5718-4FED-BA88-AFD601A95FC0}" type="presParOf" srcId="{7C467E8F-91C9-45F3-96B9-C273D2D4FF3C}" destId="{056914B3-5ED2-405A-9D7E-0D8EAEE698BD}" srcOrd="3" destOrd="0" presId="urn:microsoft.com/office/officeart/2005/8/layout/orgChart1"/>
    <dgm:cxn modelId="{31494D39-810F-4851-AA4B-44E717D5ED0D}" type="presParOf" srcId="{056914B3-5ED2-405A-9D7E-0D8EAEE698BD}" destId="{B29BA18D-3D59-4F26-A19C-8C46EC589282}" srcOrd="0" destOrd="0" presId="urn:microsoft.com/office/officeart/2005/8/layout/orgChart1"/>
    <dgm:cxn modelId="{C2D1CF8B-489A-40AD-A833-12D403013B06}" type="presParOf" srcId="{B29BA18D-3D59-4F26-A19C-8C46EC589282}" destId="{E26D08DE-E16F-4A70-8D73-6F9755949632}" srcOrd="0" destOrd="0" presId="urn:microsoft.com/office/officeart/2005/8/layout/orgChart1"/>
    <dgm:cxn modelId="{51195CA1-457C-4A3D-BB2D-39873CA0B9DD}" type="presParOf" srcId="{B29BA18D-3D59-4F26-A19C-8C46EC589282}" destId="{F75060B9-B568-4A93-8782-B1682E2903B9}" srcOrd="1" destOrd="0" presId="urn:microsoft.com/office/officeart/2005/8/layout/orgChart1"/>
    <dgm:cxn modelId="{5FD3BAF8-B314-4C4E-92E1-D35F162011C2}" type="presParOf" srcId="{056914B3-5ED2-405A-9D7E-0D8EAEE698BD}" destId="{00106649-D2CD-47D1-962E-3A65B3CB6404}" srcOrd="1" destOrd="0" presId="urn:microsoft.com/office/officeart/2005/8/layout/orgChart1"/>
    <dgm:cxn modelId="{1335CA0C-2871-4E9F-B940-196C74340C45}" type="presParOf" srcId="{056914B3-5ED2-405A-9D7E-0D8EAEE698BD}" destId="{9DAF3F42-EA24-42C6-9025-9B524BA3788C}" srcOrd="2" destOrd="0" presId="urn:microsoft.com/office/officeart/2005/8/layout/orgChart1"/>
    <dgm:cxn modelId="{8A392230-94B3-443F-ACB1-793A8004AF9F}" type="presParOf" srcId="{7C467E8F-91C9-45F3-96B9-C273D2D4FF3C}" destId="{4761ED70-DC7A-4522-82BF-B2DBE3BB4500}" srcOrd="4" destOrd="0" presId="urn:microsoft.com/office/officeart/2005/8/layout/orgChart1"/>
    <dgm:cxn modelId="{520BF5D6-8ECB-4EE0-B98C-DB5AA7E53F1C}" type="presParOf" srcId="{7C467E8F-91C9-45F3-96B9-C273D2D4FF3C}" destId="{216E5788-86DD-4C3D-9079-F6EE9762B64D}" srcOrd="5" destOrd="0" presId="urn:microsoft.com/office/officeart/2005/8/layout/orgChart1"/>
    <dgm:cxn modelId="{C461EAB4-CD98-4070-BFA9-E75504F23242}" type="presParOf" srcId="{216E5788-86DD-4C3D-9079-F6EE9762B64D}" destId="{FBB40DCE-E59D-41EC-B662-839DFD86F79F}" srcOrd="0" destOrd="0" presId="urn:microsoft.com/office/officeart/2005/8/layout/orgChart1"/>
    <dgm:cxn modelId="{7E645D4E-C3F7-46C8-8D96-80234ED9778C}" type="presParOf" srcId="{FBB40DCE-E59D-41EC-B662-839DFD86F79F}" destId="{86DD0C51-E363-4891-B482-F885849FDE9C}" srcOrd="0" destOrd="0" presId="urn:microsoft.com/office/officeart/2005/8/layout/orgChart1"/>
    <dgm:cxn modelId="{E4EFF124-14F0-4989-AF1A-1F605330D48B}" type="presParOf" srcId="{FBB40DCE-E59D-41EC-B662-839DFD86F79F}" destId="{0A481FE7-0C1B-479C-969A-7CE7991D7C62}" srcOrd="1" destOrd="0" presId="urn:microsoft.com/office/officeart/2005/8/layout/orgChart1"/>
    <dgm:cxn modelId="{91C50B6A-6622-4669-83B6-98654EEDEB34}" type="presParOf" srcId="{216E5788-86DD-4C3D-9079-F6EE9762B64D}" destId="{4FB28301-FF67-467A-A2B4-62E129ED2888}" srcOrd="1" destOrd="0" presId="urn:microsoft.com/office/officeart/2005/8/layout/orgChart1"/>
    <dgm:cxn modelId="{24249247-547F-4C33-A77D-E59D76F23459}" type="presParOf" srcId="{216E5788-86DD-4C3D-9079-F6EE9762B64D}" destId="{C86BB7D3-52C4-4A82-A58B-436E35070CC0}" srcOrd="2" destOrd="0" presId="urn:microsoft.com/office/officeart/2005/8/layout/orgChart1"/>
    <dgm:cxn modelId="{9280694C-E5CA-402B-8AA7-772DB854A2D5}" type="presParOf" srcId="{7C467E8F-91C9-45F3-96B9-C273D2D4FF3C}" destId="{F4136242-2C7F-4541-BBFC-B63ADF6ABF38}" srcOrd="6" destOrd="0" presId="urn:microsoft.com/office/officeart/2005/8/layout/orgChart1"/>
    <dgm:cxn modelId="{2DECA250-68C6-4399-9A3D-E3C461E8EF64}" type="presParOf" srcId="{7C467E8F-91C9-45F3-96B9-C273D2D4FF3C}" destId="{3AC6A38F-F4C7-4D0F-8760-F2D1D045AEE5}" srcOrd="7" destOrd="0" presId="urn:microsoft.com/office/officeart/2005/8/layout/orgChart1"/>
    <dgm:cxn modelId="{611E2F3A-7CB6-4B7C-A60D-F646B8F882D0}" type="presParOf" srcId="{3AC6A38F-F4C7-4D0F-8760-F2D1D045AEE5}" destId="{2680CE03-D0ED-45B0-BA02-BFA7B5D0B576}" srcOrd="0" destOrd="0" presId="urn:microsoft.com/office/officeart/2005/8/layout/orgChart1"/>
    <dgm:cxn modelId="{B46383A3-A9F5-47A3-97F7-E8A2429555D1}" type="presParOf" srcId="{2680CE03-D0ED-45B0-BA02-BFA7B5D0B576}" destId="{AD50F521-9A6C-4A10-9A3A-635039DAF7FA}" srcOrd="0" destOrd="0" presId="urn:microsoft.com/office/officeart/2005/8/layout/orgChart1"/>
    <dgm:cxn modelId="{130F0A17-3846-4BE5-9F74-B3A6B3BD2851}" type="presParOf" srcId="{2680CE03-D0ED-45B0-BA02-BFA7B5D0B576}" destId="{E671BAD0-69C7-4FBC-84CC-C99C3712D814}" srcOrd="1" destOrd="0" presId="urn:microsoft.com/office/officeart/2005/8/layout/orgChart1"/>
    <dgm:cxn modelId="{BC970778-F0D0-421C-AEC6-A932B01AB2F8}" type="presParOf" srcId="{3AC6A38F-F4C7-4D0F-8760-F2D1D045AEE5}" destId="{2F0BBA5A-2DC4-481E-847B-DB16F90CC1DB}" srcOrd="1" destOrd="0" presId="urn:microsoft.com/office/officeart/2005/8/layout/orgChart1"/>
    <dgm:cxn modelId="{B5B2A89E-6D77-495B-AA1D-8BBDE84DF449}" type="presParOf" srcId="{3AC6A38F-F4C7-4D0F-8760-F2D1D045AEE5}" destId="{1978CE99-BD2B-4AEF-AB74-034558B9101E}" srcOrd="2" destOrd="0" presId="urn:microsoft.com/office/officeart/2005/8/layout/orgChart1"/>
    <dgm:cxn modelId="{2DB02606-AC38-40C2-9011-3BD56CAA90C7}" type="presParOf" srcId="{7C467E8F-91C9-45F3-96B9-C273D2D4FF3C}" destId="{5500BD40-42D5-409A-AD18-06A3A6EEF087}" srcOrd="8" destOrd="0" presId="urn:microsoft.com/office/officeart/2005/8/layout/orgChart1"/>
    <dgm:cxn modelId="{6B07096B-93BB-4C38-B9F7-3ED4216110C1}" type="presParOf" srcId="{7C467E8F-91C9-45F3-96B9-C273D2D4FF3C}" destId="{486DAAA1-CD2C-4D76-AA17-EAAB30BFDB8A}" srcOrd="9" destOrd="0" presId="urn:microsoft.com/office/officeart/2005/8/layout/orgChart1"/>
    <dgm:cxn modelId="{C7F2C7E8-CE6B-4707-850D-F002A3BE22F2}" type="presParOf" srcId="{486DAAA1-CD2C-4D76-AA17-EAAB30BFDB8A}" destId="{4956FE56-F96E-46B3-8B4E-B60AB755185E}" srcOrd="0" destOrd="0" presId="urn:microsoft.com/office/officeart/2005/8/layout/orgChart1"/>
    <dgm:cxn modelId="{AB655DFC-5CFA-4751-A4DA-9A6222EB8EF8}" type="presParOf" srcId="{4956FE56-F96E-46B3-8B4E-B60AB755185E}" destId="{84E452DB-8EC7-4AD1-92C1-F5923EC635A6}" srcOrd="0" destOrd="0" presId="urn:microsoft.com/office/officeart/2005/8/layout/orgChart1"/>
    <dgm:cxn modelId="{370117C0-EA30-4082-A912-A29660815477}" type="presParOf" srcId="{4956FE56-F96E-46B3-8B4E-B60AB755185E}" destId="{7CD60E2B-2324-41D3-B80B-592C62E96559}" srcOrd="1" destOrd="0" presId="urn:microsoft.com/office/officeart/2005/8/layout/orgChart1"/>
    <dgm:cxn modelId="{58E6010E-4AB2-485D-9EF1-FCBFBDA4ABE8}" type="presParOf" srcId="{486DAAA1-CD2C-4D76-AA17-EAAB30BFDB8A}" destId="{BFDC8850-348B-4520-9E6D-37F89CD664FD}" srcOrd="1" destOrd="0" presId="urn:microsoft.com/office/officeart/2005/8/layout/orgChart1"/>
    <dgm:cxn modelId="{E1496682-59A9-4A6F-BC80-D8E970619686}" type="presParOf" srcId="{486DAAA1-CD2C-4D76-AA17-EAAB30BFDB8A}" destId="{C0AC56A3-07D5-4B5E-BE07-979E96C58263}" srcOrd="2" destOrd="0" presId="urn:microsoft.com/office/officeart/2005/8/layout/orgChart1"/>
    <dgm:cxn modelId="{AD53FBCC-BEE8-4FF5-8B1E-CC11D8514BFD}" type="presParOf" srcId="{6D4DBC6B-348E-4030-A78E-AC60642ABD00}" destId="{5F89DE88-7031-4D18-BCC6-B5999CB00E66}" srcOrd="2" destOrd="0" presId="urn:microsoft.com/office/officeart/2005/8/layout/orgChart1"/>
    <dgm:cxn modelId="{53BBAB24-5DA2-49B3-A401-7EE8AD6E268F}" type="presParOf" srcId="{4D87A38F-54C3-4791-9D4E-5F9751DC0F2B}" destId="{8661AFE2-A665-43D3-96FA-CD312A3D7265}" srcOrd="6" destOrd="0" presId="urn:microsoft.com/office/officeart/2005/8/layout/orgChart1"/>
    <dgm:cxn modelId="{982D2B36-F366-44C2-9869-2F7D0C4C12EA}" type="presParOf" srcId="{4D87A38F-54C3-4791-9D4E-5F9751DC0F2B}" destId="{3B13ECB9-501B-44E5-94FC-823E73377F09}" srcOrd="7" destOrd="0" presId="urn:microsoft.com/office/officeart/2005/8/layout/orgChart1"/>
    <dgm:cxn modelId="{740CC8E9-E0F8-492F-A7BD-954080DA7620}" type="presParOf" srcId="{3B13ECB9-501B-44E5-94FC-823E73377F09}" destId="{ACD7870F-07F2-4C4A-A21B-F8CF972ACCB3}" srcOrd="0" destOrd="0" presId="urn:microsoft.com/office/officeart/2005/8/layout/orgChart1"/>
    <dgm:cxn modelId="{67FEC3FC-9231-42AC-BB03-17C186BC4803}" type="presParOf" srcId="{ACD7870F-07F2-4C4A-A21B-F8CF972ACCB3}" destId="{AD13D8B3-C328-422B-88E8-09DB30315653}" srcOrd="0" destOrd="0" presId="urn:microsoft.com/office/officeart/2005/8/layout/orgChart1"/>
    <dgm:cxn modelId="{873BDD39-2188-4C9B-A0CC-C0646BF81E4D}" type="presParOf" srcId="{ACD7870F-07F2-4C4A-A21B-F8CF972ACCB3}" destId="{26A01350-9576-45EA-A030-0F6700B0DB39}" srcOrd="1" destOrd="0" presId="urn:microsoft.com/office/officeart/2005/8/layout/orgChart1"/>
    <dgm:cxn modelId="{20D0743E-8708-41D4-B050-BAED6699175F}" type="presParOf" srcId="{3B13ECB9-501B-44E5-94FC-823E73377F09}" destId="{D494B50F-E893-4B6C-AD4B-02E3C8493FF5}" srcOrd="1" destOrd="0" presId="urn:microsoft.com/office/officeart/2005/8/layout/orgChart1"/>
    <dgm:cxn modelId="{3BC148B1-B92C-4154-BBF7-964C2AAB8FA7}" type="presParOf" srcId="{D494B50F-E893-4B6C-AD4B-02E3C8493FF5}" destId="{527AB4F6-2C01-48A3-B8F7-40C42D161BE6}" srcOrd="0" destOrd="0" presId="urn:microsoft.com/office/officeart/2005/8/layout/orgChart1"/>
    <dgm:cxn modelId="{31875833-66E3-4119-8EDE-150C72815DC4}" type="presParOf" srcId="{D494B50F-E893-4B6C-AD4B-02E3C8493FF5}" destId="{97854467-3422-45FA-B285-627EB8A59E24}" srcOrd="1" destOrd="0" presId="urn:microsoft.com/office/officeart/2005/8/layout/orgChart1"/>
    <dgm:cxn modelId="{B6FDE800-C748-40DA-A14E-5301050B44BA}" type="presParOf" srcId="{97854467-3422-45FA-B285-627EB8A59E24}" destId="{B70B7102-8E7A-4055-90E7-6CC0A0A5AD98}" srcOrd="0" destOrd="0" presId="urn:microsoft.com/office/officeart/2005/8/layout/orgChart1"/>
    <dgm:cxn modelId="{08D0EADD-C412-4762-A905-53C3E37D50C5}" type="presParOf" srcId="{B70B7102-8E7A-4055-90E7-6CC0A0A5AD98}" destId="{D3882533-9894-4510-8627-717CDE9B11D9}" srcOrd="0" destOrd="0" presId="urn:microsoft.com/office/officeart/2005/8/layout/orgChart1"/>
    <dgm:cxn modelId="{332B58AD-59E8-4411-9007-17FC1170C82A}" type="presParOf" srcId="{B70B7102-8E7A-4055-90E7-6CC0A0A5AD98}" destId="{BD7D9685-2976-44B8-83E7-7AE89E801ED3}" srcOrd="1" destOrd="0" presId="urn:microsoft.com/office/officeart/2005/8/layout/orgChart1"/>
    <dgm:cxn modelId="{B49EFFAC-0FC5-432F-BFEB-7A689B52190B}" type="presParOf" srcId="{97854467-3422-45FA-B285-627EB8A59E24}" destId="{9C305203-44F5-4BC8-893B-36E44CB26248}" srcOrd="1" destOrd="0" presId="urn:microsoft.com/office/officeart/2005/8/layout/orgChart1"/>
    <dgm:cxn modelId="{F5D77211-B062-4B62-B47B-61E9EF0CFCA1}" type="presParOf" srcId="{97854467-3422-45FA-B285-627EB8A59E24}" destId="{A1747F89-4409-4419-9C91-4680EA92AF41}" srcOrd="2" destOrd="0" presId="urn:microsoft.com/office/officeart/2005/8/layout/orgChart1"/>
    <dgm:cxn modelId="{B61DC2BA-32F9-4148-B114-5DA99A5D5333}" type="presParOf" srcId="{D494B50F-E893-4B6C-AD4B-02E3C8493FF5}" destId="{60C58ABE-DDB1-4A57-8BA6-BA7F2D2AA879}" srcOrd="2" destOrd="0" presId="urn:microsoft.com/office/officeart/2005/8/layout/orgChart1"/>
    <dgm:cxn modelId="{479D5F82-4F4E-4B9E-B431-41BEAF905879}" type="presParOf" srcId="{D494B50F-E893-4B6C-AD4B-02E3C8493FF5}" destId="{6B58A4EA-34D9-42B9-A059-832592364617}" srcOrd="3" destOrd="0" presId="urn:microsoft.com/office/officeart/2005/8/layout/orgChart1"/>
    <dgm:cxn modelId="{2F825916-E254-41A5-BC34-810F34AB5D09}" type="presParOf" srcId="{6B58A4EA-34D9-42B9-A059-832592364617}" destId="{5329D9D4-3557-4040-9193-285703BE3938}" srcOrd="0" destOrd="0" presId="urn:microsoft.com/office/officeart/2005/8/layout/orgChart1"/>
    <dgm:cxn modelId="{D4A83A21-C4C3-4AA7-AD19-CC762CF7C109}" type="presParOf" srcId="{5329D9D4-3557-4040-9193-285703BE3938}" destId="{400A3A4E-A2F5-442E-8110-4F184315BBEF}" srcOrd="0" destOrd="0" presId="urn:microsoft.com/office/officeart/2005/8/layout/orgChart1"/>
    <dgm:cxn modelId="{29E8D5DC-36E4-448D-9B90-9846423D61DD}" type="presParOf" srcId="{5329D9D4-3557-4040-9193-285703BE3938}" destId="{DB663C79-E167-4AE4-A9E4-37C4C0763B33}" srcOrd="1" destOrd="0" presId="urn:microsoft.com/office/officeart/2005/8/layout/orgChart1"/>
    <dgm:cxn modelId="{CC48C67B-1683-478B-8F1D-08AD4B41EB32}" type="presParOf" srcId="{6B58A4EA-34D9-42B9-A059-832592364617}" destId="{63B59DDC-CD15-4156-A33A-AE02B57E0EEF}" srcOrd="1" destOrd="0" presId="urn:microsoft.com/office/officeart/2005/8/layout/orgChart1"/>
    <dgm:cxn modelId="{10E9E6F4-8790-4C8B-8ED0-A072662EA245}" type="presParOf" srcId="{6B58A4EA-34D9-42B9-A059-832592364617}" destId="{16BE1239-AEE9-401D-8471-E6D8A6AB12DC}" srcOrd="2" destOrd="0" presId="urn:microsoft.com/office/officeart/2005/8/layout/orgChart1"/>
    <dgm:cxn modelId="{50F1DC74-0926-4A62-BA6C-98BF1246D29D}" type="presParOf" srcId="{D494B50F-E893-4B6C-AD4B-02E3C8493FF5}" destId="{4575D2E1-E3DB-45C0-A366-81617C669BCD}" srcOrd="4" destOrd="0" presId="urn:microsoft.com/office/officeart/2005/8/layout/orgChart1"/>
    <dgm:cxn modelId="{AECD1012-5A51-44E2-A4D5-BBCD9DF50BB5}" type="presParOf" srcId="{D494B50F-E893-4B6C-AD4B-02E3C8493FF5}" destId="{893D4B62-2438-4426-B256-0941EF1BAEDF}" srcOrd="5" destOrd="0" presId="urn:microsoft.com/office/officeart/2005/8/layout/orgChart1"/>
    <dgm:cxn modelId="{CE6D858A-3158-4E68-85EC-FF1E258FFACA}" type="presParOf" srcId="{893D4B62-2438-4426-B256-0941EF1BAEDF}" destId="{F7427B6A-9420-4EAA-8F9C-CEDF27CACCD1}" srcOrd="0" destOrd="0" presId="urn:microsoft.com/office/officeart/2005/8/layout/orgChart1"/>
    <dgm:cxn modelId="{58BCDAC3-4F2D-47D9-BA09-E7C256BB1739}" type="presParOf" srcId="{F7427B6A-9420-4EAA-8F9C-CEDF27CACCD1}" destId="{02B36B46-C2EF-45A8-9024-CBEF07B2E599}" srcOrd="0" destOrd="0" presId="urn:microsoft.com/office/officeart/2005/8/layout/orgChart1"/>
    <dgm:cxn modelId="{963D36FA-44DE-445F-9635-C921D5F8475F}" type="presParOf" srcId="{F7427B6A-9420-4EAA-8F9C-CEDF27CACCD1}" destId="{3CBB07B7-4A10-435F-B492-2C629578F094}" srcOrd="1" destOrd="0" presId="urn:microsoft.com/office/officeart/2005/8/layout/orgChart1"/>
    <dgm:cxn modelId="{90BB7EDA-B162-43EA-A65C-F840C2760E74}" type="presParOf" srcId="{893D4B62-2438-4426-B256-0941EF1BAEDF}" destId="{A9D23B99-05AB-4C51-8468-FA0C71D13B4B}" srcOrd="1" destOrd="0" presId="urn:microsoft.com/office/officeart/2005/8/layout/orgChart1"/>
    <dgm:cxn modelId="{B01651EE-0E4E-4EB7-994E-504A903201BF}" type="presParOf" srcId="{893D4B62-2438-4426-B256-0941EF1BAEDF}" destId="{1BE209AC-7EBB-440D-AC34-484B38A7B4DB}" srcOrd="2" destOrd="0" presId="urn:microsoft.com/office/officeart/2005/8/layout/orgChart1"/>
    <dgm:cxn modelId="{92C4D54F-558A-47E2-AD2B-42E58B7B2C9B}" type="presParOf" srcId="{D494B50F-E893-4B6C-AD4B-02E3C8493FF5}" destId="{D9C3AE83-8D6C-448E-A377-18E4797BD227}" srcOrd="6" destOrd="0" presId="urn:microsoft.com/office/officeart/2005/8/layout/orgChart1"/>
    <dgm:cxn modelId="{5884DD9A-0CC1-4CF7-ACC6-F08A95DC321D}" type="presParOf" srcId="{D494B50F-E893-4B6C-AD4B-02E3C8493FF5}" destId="{5F796CC9-CC66-4782-9337-07E43AF3C426}" srcOrd="7" destOrd="0" presId="urn:microsoft.com/office/officeart/2005/8/layout/orgChart1"/>
    <dgm:cxn modelId="{40A5D01F-3A29-4C9E-97E3-F26648D46326}" type="presParOf" srcId="{5F796CC9-CC66-4782-9337-07E43AF3C426}" destId="{2C36283A-0B01-43D0-8E2B-819DF8C576EC}" srcOrd="0" destOrd="0" presId="urn:microsoft.com/office/officeart/2005/8/layout/orgChart1"/>
    <dgm:cxn modelId="{451E4208-C46D-47AA-8C78-947106635D44}" type="presParOf" srcId="{2C36283A-0B01-43D0-8E2B-819DF8C576EC}" destId="{1F5A23CD-4FEE-4591-AC17-9BE560C83955}" srcOrd="0" destOrd="0" presId="urn:microsoft.com/office/officeart/2005/8/layout/orgChart1"/>
    <dgm:cxn modelId="{71BCE193-373F-4DB5-A965-87F8631478D2}" type="presParOf" srcId="{2C36283A-0B01-43D0-8E2B-819DF8C576EC}" destId="{A892B15A-1156-4CA3-A1B1-F8CB9E589B54}" srcOrd="1" destOrd="0" presId="urn:microsoft.com/office/officeart/2005/8/layout/orgChart1"/>
    <dgm:cxn modelId="{21ED0078-B610-4FE3-B9D9-88AFC39F546F}" type="presParOf" srcId="{5F796CC9-CC66-4782-9337-07E43AF3C426}" destId="{52135DCF-7FBE-46EF-84CA-A1E6B5D0C9A8}" srcOrd="1" destOrd="0" presId="urn:microsoft.com/office/officeart/2005/8/layout/orgChart1"/>
    <dgm:cxn modelId="{E1EE6926-5C98-4F21-A9AE-08CD669B13AC}" type="presParOf" srcId="{5F796CC9-CC66-4782-9337-07E43AF3C426}" destId="{64678223-F4B5-4356-B46B-AF439A13B8FC}" srcOrd="2" destOrd="0" presId="urn:microsoft.com/office/officeart/2005/8/layout/orgChart1"/>
    <dgm:cxn modelId="{B1D7B3BC-D2B1-4BC8-A66D-FE68F4F9B74A}" type="presParOf" srcId="{D494B50F-E893-4B6C-AD4B-02E3C8493FF5}" destId="{B66164A4-458B-4BCD-87A0-7CBC20513991}" srcOrd="8" destOrd="0" presId="urn:microsoft.com/office/officeart/2005/8/layout/orgChart1"/>
    <dgm:cxn modelId="{F7546734-90CB-4030-91B6-7860A1E8D5A5}" type="presParOf" srcId="{D494B50F-E893-4B6C-AD4B-02E3C8493FF5}" destId="{904576C0-F3DD-46D2-B243-2A39537B5C6F}" srcOrd="9" destOrd="0" presId="urn:microsoft.com/office/officeart/2005/8/layout/orgChart1"/>
    <dgm:cxn modelId="{12EA454C-13A7-4792-952F-7D7340380717}" type="presParOf" srcId="{904576C0-F3DD-46D2-B243-2A39537B5C6F}" destId="{2F67EEA5-556C-439C-985A-6AFBAF87E7CD}" srcOrd="0" destOrd="0" presId="urn:microsoft.com/office/officeart/2005/8/layout/orgChart1"/>
    <dgm:cxn modelId="{661A1E36-C4D7-4EFC-AB46-FCAB54390554}" type="presParOf" srcId="{2F67EEA5-556C-439C-985A-6AFBAF87E7CD}" destId="{C0CE3376-B395-4845-96C5-FE406748FB47}" srcOrd="0" destOrd="0" presId="urn:microsoft.com/office/officeart/2005/8/layout/orgChart1"/>
    <dgm:cxn modelId="{C07869CB-41F4-4DC9-B8EE-6C9C35CE455E}" type="presParOf" srcId="{2F67EEA5-556C-439C-985A-6AFBAF87E7CD}" destId="{B05D6B20-139D-4F4C-BFF6-CDB75B02892D}" srcOrd="1" destOrd="0" presId="urn:microsoft.com/office/officeart/2005/8/layout/orgChart1"/>
    <dgm:cxn modelId="{578A10D2-E79E-4745-B08E-D05574DD9774}" type="presParOf" srcId="{904576C0-F3DD-46D2-B243-2A39537B5C6F}" destId="{C2D3102B-8260-49B5-AE61-9BA93BF0965C}" srcOrd="1" destOrd="0" presId="urn:microsoft.com/office/officeart/2005/8/layout/orgChart1"/>
    <dgm:cxn modelId="{3B0D35E4-6976-4F8D-8D24-EB6DF95CC91B}" type="presParOf" srcId="{904576C0-F3DD-46D2-B243-2A39537B5C6F}" destId="{4DA2AD62-7BED-4AD9-B7D3-26FF24830021}" srcOrd="2" destOrd="0" presId="urn:microsoft.com/office/officeart/2005/8/layout/orgChart1"/>
    <dgm:cxn modelId="{2A25155F-E875-43BE-A341-4F1A2BAA3B94}" type="presParOf" srcId="{D494B50F-E893-4B6C-AD4B-02E3C8493FF5}" destId="{8A8DB0CA-981C-484C-B547-73A78776E4A4}" srcOrd="10" destOrd="0" presId="urn:microsoft.com/office/officeart/2005/8/layout/orgChart1"/>
    <dgm:cxn modelId="{1B0A4A30-0B14-4D05-907A-2AC73D965E85}" type="presParOf" srcId="{D494B50F-E893-4B6C-AD4B-02E3C8493FF5}" destId="{306EEE7D-22CA-44AA-952A-EBE0EA0219F5}" srcOrd="11" destOrd="0" presId="urn:microsoft.com/office/officeart/2005/8/layout/orgChart1"/>
    <dgm:cxn modelId="{23F7EF39-AA10-40B2-873E-0ADD7B132B2B}" type="presParOf" srcId="{306EEE7D-22CA-44AA-952A-EBE0EA0219F5}" destId="{CE403448-0C09-4629-A78F-F62264CE1E81}" srcOrd="0" destOrd="0" presId="urn:microsoft.com/office/officeart/2005/8/layout/orgChart1"/>
    <dgm:cxn modelId="{7B7C081B-7381-4B6A-A442-FB4BD69C4905}" type="presParOf" srcId="{CE403448-0C09-4629-A78F-F62264CE1E81}" destId="{B74B3749-6CC9-476B-AA5D-B06ED7792A9C}" srcOrd="0" destOrd="0" presId="urn:microsoft.com/office/officeart/2005/8/layout/orgChart1"/>
    <dgm:cxn modelId="{CB424645-9C2B-4424-84FC-E34C23A0EDC2}" type="presParOf" srcId="{CE403448-0C09-4629-A78F-F62264CE1E81}" destId="{746261CE-A398-44B3-8060-8C6862FDAA7C}" srcOrd="1" destOrd="0" presId="urn:microsoft.com/office/officeart/2005/8/layout/orgChart1"/>
    <dgm:cxn modelId="{E1C26C42-8CE5-4F8F-BFA3-FB3C2126C5D1}" type="presParOf" srcId="{306EEE7D-22CA-44AA-952A-EBE0EA0219F5}" destId="{0FCAD7C1-19A2-41E5-A379-D8AEE1BB2EAF}" srcOrd="1" destOrd="0" presId="urn:microsoft.com/office/officeart/2005/8/layout/orgChart1"/>
    <dgm:cxn modelId="{8A08C35D-01FC-4DE7-B724-B280226A4432}" type="presParOf" srcId="{306EEE7D-22CA-44AA-952A-EBE0EA0219F5}" destId="{A38F4A6E-BA5B-4572-8F8A-0FF4CEE2E368}" srcOrd="2" destOrd="0" presId="urn:microsoft.com/office/officeart/2005/8/layout/orgChart1"/>
    <dgm:cxn modelId="{392B6BA4-5467-470F-BA9B-4E9909D300E6}" type="presParOf" srcId="{3B13ECB9-501B-44E5-94FC-823E73377F09}" destId="{BAF74B42-2629-488F-9457-3348E89FAA4A}" srcOrd="2" destOrd="0" presId="urn:microsoft.com/office/officeart/2005/8/layout/orgChart1"/>
    <dgm:cxn modelId="{ADA05CD8-E02E-4388-B76F-63DD9041BBCF}" type="presParOf" srcId="{4D87A38F-54C3-4791-9D4E-5F9751DC0F2B}" destId="{04E18143-BC63-41F1-8F60-AB8F52092470}" srcOrd="8" destOrd="0" presId="urn:microsoft.com/office/officeart/2005/8/layout/orgChart1"/>
    <dgm:cxn modelId="{ED32C61B-ADB9-4CDA-A36F-378B4C813962}" type="presParOf" srcId="{4D87A38F-54C3-4791-9D4E-5F9751DC0F2B}" destId="{A0ABCFA0-B7C5-4937-B230-4E89FF6A5BD6}" srcOrd="9" destOrd="0" presId="urn:microsoft.com/office/officeart/2005/8/layout/orgChart1"/>
    <dgm:cxn modelId="{547C8D96-69C3-4BC0-94BB-12FE0EC17878}" type="presParOf" srcId="{A0ABCFA0-B7C5-4937-B230-4E89FF6A5BD6}" destId="{9397758F-840C-40D8-A33F-F5D38A30D6DE}" srcOrd="0" destOrd="0" presId="urn:microsoft.com/office/officeart/2005/8/layout/orgChart1"/>
    <dgm:cxn modelId="{E60CA853-F651-4E81-94E5-9AC7E35F677D}" type="presParOf" srcId="{9397758F-840C-40D8-A33F-F5D38A30D6DE}" destId="{B4429661-7AD5-476C-87F9-2A498E187F15}" srcOrd="0" destOrd="0" presId="urn:microsoft.com/office/officeart/2005/8/layout/orgChart1"/>
    <dgm:cxn modelId="{EDAA275D-5FDC-4B5D-8BB2-04F68AB162FD}" type="presParOf" srcId="{9397758F-840C-40D8-A33F-F5D38A30D6DE}" destId="{A600247D-F8DF-42E6-873B-759298FF8EC8}" srcOrd="1" destOrd="0" presId="urn:microsoft.com/office/officeart/2005/8/layout/orgChart1"/>
    <dgm:cxn modelId="{8EF0892E-C779-4415-A6B7-8D32480292F4}" type="presParOf" srcId="{A0ABCFA0-B7C5-4937-B230-4E89FF6A5BD6}" destId="{2721C8B9-83B1-4B5B-8A48-EFB902037F4C}" srcOrd="1" destOrd="0" presId="urn:microsoft.com/office/officeart/2005/8/layout/orgChart1"/>
    <dgm:cxn modelId="{0E4563AD-79A3-4991-8F02-5C58579C21BE}" type="presParOf" srcId="{2721C8B9-83B1-4B5B-8A48-EFB902037F4C}" destId="{71D90107-4CB5-4C3C-BBDE-41F66CF44395}" srcOrd="0" destOrd="0" presId="urn:microsoft.com/office/officeart/2005/8/layout/orgChart1"/>
    <dgm:cxn modelId="{986E6125-25FA-4710-9D94-5C2852E3B2FC}" type="presParOf" srcId="{2721C8B9-83B1-4B5B-8A48-EFB902037F4C}" destId="{63A7F369-1214-4FC8-8DFA-E6ACB566A634}" srcOrd="1" destOrd="0" presId="urn:microsoft.com/office/officeart/2005/8/layout/orgChart1"/>
    <dgm:cxn modelId="{1C3B92E5-9C67-420C-A5A7-045A9B1FF8C8}" type="presParOf" srcId="{63A7F369-1214-4FC8-8DFA-E6ACB566A634}" destId="{E90FDE80-E6D1-4874-97B7-BC5A864E539D}" srcOrd="0" destOrd="0" presId="urn:microsoft.com/office/officeart/2005/8/layout/orgChart1"/>
    <dgm:cxn modelId="{FF48BFAB-323C-4C36-8EFC-243D7C1D6724}" type="presParOf" srcId="{E90FDE80-E6D1-4874-97B7-BC5A864E539D}" destId="{BEB52C7F-087C-4B22-9BE5-6F5BBB399037}" srcOrd="0" destOrd="0" presId="urn:microsoft.com/office/officeart/2005/8/layout/orgChart1"/>
    <dgm:cxn modelId="{72229AD1-D65E-448A-8F95-5CEFA9E93528}" type="presParOf" srcId="{E90FDE80-E6D1-4874-97B7-BC5A864E539D}" destId="{179FECBA-26BA-4AC5-BE2B-FB76CADB5FE1}" srcOrd="1" destOrd="0" presId="urn:microsoft.com/office/officeart/2005/8/layout/orgChart1"/>
    <dgm:cxn modelId="{74A23BFD-8283-4A06-95F0-ECDB94FA611C}" type="presParOf" srcId="{63A7F369-1214-4FC8-8DFA-E6ACB566A634}" destId="{496684F5-DAE5-4977-A289-DCB12EF476A8}" srcOrd="1" destOrd="0" presId="urn:microsoft.com/office/officeart/2005/8/layout/orgChart1"/>
    <dgm:cxn modelId="{41D11E6D-F2BE-47DC-B860-E59D59156174}" type="presParOf" srcId="{63A7F369-1214-4FC8-8DFA-E6ACB566A634}" destId="{9E76F811-BC60-44E0-A008-E62CC9D4389F}" srcOrd="2" destOrd="0" presId="urn:microsoft.com/office/officeart/2005/8/layout/orgChart1"/>
    <dgm:cxn modelId="{DBDB32DE-EB16-4A66-A403-00C43A6C86DE}" type="presParOf" srcId="{2721C8B9-83B1-4B5B-8A48-EFB902037F4C}" destId="{53844A72-89D0-44A4-B46F-06F1D37CF3BF}" srcOrd="2" destOrd="0" presId="urn:microsoft.com/office/officeart/2005/8/layout/orgChart1"/>
    <dgm:cxn modelId="{5464D927-1D0C-4D77-AF23-81177FFD2755}" type="presParOf" srcId="{2721C8B9-83B1-4B5B-8A48-EFB902037F4C}" destId="{712ECF22-4EF5-40D1-8EB3-A0A7422EC615}" srcOrd="3" destOrd="0" presId="urn:microsoft.com/office/officeart/2005/8/layout/orgChart1"/>
    <dgm:cxn modelId="{53A4D0D0-C844-457F-8A65-20285C1040D9}" type="presParOf" srcId="{712ECF22-4EF5-40D1-8EB3-A0A7422EC615}" destId="{E991F5A1-7818-478E-9E34-BCD244A28EC3}" srcOrd="0" destOrd="0" presId="urn:microsoft.com/office/officeart/2005/8/layout/orgChart1"/>
    <dgm:cxn modelId="{363D3225-367C-49DD-9E51-2C28DA61124A}" type="presParOf" srcId="{E991F5A1-7818-478E-9E34-BCD244A28EC3}" destId="{78EE5090-326D-47D3-99D6-1767680D5CD5}" srcOrd="0" destOrd="0" presId="urn:microsoft.com/office/officeart/2005/8/layout/orgChart1"/>
    <dgm:cxn modelId="{5F449765-A3E1-4101-81AC-089A5C8F1917}" type="presParOf" srcId="{E991F5A1-7818-478E-9E34-BCD244A28EC3}" destId="{829E4947-C5C8-4114-8371-E44F79CC11DA}" srcOrd="1" destOrd="0" presId="urn:microsoft.com/office/officeart/2005/8/layout/orgChart1"/>
    <dgm:cxn modelId="{7B2D7F76-C33C-48C0-B0B7-9AF58D091990}" type="presParOf" srcId="{712ECF22-4EF5-40D1-8EB3-A0A7422EC615}" destId="{D3930FD2-F354-4096-9E04-2839ADB55080}" srcOrd="1" destOrd="0" presId="urn:microsoft.com/office/officeart/2005/8/layout/orgChart1"/>
    <dgm:cxn modelId="{A94DA865-498D-4752-9983-4FEE7F901ED6}" type="presParOf" srcId="{712ECF22-4EF5-40D1-8EB3-A0A7422EC615}" destId="{A06B5806-D249-490C-B018-FD1E9762F531}" srcOrd="2" destOrd="0" presId="urn:microsoft.com/office/officeart/2005/8/layout/orgChart1"/>
    <dgm:cxn modelId="{2AE38FC2-78E9-4ECC-9445-66B04A2AACAF}" type="presParOf" srcId="{2721C8B9-83B1-4B5B-8A48-EFB902037F4C}" destId="{56A56958-9A40-485A-A74D-56CBE0F05224}" srcOrd="4" destOrd="0" presId="urn:microsoft.com/office/officeart/2005/8/layout/orgChart1"/>
    <dgm:cxn modelId="{3707122E-D74F-4986-9989-50176008E4A7}" type="presParOf" srcId="{2721C8B9-83B1-4B5B-8A48-EFB902037F4C}" destId="{395235FE-4613-4DF3-9585-6B28FCF558C7}" srcOrd="5" destOrd="0" presId="urn:microsoft.com/office/officeart/2005/8/layout/orgChart1"/>
    <dgm:cxn modelId="{305CB12B-F46E-4B55-BBB3-46CAFBD50F98}" type="presParOf" srcId="{395235FE-4613-4DF3-9585-6B28FCF558C7}" destId="{D7FE857D-CC2A-491C-8AB3-B3F66909A719}" srcOrd="0" destOrd="0" presId="urn:microsoft.com/office/officeart/2005/8/layout/orgChart1"/>
    <dgm:cxn modelId="{472F060F-DD1F-4492-878B-48DE3185D9A9}" type="presParOf" srcId="{D7FE857D-CC2A-491C-8AB3-B3F66909A719}" destId="{76B4D692-3CCC-4286-A6D4-694D9BB7EEF2}" srcOrd="0" destOrd="0" presId="urn:microsoft.com/office/officeart/2005/8/layout/orgChart1"/>
    <dgm:cxn modelId="{8D26D617-7A5B-4BB6-8DF4-21803246CC4F}" type="presParOf" srcId="{D7FE857D-CC2A-491C-8AB3-B3F66909A719}" destId="{6D4EFC2F-429D-4E06-AA12-DFAE66842B9D}" srcOrd="1" destOrd="0" presId="urn:microsoft.com/office/officeart/2005/8/layout/orgChart1"/>
    <dgm:cxn modelId="{C77F0CC2-4F37-40AA-963C-C119AA307867}" type="presParOf" srcId="{395235FE-4613-4DF3-9585-6B28FCF558C7}" destId="{E79D348E-EE41-40EB-939C-C51F155287FA}" srcOrd="1" destOrd="0" presId="urn:microsoft.com/office/officeart/2005/8/layout/orgChart1"/>
    <dgm:cxn modelId="{F9C814D7-10C5-4984-9339-F3D224C4C94A}" type="presParOf" srcId="{395235FE-4613-4DF3-9585-6B28FCF558C7}" destId="{53408366-C18D-4343-A2C2-231ABBDD1943}" srcOrd="2" destOrd="0" presId="urn:microsoft.com/office/officeart/2005/8/layout/orgChart1"/>
    <dgm:cxn modelId="{6461B9B7-E112-4E63-B643-B5C1E7F4ED94}" type="presParOf" srcId="{A0ABCFA0-B7C5-4937-B230-4E89FF6A5BD6}" destId="{B3B0AF63-C1AE-4227-8A72-D918EE91C59D}" srcOrd="2" destOrd="0" presId="urn:microsoft.com/office/officeart/2005/8/layout/orgChart1"/>
    <dgm:cxn modelId="{98850CF8-D1F6-4817-AD9B-72B4AA93D435}" type="presParOf" srcId="{7547F939-020E-4FA2-8BF7-7FC04015B57A}" destId="{9F7AA095-6D27-4B4D-80E3-2A31D3B59CAA}" srcOrd="2" destOrd="0" presId="urn:microsoft.com/office/officeart/2005/8/layout/orgChart1"/>
    <dgm:cxn modelId="{F302F2BB-5364-4FF9-BBCD-F34AD9703E48}" type="presParOf" srcId="{9F7AA095-6D27-4B4D-80E3-2A31D3B59CAA}" destId="{92CFD5C0-1277-4771-9EFB-04875DC3BC07}" srcOrd="0" destOrd="0" presId="urn:microsoft.com/office/officeart/2005/8/layout/orgChart1"/>
    <dgm:cxn modelId="{4A37302C-63BD-4580-B10F-77C8BB7F6E91}" type="presParOf" srcId="{9F7AA095-6D27-4B4D-80E3-2A31D3B59CAA}" destId="{52313535-9C0C-4084-A1CD-EFC440336E4E}" srcOrd="1" destOrd="0" presId="urn:microsoft.com/office/officeart/2005/8/layout/orgChart1"/>
    <dgm:cxn modelId="{6AED35C8-2E58-4828-BBDE-7552CC38B048}" type="presParOf" srcId="{52313535-9C0C-4084-A1CD-EFC440336E4E}" destId="{200661D0-3D51-43E4-A18E-81FA8C903DFB}" srcOrd="0" destOrd="0" presId="urn:microsoft.com/office/officeart/2005/8/layout/orgChart1"/>
    <dgm:cxn modelId="{0AD266BC-D36A-43F3-9EBE-008606034578}" type="presParOf" srcId="{200661D0-3D51-43E4-A18E-81FA8C903DFB}" destId="{41B71AA9-D83A-4C29-8B7B-1495C3D58671}" srcOrd="0" destOrd="0" presId="urn:microsoft.com/office/officeart/2005/8/layout/orgChart1"/>
    <dgm:cxn modelId="{679B2A1D-02E0-485E-B09C-260820CBBB7D}" type="presParOf" srcId="{200661D0-3D51-43E4-A18E-81FA8C903DFB}" destId="{54E43521-CD2F-40BB-89DC-42E0A63375DE}" srcOrd="1" destOrd="0" presId="urn:microsoft.com/office/officeart/2005/8/layout/orgChart1"/>
    <dgm:cxn modelId="{EAED2F37-D1DE-4D69-9D43-26359D84867D}" type="presParOf" srcId="{52313535-9C0C-4084-A1CD-EFC440336E4E}" destId="{7076395B-DB4A-4B7B-8D62-4B61DA966E2B}" srcOrd="1" destOrd="0" presId="urn:microsoft.com/office/officeart/2005/8/layout/orgChart1"/>
    <dgm:cxn modelId="{7C77A9F1-C518-40CA-BA03-D24822C97894}" type="presParOf" srcId="{52313535-9C0C-4084-A1CD-EFC440336E4E}" destId="{552657B0-8947-49FF-8DA3-55F5F9AD963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6F3491-AE5C-4196-A2BB-81152A3BF944}"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pPr rtl="1"/>
          <a:endParaRPr lang="ar-SA"/>
        </a:p>
      </dgm:t>
    </dgm:pt>
    <dgm:pt modelId="{0C3A3553-281C-49A5-BF53-81BBF49887FB}">
      <dgm:prSet phldrT="[نص]" custT="1"/>
      <dgm:spPr>
        <a:solidFill>
          <a:schemeClr val="accent4">
            <a:lumMod val="75000"/>
          </a:schemeClr>
        </a:solidFill>
      </dgm:spPr>
      <dgm:t>
        <a:bodyPr/>
        <a:lstStyle/>
        <a:p>
          <a:pPr algn="ctr" rtl="1"/>
          <a:r>
            <a:rPr lang="ar-SY" sz="1600" b="1" dirty="0">
              <a:solidFill>
                <a:schemeClr val="tx1">
                  <a:lumMod val="95000"/>
                  <a:lumOff val="5000"/>
                </a:schemeClr>
              </a:solidFill>
              <a:latin typeface="Simplified Arabic" panose="02020603050405020304" pitchFamily="18" charset="-78"/>
              <a:cs typeface="Simplified Arabic" panose="02020603050405020304" pitchFamily="18" charset="-78"/>
            </a:rPr>
            <a:t>مديرية </a:t>
          </a:r>
          <a:r>
            <a:rPr lang="ar-SA" sz="1600" b="1" dirty="0">
              <a:solidFill>
                <a:schemeClr val="tx1">
                  <a:lumMod val="95000"/>
                  <a:lumOff val="5000"/>
                </a:schemeClr>
              </a:solidFill>
              <a:latin typeface="Simplified Arabic" panose="02020603050405020304" pitchFamily="18" charset="-78"/>
              <a:cs typeface="Simplified Arabic" panose="02020603050405020304" pitchFamily="18" charset="-78"/>
            </a:rPr>
            <a:t>معالجة النفايات الصلبة </a:t>
          </a:r>
        </a:p>
      </dgm:t>
    </dgm:pt>
    <dgm:pt modelId="{9041B030-4BFF-497B-B7E3-32481A06E07B}" type="parTrans" cxnId="{8B44CEBD-9407-4D5B-8F7E-597708B285F2}">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7C2EF56E-9171-4F92-A7F5-B1D68A7F8D0F}" type="sibTrans" cxnId="{8B44CEBD-9407-4D5B-8F7E-597708B285F2}">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4C36E2FB-D602-496C-9298-264BE5D41A7E}" type="asst">
      <dgm:prSet phldrT="[نص]" custT="1"/>
      <dgm:spPr>
        <a:solidFill>
          <a:schemeClr val="accent2">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مكتب المدير </a:t>
          </a:r>
        </a:p>
      </dgm:t>
    </dgm:pt>
    <dgm:pt modelId="{4531D368-23AD-4CF4-AABC-5D653C62E7CB}" type="parTrans" cxnId="{89320329-D3F2-4035-AEA7-EB76AC2377DC}">
      <dgm:prSet/>
      <dgm:spPr>
        <a:ln>
          <a:solidFill>
            <a:schemeClr val="tx1"/>
          </a:solidFill>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2720EEBD-8419-4E6F-9A37-89D7BF08D3EA}" type="sibTrans" cxnId="{89320329-D3F2-4035-AEA7-EB76AC2377DC}">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9DF1F688-7550-4182-94B7-2951EF110B17}">
      <dgm:prSet custT="1"/>
      <dgm:spPr>
        <a:solidFill>
          <a:schemeClr val="accent4">
            <a:lumMod val="40000"/>
            <a:lumOff val="60000"/>
          </a:schemeClr>
        </a:solidFill>
      </dgm:spPr>
      <dgm:t>
        <a:bodyPr/>
        <a:lstStyle/>
        <a:p>
          <a:pPr algn="ctr" rtl="1"/>
          <a:r>
            <a:rPr lang="ar-SA" sz="1400" b="1" dirty="0">
              <a:solidFill>
                <a:schemeClr val="tx1">
                  <a:lumMod val="95000"/>
                  <a:lumOff val="5000"/>
                </a:schemeClr>
              </a:solidFill>
              <a:latin typeface="Simplified Arabic" panose="02020603050405020304" pitchFamily="18" charset="-78"/>
              <a:cs typeface="Simplified Arabic" panose="02020603050405020304" pitchFamily="18" charset="-78"/>
            </a:rPr>
            <a:t>دائرة الدراسات والمشاريع والشؤون الفنية </a:t>
          </a:r>
        </a:p>
      </dgm:t>
    </dgm:pt>
    <dgm:pt modelId="{01F4E4C0-F15B-49FB-B780-5F0C53D122D0}" type="parTrans" cxnId="{15885042-8E07-4197-B627-AC8FB6A81CAF}">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1CA96314-0579-4B72-A3A9-D4820D193AFC}" type="sibTrans" cxnId="{15885042-8E07-4197-B627-AC8FB6A81CAF}">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9874B90E-E93C-4314-AF66-B779A9B6CAA5}">
      <dgm:prSet custT="1"/>
      <dgm:spPr>
        <a:solidFill>
          <a:schemeClr val="accent4">
            <a:lumMod val="40000"/>
            <a:lumOff val="60000"/>
          </a:schemeClr>
        </a:solidFill>
      </dgm:spPr>
      <dgm:t>
        <a:bodyPr/>
        <a:lstStyle/>
        <a:p>
          <a:pPr algn="ctr" rtl="1"/>
          <a:r>
            <a:rPr lang="ar-SA" sz="1400" b="1" dirty="0">
              <a:solidFill>
                <a:schemeClr val="tx1">
                  <a:lumMod val="95000"/>
                  <a:lumOff val="5000"/>
                </a:schemeClr>
              </a:solidFill>
              <a:latin typeface="Simplified Arabic" panose="02020603050405020304" pitchFamily="18" charset="-78"/>
              <a:cs typeface="Simplified Arabic" panose="02020603050405020304" pitchFamily="18" charset="-78"/>
            </a:rPr>
            <a:t>دائرة الشؤون الإدارية و المالية </a:t>
          </a:r>
        </a:p>
      </dgm:t>
    </dgm:pt>
    <dgm:pt modelId="{F061CA3C-4EB9-49DF-8F82-86BAB3DBEA52}" type="parTrans" cxnId="{6CF3EA46-01CF-46D7-85A5-39CA8B493A12}">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50D694E-1D3C-40A0-9B17-B040AE86D3E5}" type="sibTrans" cxnId="{6CF3EA46-01CF-46D7-85A5-39CA8B493A12}">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2F9D91ED-D58E-4C61-994B-2C1AE1B6C1E9}">
      <dgm:prSet custT="1"/>
      <dgm:spPr>
        <a:solidFill>
          <a:schemeClr val="accent4">
            <a:lumMod val="40000"/>
            <a:lumOff val="60000"/>
          </a:schemeClr>
        </a:solidFill>
      </dgm:spPr>
      <dgm:t>
        <a:bodyPr/>
        <a:lstStyle/>
        <a:p>
          <a:pPr algn="ctr" rtl="1"/>
          <a:r>
            <a:rPr lang="ar-SA" sz="1400" b="1" dirty="0">
              <a:solidFill>
                <a:schemeClr val="tx1">
                  <a:lumMod val="95000"/>
                  <a:lumOff val="5000"/>
                </a:schemeClr>
              </a:solidFill>
              <a:latin typeface="Simplified Arabic" panose="02020603050405020304" pitchFamily="18" charset="-78"/>
              <a:cs typeface="Simplified Arabic" panose="02020603050405020304" pitchFamily="18" charset="-78"/>
            </a:rPr>
            <a:t>دائرة شؤون المعمل في </a:t>
          </a:r>
          <a:r>
            <a:rPr lang="ar-SA" sz="1400" b="1" dirty="0" err="1">
              <a:solidFill>
                <a:schemeClr val="tx1">
                  <a:lumMod val="95000"/>
                  <a:lumOff val="5000"/>
                </a:schemeClr>
              </a:solidFill>
              <a:latin typeface="Simplified Arabic" panose="02020603050405020304" pitchFamily="18" charset="-78"/>
              <a:cs typeface="Simplified Arabic" panose="02020603050405020304" pitchFamily="18" charset="-78"/>
            </a:rPr>
            <a:t>الغزلانية</a:t>
          </a:r>
          <a:r>
            <a:rPr lang="ar-SA" sz="1400" b="1" dirty="0">
              <a:solidFill>
                <a:schemeClr val="tx1">
                  <a:lumMod val="95000"/>
                  <a:lumOff val="5000"/>
                </a:schemeClr>
              </a:solidFill>
              <a:latin typeface="Simplified Arabic" panose="02020603050405020304" pitchFamily="18" charset="-78"/>
              <a:cs typeface="Simplified Arabic" panose="02020603050405020304" pitchFamily="18" charset="-78"/>
            </a:rPr>
            <a:t> </a:t>
          </a:r>
        </a:p>
      </dgm:t>
    </dgm:pt>
    <dgm:pt modelId="{D79CB7C7-0813-4E44-8865-BEFCEF0AC373}" type="parTrans" cxnId="{2DD07B9A-DBDB-4C01-B171-ECFC110BA2E1}">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6C5FA825-A980-4EEF-BBD9-2787FED4D56D}" type="sibTrans" cxnId="{2DD07B9A-DBDB-4C01-B171-ECFC110BA2E1}">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98990DE0-322C-4F3D-B888-2C5A8A249749}">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المستودعات</a:t>
          </a:r>
        </a:p>
      </dgm:t>
    </dgm:pt>
    <dgm:pt modelId="{56EFB7A3-D014-4916-A9BB-55DC4E709CDC}" type="parTrans" cxnId="{09FFD77D-175D-4C00-BA32-4E3028A217CA}">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8E47C620-35CB-4415-B03A-FF56AABF5DD3}" type="sibTrans" cxnId="{09FFD77D-175D-4C00-BA32-4E3028A217CA}">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C09F6F34-7B8D-4C4E-94FF-58FDC030311C}">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الحراسات </a:t>
          </a:r>
        </a:p>
      </dgm:t>
    </dgm:pt>
    <dgm:pt modelId="{92F9358E-AD01-4B4F-BAB3-99338D8E4CFF}" type="parTrans" cxnId="{DA1147C4-FF81-4C26-8D38-B161AE1DCBE9}">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D395A22F-8C22-48F4-94E9-CA57AFEB6279}" type="sibTrans" cxnId="{DA1147C4-FF81-4C26-8D38-B161AE1DCBE9}">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2287BE17-ECB1-4DF2-BE34-E6D9F26267F6}">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شؤون العاملين</a:t>
          </a:r>
        </a:p>
      </dgm:t>
    </dgm:pt>
    <dgm:pt modelId="{08D2BA5C-E9F9-4C9A-B53C-B71B0A220700}" type="parTrans" cxnId="{A68A5027-2776-4D8B-9C57-5D0FCC901232}">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7902A566-0056-453C-95E6-67D046184C83}" type="sibTrans" cxnId="{A68A5027-2776-4D8B-9C57-5D0FCC901232}">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0AC26FA9-7C8E-453B-B1A3-22167D8DF9AA}">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مراقبة الدوام</a:t>
          </a:r>
        </a:p>
      </dgm:t>
    </dgm:pt>
    <dgm:pt modelId="{DA16A443-D3A6-493F-93A6-69CC73236188}" type="parTrans" cxnId="{070532C6-5332-4679-BEF9-A57869BC9CBB}">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0FAC0492-0B6C-4070-8EC8-A05F0935E7E3}" type="sibTrans" cxnId="{070532C6-5332-4679-BEF9-A57869BC9CBB}">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08AD62B3-204C-4A37-9EBD-78623136DD49}">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الديوان</a:t>
          </a:r>
        </a:p>
      </dgm:t>
    </dgm:pt>
    <dgm:pt modelId="{E25CD8D4-9807-453C-B492-65ADC2C598F6}" type="parTrans" cxnId="{7B8E0BC2-63C8-42CF-A7E9-28D921C272EA}">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5481E361-55CC-4881-9567-AA6F7A0F1CA3}" type="sibTrans" cxnId="{7B8E0BC2-63C8-42CF-A7E9-28D921C272EA}">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9B48039A-B7E0-4953-BA7C-576AC48C440C}">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a:t>
          </a:r>
          <a:r>
            <a:rPr lang="ar-SA" sz="1200" b="1" dirty="0" err="1">
              <a:solidFill>
                <a:schemeClr val="tx1">
                  <a:lumMod val="95000"/>
                  <a:lumOff val="5000"/>
                </a:schemeClr>
              </a:solidFill>
              <a:latin typeface="Simplified Arabic" panose="02020603050405020304" pitchFamily="18" charset="-78"/>
              <a:cs typeface="Simplified Arabic" panose="02020603050405020304" pitchFamily="18" charset="-78"/>
            </a:rPr>
            <a:t>المطامر</a:t>
          </a:r>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 والإتلاف </a:t>
          </a:r>
        </a:p>
      </dgm:t>
    </dgm:pt>
    <dgm:pt modelId="{1BB7A27D-032A-43A8-8D30-0B0EFE9B94A7}" type="parTrans" cxnId="{99167EEF-8ACF-4990-82F4-7BA25696EA1D}">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B3186748-63B4-4848-8B3E-A0DAFBB0ADA3}" type="sibTrans" cxnId="{99167EEF-8ACF-4990-82F4-7BA25696EA1D}">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0C923C40-0C31-4362-85D6-F9EFCD937218}">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النفايات الطبية الخطرة </a:t>
          </a:r>
        </a:p>
      </dgm:t>
    </dgm:pt>
    <dgm:pt modelId="{005F3C6F-97DB-4781-BB9D-3A69D910184A}" type="parTrans" cxnId="{6DA4DC32-56FC-4FAD-AA71-A7F322965102}">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4D815E98-81E6-4CB3-BB4C-8674E66F43FC}" type="sibTrans" cxnId="{6DA4DC32-56FC-4FAD-AA71-A7F322965102}">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B8850068-4C90-46CB-9BCB-373D323FC66C}">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القبان</a:t>
          </a:r>
        </a:p>
      </dgm:t>
    </dgm:pt>
    <dgm:pt modelId="{4D5484EE-7E5E-4D1F-8881-18160FEB78A6}" type="parTrans" cxnId="{ACFA6860-9535-46AC-992E-FC0AB58D6787}">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AEB4A78D-C931-484E-8911-F701C733AC52}" type="sibTrans" cxnId="{ACFA6860-9535-46AC-992E-FC0AB58D6787}">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109FD27B-6023-4720-B4CA-6FA5B743633C}">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الزراعة </a:t>
          </a:r>
        </a:p>
      </dgm:t>
    </dgm:pt>
    <dgm:pt modelId="{82C69D60-5622-4BEC-92D0-9D12F29A7ADC}" type="sibTrans" cxnId="{42D98720-14CC-4094-BA64-8C16DA9809FC}">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873392E1-9904-4393-83AE-3A460AEBAF88}" type="parTrans" cxnId="{42D98720-14CC-4094-BA64-8C16DA9809FC}">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9D5D9F02-5B6F-46A5-B58F-5D04FD1DAE71}">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ذاتية الآليات</a:t>
          </a:r>
        </a:p>
      </dgm:t>
    </dgm:pt>
    <dgm:pt modelId="{064B08F3-5437-43F1-A633-BB7A7AD68BD5}" type="sibTrans" cxnId="{29500FC1-BBE3-4176-AD68-A08C09892B04}">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F26BE555-FB9F-4C53-A612-9D45910202F4}" type="parTrans" cxnId="{29500FC1-BBE3-4176-AD68-A08C09892B04}">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10B993C7-6992-4AB0-BFC8-8221128E138F}">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الإشراف والمتابعة</a:t>
          </a:r>
        </a:p>
      </dgm:t>
    </dgm:pt>
    <dgm:pt modelId="{CA318563-7678-4305-80A4-BB3325B69EB8}" type="sibTrans" cxnId="{EE284531-9048-42C0-AACF-E75352EC121C}">
      <dgm:prSet/>
      <dgm:spPr/>
      <dgm:t>
        <a:bodyPr/>
        <a:lstStyle/>
        <a:p>
          <a:pPr algn="ctr" rtl="1"/>
          <a:endParaRPr lang="ar-SA" sz="1200">
            <a:latin typeface="Simplified Arabic" panose="02020603050405020304" pitchFamily="18" charset="-78"/>
            <a:cs typeface="Simplified Arabic" panose="02020603050405020304" pitchFamily="18" charset="-78"/>
          </a:endParaRPr>
        </a:p>
      </dgm:t>
    </dgm:pt>
    <dgm:pt modelId="{49C684AF-BCCD-4912-93ED-8D27F7DE118E}" type="parTrans" cxnId="{EE284531-9048-42C0-AACF-E75352EC121C}">
      <dgm:prSet/>
      <dgm:spPr>
        <a:ln>
          <a:tailEnd type="stealth"/>
        </a:ln>
      </dgm:spPr>
      <dgm:t>
        <a:bodyPr/>
        <a:lstStyle/>
        <a:p>
          <a:pPr algn="ctr" rtl="1"/>
          <a:endParaRPr lang="ar-SA" sz="1200" b="1">
            <a:solidFill>
              <a:schemeClr val="tx1">
                <a:lumMod val="95000"/>
                <a:lumOff val="5000"/>
              </a:schemeClr>
            </a:solidFill>
            <a:latin typeface="Simplified Arabic" panose="02020603050405020304" pitchFamily="18" charset="-78"/>
            <a:cs typeface="Simplified Arabic" panose="02020603050405020304" pitchFamily="18" charset="-78"/>
          </a:endParaRPr>
        </a:p>
      </dgm:t>
    </dgm:pt>
    <dgm:pt modelId="{BB5396CC-D65C-4367-9232-A3AAE4ECC6D2}">
      <dgm:prSet custT="1"/>
      <dgm:spPr>
        <a:solidFill>
          <a:schemeClr val="accent6">
            <a:lumMod val="60000"/>
            <a:lumOff val="40000"/>
          </a:schemeClr>
        </a:solidFill>
      </dgm:spPr>
      <dgm:t>
        <a:bodyPr/>
        <a:lstStyle/>
        <a:p>
          <a:pPr algn="ctr" rtl="1"/>
          <a:r>
            <a:rPr lang="ar-SA" sz="1200" b="1" dirty="0">
              <a:solidFill>
                <a:schemeClr val="tx1">
                  <a:lumMod val="95000"/>
                  <a:lumOff val="5000"/>
                </a:schemeClr>
              </a:solidFill>
              <a:latin typeface="Simplified Arabic" panose="02020603050405020304" pitchFamily="18" charset="-78"/>
              <a:cs typeface="Simplified Arabic" panose="02020603050405020304" pitchFamily="18" charset="-78"/>
            </a:rPr>
            <a:t>شعبة الصيانة </a:t>
          </a:r>
        </a:p>
      </dgm:t>
    </dgm:pt>
    <dgm:pt modelId="{201E6EC1-2AEF-45CE-B716-3A5A82D979F9}" type="parTrans" cxnId="{5B7B0FFE-EB7A-4906-9FDC-1CE64DC1FB65}">
      <dgm:prSet/>
      <dgm:spPr>
        <a:ln>
          <a:tailEnd type="stealth"/>
        </a:ln>
      </dgm:spPr>
      <dgm:t>
        <a:bodyPr/>
        <a:lstStyle/>
        <a:p>
          <a:pPr rtl="1"/>
          <a:endParaRPr lang="ar-SA" sz="1200">
            <a:latin typeface="Simplified Arabic" panose="02020603050405020304" pitchFamily="18" charset="-78"/>
            <a:cs typeface="Simplified Arabic" panose="02020603050405020304" pitchFamily="18" charset="-78"/>
          </a:endParaRPr>
        </a:p>
      </dgm:t>
    </dgm:pt>
    <dgm:pt modelId="{BE265E91-26B6-4C16-A18B-8998049308F9}" type="sibTrans" cxnId="{5B7B0FFE-EB7A-4906-9FDC-1CE64DC1FB65}">
      <dgm:prSet/>
      <dgm:spPr/>
      <dgm:t>
        <a:bodyPr/>
        <a:lstStyle/>
        <a:p>
          <a:pPr rtl="1"/>
          <a:endParaRPr lang="ar-SA" sz="1200">
            <a:latin typeface="Simplified Arabic" panose="02020603050405020304" pitchFamily="18" charset="-78"/>
            <a:cs typeface="Simplified Arabic" panose="02020603050405020304" pitchFamily="18" charset="-78"/>
          </a:endParaRPr>
        </a:p>
      </dgm:t>
    </dgm:pt>
    <dgm:pt modelId="{D4D423F3-7A56-4607-8E83-734FB2520271}" type="pres">
      <dgm:prSet presAssocID="{416F3491-AE5C-4196-A2BB-81152A3BF944}" presName="hierChild1" presStyleCnt="0">
        <dgm:presLayoutVars>
          <dgm:orgChart val="1"/>
          <dgm:chPref val="1"/>
          <dgm:dir/>
          <dgm:animOne val="branch"/>
          <dgm:animLvl val="lvl"/>
          <dgm:resizeHandles/>
        </dgm:presLayoutVars>
      </dgm:prSet>
      <dgm:spPr/>
    </dgm:pt>
    <dgm:pt modelId="{7547F939-020E-4FA2-8BF7-7FC04015B57A}" type="pres">
      <dgm:prSet presAssocID="{0C3A3553-281C-49A5-BF53-81BBF49887FB}" presName="hierRoot1" presStyleCnt="0">
        <dgm:presLayoutVars>
          <dgm:hierBranch val="init"/>
        </dgm:presLayoutVars>
      </dgm:prSet>
      <dgm:spPr/>
    </dgm:pt>
    <dgm:pt modelId="{7A6BCA39-29BB-4063-9CB9-A8E0D9442AC5}" type="pres">
      <dgm:prSet presAssocID="{0C3A3553-281C-49A5-BF53-81BBF49887FB}" presName="rootComposite1" presStyleCnt="0"/>
      <dgm:spPr/>
    </dgm:pt>
    <dgm:pt modelId="{C74611F1-BFDC-4298-A44F-8544CF3E3FD8}" type="pres">
      <dgm:prSet presAssocID="{0C3A3553-281C-49A5-BF53-81BBF49887FB}" presName="rootText1" presStyleLbl="node0" presStyleIdx="0" presStyleCnt="1" custScaleX="300431" custLinFactNeighborY="-1184">
        <dgm:presLayoutVars>
          <dgm:chPref val="3"/>
        </dgm:presLayoutVars>
      </dgm:prSet>
      <dgm:spPr/>
    </dgm:pt>
    <dgm:pt modelId="{88AF3709-CB60-4221-BCE8-3D075F1A3EF1}" type="pres">
      <dgm:prSet presAssocID="{0C3A3553-281C-49A5-BF53-81BBF49887FB}" presName="rootConnector1" presStyleLbl="node1" presStyleIdx="0" presStyleCnt="0"/>
      <dgm:spPr/>
    </dgm:pt>
    <dgm:pt modelId="{4D87A38F-54C3-4791-9D4E-5F9751DC0F2B}" type="pres">
      <dgm:prSet presAssocID="{0C3A3553-281C-49A5-BF53-81BBF49887FB}" presName="hierChild2" presStyleCnt="0"/>
      <dgm:spPr/>
    </dgm:pt>
    <dgm:pt modelId="{91F4CE45-97ED-49C9-9B75-E55DF5286C8D}" type="pres">
      <dgm:prSet presAssocID="{D79CB7C7-0813-4E44-8865-BEFCEF0AC373}" presName="Name37" presStyleLbl="parChTrans1D2" presStyleIdx="0" presStyleCnt="4"/>
      <dgm:spPr/>
    </dgm:pt>
    <dgm:pt modelId="{6D4DBC6B-348E-4030-A78E-AC60642ABD00}" type="pres">
      <dgm:prSet presAssocID="{2F9D91ED-D58E-4C61-994B-2C1AE1B6C1E9}" presName="hierRoot2" presStyleCnt="0">
        <dgm:presLayoutVars>
          <dgm:hierBranch val="hang"/>
        </dgm:presLayoutVars>
      </dgm:prSet>
      <dgm:spPr/>
    </dgm:pt>
    <dgm:pt modelId="{F5B27966-B078-47B6-AC63-CF78028E0D46}" type="pres">
      <dgm:prSet presAssocID="{2F9D91ED-D58E-4C61-994B-2C1AE1B6C1E9}" presName="rootComposite" presStyleCnt="0"/>
      <dgm:spPr/>
    </dgm:pt>
    <dgm:pt modelId="{3457BC02-AF7B-4817-9004-8DA80C6368B1}" type="pres">
      <dgm:prSet presAssocID="{2F9D91ED-D58E-4C61-994B-2C1AE1B6C1E9}" presName="rootText" presStyleLbl="node2" presStyleIdx="0" presStyleCnt="3" custScaleX="161623" custLinFactNeighborY="-10831">
        <dgm:presLayoutVars>
          <dgm:chPref val="3"/>
        </dgm:presLayoutVars>
      </dgm:prSet>
      <dgm:spPr/>
    </dgm:pt>
    <dgm:pt modelId="{99216135-E4AA-4132-97D8-9AB4BFE00FFF}" type="pres">
      <dgm:prSet presAssocID="{2F9D91ED-D58E-4C61-994B-2C1AE1B6C1E9}" presName="rootConnector" presStyleLbl="node2" presStyleIdx="0" presStyleCnt="3"/>
      <dgm:spPr/>
    </dgm:pt>
    <dgm:pt modelId="{7C467E8F-91C9-45F3-96B9-C273D2D4FF3C}" type="pres">
      <dgm:prSet presAssocID="{2F9D91ED-D58E-4C61-994B-2C1AE1B6C1E9}" presName="hierChild4" presStyleCnt="0"/>
      <dgm:spPr/>
    </dgm:pt>
    <dgm:pt modelId="{84BA28FF-D8C3-46A3-A863-FDE0CF9B3942}" type="pres">
      <dgm:prSet presAssocID="{1BB7A27D-032A-43A8-8D30-0B0EFE9B94A7}" presName="Name48" presStyleLbl="parChTrans1D3" presStyleIdx="0" presStyleCnt="12"/>
      <dgm:spPr/>
    </dgm:pt>
    <dgm:pt modelId="{87CDE802-5C0B-4750-82EA-7469536BD221}" type="pres">
      <dgm:prSet presAssocID="{9B48039A-B7E0-4953-BA7C-576AC48C440C}" presName="hierRoot2" presStyleCnt="0">
        <dgm:presLayoutVars>
          <dgm:hierBranch val="init"/>
        </dgm:presLayoutVars>
      </dgm:prSet>
      <dgm:spPr/>
    </dgm:pt>
    <dgm:pt modelId="{83250FA8-940E-45BC-87F9-1E455C6F8BF1}" type="pres">
      <dgm:prSet presAssocID="{9B48039A-B7E0-4953-BA7C-576AC48C440C}" presName="rootComposite" presStyleCnt="0"/>
      <dgm:spPr/>
    </dgm:pt>
    <dgm:pt modelId="{57D93AA6-CDE6-4B8A-9346-68B9AFD484C7}" type="pres">
      <dgm:prSet presAssocID="{9B48039A-B7E0-4953-BA7C-576AC48C440C}" presName="rootText" presStyleLbl="node3" presStyleIdx="0" presStyleCnt="12" custLinFactNeighborY="-10831">
        <dgm:presLayoutVars>
          <dgm:chPref val="3"/>
        </dgm:presLayoutVars>
      </dgm:prSet>
      <dgm:spPr/>
    </dgm:pt>
    <dgm:pt modelId="{7012B8CD-BDD0-4A56-A195-7E641E3C31CC}" type="pres">
      <dgm:prSet presAssocID="{9B48039A-B7E0-4953-BA7C-576AC48C440C}" presName="rootConnector" presStyleLbl="node3" presStyleIdx="0" presStyleCnt="12"/>
      <dgm:spPr/>
    </dgm:pt>
    <dgm:pt modelId="{1A9CFB2D-97A0-4AB0-BC37-B3B513EE23A8}" type="pres">
      <dgm:prSet presAssocID="{9B48039A-B7E0-4953-BA7C-576AC48C440C}" presName="hierChild4" presStyleCnt="0"/>
      <dgm:spPr/>
    </dgm:pt>
    <dgm:pt modelId="{904B5225-0B3D-4786-A702-47FC1C018213}" type="pres">
      <dgm:prSet presAssocID="{9B48039A-B7E0-4953-BA7C-576AC48C440C}" presName="hierChild5" presStyleCnt="0"/>
      <dgm:spPr/>
    </dgm:pt>
    <dgm:pt modelId="{772132F7-F7B7-42ED-B7CF-F26E4FE39CD1}" type="pres">
      <dgm:prSet presAssocID="{005F3C6F-97DB-4781-BB9D-3A69D910184A}" presName="Name48" presStyleLbl="parChTrans1D3" presStyleIdx="1" presStyleCnt="12"/>
      <dgm:spPr/>
    </dgm:pt>
    <dgm:pt modelId="{056914B3-5ED2-405A-9D7E-0D8EAEE698BD}" type="pres">
      <dgm:prSet presAssocID="{0C923C40-0C31-4362-85D6-F9EFCD937218}" presName="hierRoot2" presStyleCnt="0">
        <dgm:presLayoutVars>
          <dgm:hierBranch val="init"/>
        </dgm:presLayoutVars>
      </dgm:prSet>
      <dgm:spPr/>
    </dgm:pt>
    <dgm:pt modelId="{B29BA18D-3D59-4F26-A19C-8C46EC589282}" type="pres">
      <dgm:prSet presAssocID="{0C923C40-0C31-4362-85D6-F9EFCD937218}" presName="rootComposite" presStyleCnt="0"/>
      <dgm:spPr/>
    </dgm:pt>
    <dgm:pt modelId="{E26D08DE-E16F-4A70-8D73-6F9755949632}" type="pres">
      <dgm:prSet presAssocID="{0C923C40-0C31-4362-85D6-F9EFCD937218}" presName="rootText" presStyleLbl="node3" presStyleIdx="1" presStyleCnt="12" custLinFactNeighborY="-10831">
        <dgm:presLayoutVars>
          <dgm:chPref val="3"/>
        </dgm:presLayoutVars>
      </dgm:prSet>
      <dgm:spPr/>
    </dgm:pt>
    <dgm:pt modelId="{F75060B9-B568-4A93-8782-B1682E2903B9}" type="pres">
      <dgm:prSet presAssocID="{0C923C40-0C31-4362-85D6-F9EFCD937218}" presName="rootConnector" presStyleLbl="node3" presStyleIdx="1" presStyleCnt="12"/>
      <dgm:spPr/>
    </dgm:pt>
    <dgm:pt modelId="{00106649-D2CD-47D1-962E-3A65B3CB6404}" type="pres">
      <dgm:prSet presAssocID="{0C923C40-0C31-4362-85D6-F9EFCD937218}" presName="hierChild4" presStyleCnt="0"/>
      <dgm:spPr/>
    </dgm:pt>
    <dgm:pt modelId="{9DAF3F42-EA24-42C6-9025-9B524BA3788C}" type="pres">
      <dgm:prSet presAssocID="{0C923C40-0C31-4362-85D6-F9EFCD937218}" presName="hierChild5" presStyleCnt="0"/>
      <dgm:spPr/>
    </dgm:pt>
    <dgm:pt modelId="{F4136242-2C7F-4541-BBFC-B63ADF6ABF38}" type="pres">
      <dgm:prSet presAssocID="{4D5484EE-7E5E-4D1F-8881-18160FEB78A6}" presName="Name48" presStyleLbl="parChTrans1D3" presStyleIdx="2" presStyleCnt="12"/>
      <dgm:spPr/>
    </dgm:pt>
    <dgm:pt modelId="{3AC6A38F-F4C7-4D0F-8760-F2D1D045AEE5}" type="pres">
      <dgm:prSet presAssocID="{B8850068-4C90-46CB-9BCB-373D323FC66C}" presName="hierRoot2" presStyleCnt="0">
        <dgm:presLayoutVars>
          <dgm:hierBranch val="init"/>
        </dgm:presLayoutVars>
      </dgm:prSet>
      <dgm:spPr/>
    </dgm:pt>
    <dgm:pt modelId="{2680CE03-D0ED-45B0-BA02-BFA7B5D0B576}" type="pres">
      <dgm:prSet presAssocID="{B8850068-4C90-46CB-9BCB-373D323FC66C}" presName="rootComposite" presStyleCnt="0"/>
      <dgm:spPr/>
    </dgm:pt>
    <dgm:pt modelId="{AD50F521-9A6C-4A10-9A3A-635039DAF7FA}" type="pres">
      <dgm:prSet presAssocID="{B8850068-4C90-46CB-9BCB-373D323FC66C}" presName="rootText" presStyleLbl="node3" presStyleIdx="2" presStyleCnt="12" custLinFactNeighborY="-10831">
        <dgm:presLayoutVars>
          <dgm:chPref val="3"/>
        </dgm:presLayoutVars>
      </dgm:prSet>
      <dgm:spPr/>
    </dgm:pt>
    <dgm:pt modelId="{E671BAD0-69C7-4FBC-84CC-C99C3712D814}" type="pres">
      <dgm:prSet presAssocID="{B8850068-4C90-46CB-9BCB-373D323FC66C}" presName="rootConnector" presStyleLbl="node3" presStyleIdx="2" presStyleCnt="12"/>
      <dgm:spPr/>
    </dgm:pt>
    <dgm:pt modelId="{2F0BBA5A-2DC4-481E-847B-DB16F90CC1DB}" type="pres">
      <dgm:prSet presAssocID="{B8850068-4C90-46CB-9BCB-373D323FC66C}" presName="hierChild4" presStyleCnt="0"/>
      <dgm:spPr/>
    </dgm:pt>
    <dgm:pt modelId="{1978CE99-BD2B-4AEF-AB74-034558B9101E}" type="pres">
      <dgm:prSet presAssocID="{B8850068-4C90-46CB-9BCB-373D323FC66C}" presName="hierChild5" presStyleCnt="0"/>
      <dgm:spPr/>
    </dgm:pt>
    <dgm:pt modelId="{5F89DE88-7031-4D18-BCC6-B5999CB00E66}" type="pres">
      <dgm:prSet presAssocID="{2F9D91ED-D58E-4C61-994B-2C1AE1B6C1E9}" presName="hierChild5" presStyleCnt="0"/>
      <dgm:spPr/>
    </dgm:pt>
    <dgm:pt modelId="{8661AFE2-A665-43D3-96FA-CD312A3D7265}" type="pres">
      <dgm:prSet presAssocID="{F061CA3C-4EB9-49DF-8F82-86BAB3DBEA52}" presName="Name37" presStyleLbl="parChTrans1D2" presStyleIdx="1" presStyleCnt="4"/>
      <dgm:spPr/>
    </dgm:pt>
    <dgm:pt modelId="{3B13ECB9-501B-44E5-94FC-823E73377F09}" type="pres">
      <dgm:prSet presAssocID="{9874B90E-E93C-4314-AF66-B779A9B6CAA5}" presName="hierRoot2" presStyleCnt="0">
        <dgm:presLayoutVars>
          <dgm:hierBranch val="hang"/>
        </dgm:presLayoutVars>
      </dgm:prSet>
      <dgm:spPr/>
    </dgm:pt>
    <dgm:pt modelId="{ACD7870F-07F2-4C4A-A21B-F8CF972ACCB3}" type="pres">
      <dgm:prSet presAssocID="{9874B90E-E93C-4314-AF66-B779A9B6CAA5}" presName="rootComposite" presStyleCnt="0"/>
      <dgm:spPr/>
    </dgm:pt>
    <dgm:pt modelId="{AD13D8B3-C328-422B-88E8-09DB30315653}" type="pres">
      <dgm:prSet presAssocID="{9874B90E-E93C-4314-AF66-B779A9B6CAA5}" presName="rootText" presStyleLbl="node2" presStyleIdx="1" presStyleCnt="3" custScaleX="176289" custLinFactNeighborX="-702" custLinFactNeighborY="-10831">
        <dgm:presLayoutVars>
          <dgm:chPref val="3"/>
        </dgm:presLayoutVars>
      </dgm:prSet>
      <dgm:spPr/>
    </dgm:pt>
    <dgm:pt modelId="{26A01350-9576-45EA-A030-0F6700B0DB39}" type="pres">
      <dgm:prSet presAssocID="{9874B90E-E93C-4314-AF66-B779A9B6CAA5}" presName="rootConnector" presStyleLbl="node2" presStyleIdx="1" presStyleCnt="3"/>
      <dgm:spPr/>
    </dgm:pt>
    <dgm:pt modelId="{D494B50F-E893-4B6C-AD4B-02E3C8493FF5}" type="pres">
      <dgm:prSet presAssocID="{9874B90E-E93C-4314-AF66-B779A9B6CAA5}" presName="hierChild4" presStyleCnt="0"/>
      <dgm:spPr/>
    </dgm:pt>
    <dgm:pt modelId="{527AB4F6-2C01-48A3-B8F7-40C42D161BE6}" type="pres">
      <dgm:prSet presAssocID="{56EFB7A3-D014-4916-A9BB-55DC4E709CDC}" presName="Name48" presStyleLbl="parChTrans1D3" presStyleIdx="3" presStyleCnt="12"/>
      <dgm:spPr/>
    </dgm:pt>
    <dgm:pt modelId="{97854467-3422-45FA-B285-627EB8A59E24}" type="pres">
      <dgm:prSet presAssocID="{98990DE0-322C-4F3D-B888-2C5A8A249749}" presName="hierRoot2" presStyleCnt="0">
        <dgm:presLayoutVars>
          <dgm:hierBranch val="init"/>
        </dgm:presLayoutVars>
      </dgm:prSet>
      <dgm:spPr/>
    </dgm:pt>
    <dgm:pt modelId="{B70B7102-8E7A-4055-90E7-6CC0A0A5AD98}" type="pres">
      <dgm:prSet presAssocID="{98990DE0-322C-4F3D-B888-2C5A8A249749}" presName="rootComposite" presStyleCnt="0"/>
      <dgm:spPr/>
    </dgm:pt>
    <dgm:pt modelId="{D3882533-9894-4510-8627-717CDE9B11D9}" type="pres">
      <dgm:prSet presAssocID="{98990DE0-322C-4F3D-B888-2C5A8A249749}" presName="rootText" presStyleLbl="node3" presStyleIdx="3" presStyleCnt="12" custLinFactNeighborY="-10831">
        <dgm:presLayoutVars>
          <dgm:chPref val="3"/>
        </dgm:presLayoutVars>
      </dgm:prSet>
      <dgm:spPr/>
    </dgm:pt>
    <dgm:pt modelId="{BD7D9685-2976-44B8-83E7-7AE89E801ED3}" type="pres">
      <dgm:prSet presAssocID="{98990DE0-322C-4F3D-B888-2C5A8A249749}" presName="rootConnector" presStyleLbl="node3" presStyleIdx="3" presStyleCnt="12"/>
      <dgm:spPr/>
    </dgm:pt>
    <dgm:pt modelId="{9C305203-44F5-4BC8-893B-36E44CB26248}" type="pres">
      <dgm:prSet presAssocID="{98990DE0-322C-4F3D-B888-2C5A8A249749}" presName="hierChild4" presStyleCnt="0"/>
      <dgm:spPr/>
    </dgm:pt>
    <dgm:pt modelId="{A1747F89-4409-4419-9C91-4680EA92AF41}" type="pres">
      <dgm:prSet presAssocID="{98990DE0-322C-4F3D-B888-2C5A8A249749}" presName="hierChild5" presStyleCnt="0"/>
      <dgm:spPr/>
    </dgm:pt>
    <dgm:pt modelId="{60C58ABE-DDB1-4A57-8BA6-BA7F2D2AA879}" type="pres">
      <dgm:prSet presAssocID="{92F9358E-AD01-4B4F-BAB3-99338D8E4CFF}" presName="Name48" presStyleLbl="parChTrans1D3" presStyleIdx="4" presStyleCnt="12"/>
      <dgm:spPr/>
    </dgm:pt>
    <dgm:pt modelId="{6B58A4EA-34D9-42B9-A059-832592364617}" type="pres">
      <dgm:prSet presAssocID="{C09F6F34-7B8D-4C4E-94FF-58FDC030311C}" presName="hierRoot2" presStyleCnt="0">
        <dgm:presLayoutVars>
          <dgm:hierBranch val="init"/>
        </dgm:presLayoutVars>
      </dgm:prSet>
      <dgm:spPr/>
    </dgm:pt>
    <dgm:pt modelId="{5329D9D4-3557-4040-9193-285703BE3938}" type="pres">
      <dgm:prSet presAssocID="{C09F6F34-7B8D-4C4E-94FF-58FDC030311C}" presName="rootComposite" presStyleCnt="0"/>
      <dgm:spPr/>
    </dgm:pt>
    <dgm:pt modelId="{400A3A4E-A2F5-442E-8110-4F184315BBEF}" type="pres">
      <dgm:prSet presAssocID="{C09F6F34-7B8D-4C4E-94FF-58FDC030311C}" presName="rootText" presStyleLbl="node3" presStyleIdx="4" presStyleCnt="12" custLinFactNeighborY="-10831">
        <dgm:presLayoutVars>
          <dgm:chPref val="3"/>
        </dgm:presLayoutVars>
      </dgm:prSet>
      <dgm:spPr/>
    </dgm:pt>
    <dgm:pt modelId="{DB663C79-E167-4AE4-A9E4-37C4C0763B33}" type="pres">
      <dgm:prSet presAssocID="{C09F6F34-7B8D-4C4E-94FF-58FDC030311C}" presName="rootConnector" presStyleLbl="node3" presStyleIdx="4" presStyleCnt="12"/>
      <dgm:spPr/>
    </dgm:pt>
    <dgm:pt modelId="{63B59DDC-CD15-4156-A33A-AE02B57E0EEF}" type="pres">
      <dgm:prSet presAssocID="{C09F6F34-7B8D-4C4E-94FF-58FDC030311C}" presName="hierChild4" presStyleCnt="0"/>
      <dgm:spPr/>
    </dgm:pt>
    <dgm:pt modelId="{16BE1239-AEE9-401D-8471-E6D8A6AB12DC}" type="pres">
      <dgm:prSet presAssocID="{C09F6F34-7B8D-4C4E-94FF-58FDC030311C}" presName="hierChild5" presStyleCnt="0"/>
      <dgm:spPr/>
    </dgm:pt>
    <dgm:pt modelId="{4575D2E1-E3DB-45C0-A366-81617C669BCD}" type="pres">
      <dgm:prSet presAssocID="{08D2BA5C-E9F9-4C9A-B53C-B71B0A220700}" presName="Name48" presStyleLbl="parChTrans1D3" presStyleIdx="5" presStyleCnt="12"/>
      <dgm:spPr/>
    </dgm:pt>
    <dgm:pt modelId="{893D4B62-2438-4426-B256-0941EF1BAEDF}" type="pres">
      <dgm:prSet presAssocID="{2287BE17-ECB1-4DF2-BE34-E6D9F26267F6}" presName="hierRoot2" presStyleCnt="0">
        <dgm:presLayoutVars>
          <dgm:hierBranch val="init"/>
        </dgm:presLayoutVars>
      </dgm:prSet>
      <dgm:spPr/>
    </dgm:pt>
    <dgm:pt modelId="{F7427B6A-9420-4EAA-8F9C-CEDF27CACCD1}" type="pres">
      <dgm:prSet presAssocID="{2287BE17-ECB1-4DF2-BE34-E6D9F26267F6}" presName="rootComposite" presStyleCnt="0"/>
      <dgm:spPr/>
    </dgm:pt>
    <dgm:pt modelId="{02B36B46-C2EF-45A8-9024-CBEF07B2E599}" type="pres">
      <dgm:prSet presAssocID="{2287BE17-ECB1-4DF2-BE34-E6D9F26267F6}" presName="rootText" presStyleLbl="node3" presStyleIdx="5" presStyleCnt="12" custLinFactNeighborY="-10831">
        <dgm:presLayoutVars>
          <dgm:chPref val="3"/>
        </dgm:presLayoutVars>
      </dgm:prSet>
      <dgm:spPr/>
    </dgm:pt>
    <dgm:pt modelId="{3CBB07B7-4A10-435F-B492-2C629578F094}" type="pres">
      <dgm:prSet presAssocID="{2287BE17-ECB1-4DF2-BE34-E6D9F26267F6}" presName="rootConnector" presStyleLbl="node3" presStyleIdx="5" presStyleCnt="12"/>
      <dgm:spPr/>
    </dgm:pt>
    <dgm:pt modelId="{A9D23B99-05AB-4C51-8468-FA0C71D13B4B}" type="pres">
      <dgm:prSet presAssocID="{2287BE17-ECB1-4DF2-BE34-E6D9F26267F6}" presName="hierChild4" presStyleCnt="0"/>
      <dgm:spPr/>
    </dgm:pt>
    <dgm:pt modelId="{1BE209AC-7EBB-440D-AC34-484B38A7B4DB}" type="pres">
      <dgm:prSet presAssocID="{2287BE17-ECB1-4DF2-BE34-E6D9F26267F6}" presName="hierChild5" presStyleCnt="0"/>
      <dgm:spPr/>
    </dgm:pt>
    <dgm:pt modelId="{D9C3AE83-8D6C-448E-A377-18E4797BD227}" type="pres">
      <dgm:prSet presAssocID="{E25CD8D4-9807-453C-B492-65ADC2C598F6}" presName="Name48" presStyleLbl="parChTrans1D3" presStyleIdx="6" presStyleCnt="12"/>
      <dgm:spPr/>
    </dgm:pt>
    <dgm:pt modelId="{5F796CC9-CC66-4782-9337-07E43AF3C426}" type="pres">
      <dgm:prSet presAssocID="{08AD62B3-204C-4A37-9EBD-78623136DD49}" presName="hierRoot2" presStyleCnt="0">
        <dgm:presLayoutVars>
          <dgm:hierBranch val="init"/>
        </dgm:presLayoutVars>
      </dgm:prSet>
      <dgm:spPr/>
    </dgm:pt>
    <dgm:pt modelId="{2C36283A-0B01-43D0-8E2B-819DF8C576EC}" type="pres">
      <dgm:prSet presAssocID="{08AD62B3-204C-4A37-9EBD-78623136DD49}" presName="rootComposite" presStyleCnt="0"/>
      <dgm:spPr/>
    </dgm:pt>
    <dgm:pt modelId="{1F5A23CD-4FEE-4591-AC17-9BE560C83955}" type="pres">
      <dgm:prSet presAssocID="{08AD62B3-204C-4A37-9EBD-78623136DD49}" presName="rootText" presStyleLbl="node3" presStyleIdx="6" presStyleCnt="12" custLinFactNeighborY="-10831">
        <dgm:presLayoutVars>
          <dgm:chPref val="3"/>
        </dgm:presLayoutVars>
      </dgm:prSet>
      <dgm:spPr/>
    </dgm:pt>
    <dgm:pt modelId="{A892B15A-1156-4CA3-A1B1-F8CB9E589B54}" type="pres">
      <dgm:prSet presAssocID="{08AD62B3-204C-4A37-9EBD-78623136DD49}" presName="rootConnector" presStyleLbl="node3" presStyleIdx="6" presStyleCnt="12"/>
      <dgm:spPr/>
    </dgm:pt>
    <dgm:pt modelId="{52135DCF-7FBE-46EF-84CA-A1E6B5D0C9A8}" type="pres">
      <dgm:prSet presAssocID="{08AD62B3-204C-4A37-9EBD-78623136DD49}" presName="hierChild4" presStyleCnt="0"/>
      <dgm:spPr/>
    </dgm:pt>
    <dgm:pt modelId="{64678223-F4B5-4356-B46B-AF439A13B8FC}" type="pres">
      <dgm:prSet presAssocID="{08AD62B3-204C-4A37-9EBD-78623136DD49}" presName="hierChild5" presStyleCnt="0"/>
      <dgm:spPr/>
    </dgm:pt>
    <dgm:pt modelId="{8A8DB0CA-981C-484C-B547-73A78776E4A4}" type="pres">
      <dgm:prSet presAssocID="{DA16A443-D3A6-493F-93A6-69CC73236188}" presName="Name48" presStyleLbl="parChTrans1D3" presStyleIdx="7" presStyleCnt="12"/>
      <dgm:spPr/>
    </dgm:pt>
    <dgm:pt modelId="{306EEE7D-22CA-44AA-952A-EBE0EA0219F5}" type="pres">
      <dgm:prSet presAssocID="{0AC26FA9-7C8E-453B-B1A3-22167D8DF9AA}" presName="hierRoot2" presStyleCnt="0">
        <dgm:presLayoutVars>
          <dgm:hierBranch val="init"/>
        </dgm:presLayoutVars>
      </dgm:prSet>
      <dgm:spPr/>
    </dgm:pt>
    <dgm:pt modelId="{CE403448-0C09-4629-A78F-F62264CE1E81}" type="pres">
      <dgm:prSet presAssocID="{0AC26FA9-7C8E-453B-B1A3-22167D8DF9AA}" presName="rootComposite" presStyleCnt="0"/>
      <dgm:spPr/>
    </dgm:pt>
    <dgm:pt modelId="{B74B3749-6CC9-476B-AA5D-B06ED7792A9C}" type="pres">
      <dgm:prSet presAssocID="{0AC26FA9-7C8E-453B-B1A3-22167D8DF9AA}" presName="rootText" presStyleLbl="node3" presStyleIdx="7" presStyleCnt="12" custLinFactNeighborY="-10831">
        <dgm:presLayoutVars>
          <dgm:chPref val="3"/>
        </dgm:presLayoutVars>
      </dgm:prSet>
      <dgm:spPr/>
    </dgm:pt>
    <dgm:pt modelId="{746261CE-A398-44B3-8060-8C6862FDAA7C}" type="pres">
      <dgm:prSet presAssocID="{0AC26FA9-7C8E-453B-B1A3-22167D8DF9AA}" presName="rootConnector" presStyleLbl="node3" presStyleIdx="7" presStyleCnt="12"/>
      <dgm:spPr/>
    </dgm:pt>
    <dgm:pt modelId="{0FCAD7C1-19A2-41E5-A379-D8AEE1BB2EAF}" type="pres">
      <dgm:prSet presAssocID="{0AC26FA9-7C8E-453B-B1A3-22167D8DF9AA}" presName="hierChild4" presStyleCnt="0"/>
      <dgm:spPr/>
    </dgm:pt>
    <dgm:pt modelId="{A38F4A6E-BA5B-4572-8F8A-0FF4CEE2E368}" type="pres">
      <dgm:prSet presAssocID="{0AC26FA9-7C8E-453B-B1A3-22167D8DF9AA}" presName="hierChild5" presStyleCnt="0"/>
      <dgm:spPr/>
    </dgm:pt>
    <dgm:pt modelId="{BAF74B42-2629-488F-9457-3348E89FAA4A}" type="pres">
      <dgm:prSet presAssocID="{9874B90E-E93C-4314-AF66-B779A9B6CAA5}" presName="hierChild5" presStyleCnt="0"/>
      <dgm:spPr/>
    </dgm:pt>
    <dgm:pt modelId="{04E18143-BC63-41F1-8F60-AB8F52092470}" type="pres">
      <dgm:prSet presAssocID="{01F4E4C0-F15B-49FB-B780-5F0C53D122D0}" presName="Name37" presStyleLbl="parChTrans1D2" presStyleIdx="2" presStyleCnt="4"/>
      <dgm:spPr/>
    </dgm:pt>
    <dgm:pt modelId="{A0ABCFA0-B7C5-4937-B230-4E89FF6A5BD6}" type="pres">
      <dgm:prSet presAssocID="{9DF1F688-7550-4182-94B7-2951EF110B17}" presName="hierRoot2" presStyleCnt="0">
        <dgm:presLayoutVars>
          <dgm:hierBranch val="hang"/>
        </dgm:presLayoutVars>
      </dgm:prSet>
      <dgm:spPr/>
    </dgm:pt>
    <dgm:pt modelId="{9397758F-840C-40D8-A33F-F5D38A30D6DE}" type="pres">
      <dgm:prSet presAssocID="{9DF1F688-7550-4182-94B7-2951EF110B17}" presName="rootComposite" presStyleCnt="0"/>
      <dgm:spPr/>
    </dgm:pt>
    <dgm:pt modelId="{B4429661-7AD5-476C-87F9-2A498E187F15}" type="pres">
      <dgm:prSet presAssocID="{9DF1F688-7550-4182-94B7-2951EF110B17}" presName="rootText" presStyleLbl="node2" presStyleIdx="2" presStyleCnt="3" custScaleX="158648" custLinFactNeighborY="-10831">
        <dgm:presLayoutVars>
          <dgm:chPref val="3"/>
        </dgm:presLayoutVars>
      </dgm:prSet>
      <dgm:spPr/>
    </dgm:pt>
    <dgm:pt modelId="{A600247D-F8DF-42E6-873B-759298FF8EC8}" type="pres">
      <dgm:prSet presAssocID="{9DF1F688-7550-4182-94B7-2951EF110B17}" presName="rootConnector" presStyleLbl="node2" presStyleIdx="2" presStyleCnt="3"/>
      <dgm:spPr/>
    </dgm:pt>
    <dgm:pt modelId="{2721C8B9-83B1-4B5B-8A48-EFB902037F4C}" type="pres">
      <dgm:prSet presAssocID="{9DF1F688-7550-4182-94B7-2951EF110B17}" presName="hierChild4" presStyleCnt="0"/>
      <dgm:spPr/>
    </dgm:pt>
    <dgm:pt modelId="{71D90107-4CB5-4C3C-BBDE-41F66CF44395}" type="pres">
      <dgm:prSet presAssocID="{873392E1-9904-4393-83AE-3A460AEBAF88}" presName="Name48" presStyleLbl="parChTrans1D3" presStyleIdx="8" presStyleCnt="12"/>
      <dgm:spPr/>
    </dgm:pt>
    <dgm:pt modelId="{63A7F369-1214-4FC8-8DFA-E6ACB566A634}" type="pres">
      <dgm:prSet presAssocID="{109FD27B-6023-4720-B4CA-6FA5B743633C}" presName="hierRoot2" presStyleCnt="0">
        <dgm:presLayoutVars>
          <dgm:hierBranch val="init"/>
        </dgm:presLayoutVars>
      </dgm:prSet>
      <dgm:spPr/>
    </dgm:pt>
    <dgm:pt modelId="{E90FDE80-E6D1-4874-97B7-BC5A864E539D}" type="pres">
      <dgm:prSet presAssocID="{109FD27B-6023-4720-B4CA-6FA5B743633C}" presName="rootComposite" presStyleCnt="0"/>
      <dgm:spPr/>
    </dgm:pt>
    <dgm:pt modelId="{BEB52C7F-087C-4B22-9BE5-6F5BBB399037}" type="pres">
      <dgm:prSet presAssocID="{109FD27B-6023-4720-B4CA-6FA5B743633C}" presName="rootText" presStyleLbl="node3" presStyleIdx="8" presStyleCnt="12" custLinFactNeighborY="-10831">
        <dgm:presLayoutVars>
          <dgm:chPref val="3"/>
        </dgm:presLayoutVars>
      </dgm:prSet>
      <dgm:spPr/>
    </dgm:pt>
    <dgm:pt modelId="{179FECBA-26BA-4AC5-BE2B-FB76CADB5FE1}" type="pres">
      <dgm:prSet presAssocID="{109FD27B-6023-4720-B4CA-6FA5B743633C}" presName="rootConnector" presStyleLbl="node3" presStyleIdx="8" presStyleCnt="12"/>
      <dgm:spPr/>
    </dgm:pt>
    <dgm:pt modelId="{496684F5-DAE5-4977-A289-DCB12EF476A8}" type="pres">
      <dgm:prSet presAssocID="{109FD27B-6023-4720-B4CA-6FA5B743633C}" presName="hierChild4" presStyleCnt="0"/>
      <dgm:spPr/>
    </dgm:pt>
    <dgm:pt modelId="{9E76F811-BC60-44E0-A008-E62CC9D4389F}" type="pres">
      <dgm:prSet presAssocID="{109FD27B-6023-4720-B4CA-6FA5B743633C}" presName="hierChild5" presStyleCnt="0"/>
      <dgm:spPr/>
    </dgm:pt>
    <dgm:pt modelId="{53844A72-89D0-44A4-B46F-06F1D37CF3BF}" type="pres">
      <dgm:prSet presAssocID="{F26BE555-FB9F-4C53-A612-9D45910202F4}" presName="Name48" presStyleLbl="parChTrans1D3" presStyleIdx="9" presStyleCnt="12"/>
      <dgm:spPr/>
    </dgm:pt>
    <dgm:pt modelId="{712ECF22-4EF5-40D1-8EB3-A0A7422EC615}" type="pres">
      <dgm:prSet presAssocID="{9D5D9F02-5B6F-46A5-B58F-5D04FD1DAE71}" presName="hierRoot2" presStyleCnt="0">
        <dgm:presLayoutVars>
          <dgm:hierBranch val="init"/>
        </dgm:presLayoutVars>
      </dgm:prSet>
      <dgm:spPr/>
    </dgm:pt>
    <dgm:pt modelId="{E991F5A1-7818-478E-9E34-BCD244A28EC3}" type="pres">
      <dgm:prSet presAssocID="{9D5D9F02-5B6F-46A5-B58F-5D04FD1DAE71}" presName="rootComposite" presStyleCnt="0"/>
      <dgm:spPr/>
    </dgm:pt>
    <dgm:pt modelId="{78EE5090-326D-47D3-99D6-1767680D5CD5}" type="pres">
      <dgm:prSet presAssocID="{9D5D9F02-5B6F-46A5-B58F-5D04FD1DAE71}" presName="rootText" presStyleLbl="node3" presStyleIdx="9" presStyleCnt="12" custLinFactNeighborY="-10831">
        <dgm:presLayoutVars>
          <dgm:chPref val="3"/>
        </dgm:presLayoutVars>
      </dgm:prSet>
      <dgm:spPr/>
    </dgm:pt>
    <dgm:pt modelId="{829E4947-C5C8-4114-8371-E44F79CC11DA}" type="pres">
      <dgm:prSet presAssocID="{9D5D9F02-5B6F-46A5-B58F-5D04FD1DAE71}" presName="rootConnector" presStyleLbl="node3" presStyleIdx="9" presStyleCnt="12"/>
      <dgm:spPr/>
    </dgm:pt>
    <dgm:pt modelId="{D3930FD2-F354-4096-9E04-2839ADB55080}" type="pres">
      <dgm:prSet presAssocID="{9D5D9F02-5B6F-46A5-B58F-5D04FD1DAE71}" presName="hierChild4" presStyleCnt="0"/>
      <dgm:spPr/>
    </dgm:pt>
    <dgm:pt modelId="{A06B5806-D249-490C-B018-FD1E9762F531}" type="pres">
      <dgm:prSet presAssocID="{9D5D9F02-5B6F-46A5-B58F-5D04FD1DAE71}" presName="hierChild5" presStyleCnt="0"/>
      <dgm:spPr/>
    </dgm:pt>
    <dgm:pt modelId="{56A56958-9A40-485A-A74D-56CBE0F05224}" type="pres">
      <dgm:prSet presAssocID="{49C684AF-BCCD-4912-93ED-8D27F7DE118E}" presName="Name48" presStyleLbl="parChTrans1D3" presStyleIdx="10" presStyleCnt="12"/>
      <dgm:spPr/>
    </dgm:pt>
    <dgm:pt modelId="{395235FE-4613-4DF3-9585-6B28FCF558C7}" type="pres">
      <dgm:prSet presAssocID="{10B993C7-6992-4AB0-BFC8-8221128E138F}" presName="hierRoot2" presStyleCnt="0">
        <dgm:presLayoutVars>
          <dgm:hierBranch val="init"/>
        </dgm:presLayoutVars>
      </dgm:prSet>
      <dgm:spPr/>
    </dgm:pt>
    <dgm:pt modelId="{D7FE857D-CC2A-491C-8AB3-B3F66909A719}" type="pres">
      <dgm:prSet presAssocID="{10B993C7-6992-4AB0-BFC8-8221128E138F}" presName="rootComposite" presStyleCnt="0"/>
      <dgm:spPr/>
    </dgm:pt>
    <dgm:pt modelId="{76B4D692-3CCC-4286-A6D4-694D9BB7EEF2}" type="pres">
      <dgm:prSet presAssocID="{10B993C7-6992-4AB0-BFC8-8221128E138F}" presName="rootText" presStyleLbl="node3" presStyleIdx="10" presStyleCnt="12" custLinFactNeighborX="-1775" custLinFactNeighborY="-179">
        <dgm:presLayoutVars>
          <dgm:chPref val="3"/>
        </dgm:presLayoutVars>
      </dgm:prSet>
      <dgm:spPr/>
    </dgm:pt>
    <dgm:pt modelId="{6D4EFC2F-429D-4E06-AA12-DFAE66842B9D}" type="pres">
      <dgm:prSet presAssocID="{10B993C7-6992-4AB0-BFC8-8221128E138F}" presName="rootConnector" presStyleLbl="node3" presStyleIdx="10" presStyleCnt="12"/>
      <dgm:spPr/>
    </dgm:pt>
    <dgm:pt modelId="{E79D348E-EE41-40EB-939C-C51F155287FA}" type="pres">
      <dgm:prSet presAssocID="{10B993C7-6992-4AB0-BFC8-8221128E138F}" presName="hierChild4" presStyleCnt="0"/>
      <dgm:spPr/>
    </dgm:pt>
    <dgm:pt modelId="{53408366-C18D-4343-A2C2-231ABBDD1943}" type="pres">
      <dgm:prSet presAssocID="{10B993C7-6992-4AB0-BFC8-8221128E138F}" presName="hierChild5" presStyleCnt="0"/>
      <dgm:spPr/>
    </dgm:pt>
    <dgm:pt modelId="{E09D8998-9824-4D97-AA4F-A27BDC378D61}" type="pres">
      <dgm:prSet presAssocID="{201E6EC1-2AEF-45CE-B716-3A5A82D979F9}" presName="Name48" presStyleLbl="parChTrans1D3" presStyleIdx="11" presStyleCnt="12"/>
      <dgm:spPr/>
    </dgm:pt>
    <dgm:pt modelId="{80F40FF4-D6F7-4779-AE89-C7634C3382A9}" type="pres">
      <dgm:prSet presAssocID="{BB5396CC-D65C-4367-9232-A3AAE4ECC6D2}" presName="hierRoot2" presStyleCnt="0">
        <dgm:presLayoutVars>
          <dgm:hierBranch val="init"/>
        </dgm:presLayoutVars>
      </dgm:prSet>
      <dgm:spPr/>
    </dgm:pt>
    <dgm:pt modelId="{F9328323-83D8-4495-BC20-A8B93D92E377}" type="pres">
      <dgm:prSet presAssocID="{BB5396CC-D65C-4367-9232-A3AAE4ECC6D2}" presName="rootComposite" presStyleCnt="0"/>
      <dgm:spPr/>
    </dgm:pt>
    <dgm:pt modelId="{7C447FCC-17FE-4168-B611-AADF5990F0E0}" type="pres">
      <dgm:prSet presAssocID="{BB5396CC-D65C-4367-9232-A3AAE4ECC6D2}" presName="rootText" presStyleLbl="node3" presStyleIdx="11" presStyleCnt="12">
        <dgm:presLayoutVars>
          <dgm:chPref val="3"/>
        </dgm:presLayoutVars>
      </dgm:prSet>
      <dgm:spPr/>
    </dgm:pt>
    <dgm:pt modelId="{F733272F-1951-479F-99B6-1F6AD06DFB23}" type="pres">
      <dgm:prSet presAssocID="{BB5396CC-D65C-4367-9232-A3AAE4ECC6D2}" presName="rootConnector" presStyleLbl="node3" presStyleIdx="11" presStyleCnt="12"/>
      <dgm:spPr/>
    </dgm:pt>
    <dgm:pt modelId="{8026F1E9-1B80-4112-BA23-1A3B96B7D41D}" type="pres">
      <dgm:prSet presAssocID="{BB5396CC-D65C-4367-9232-A3AAE4ECC6D2}" presName="hierChild4" presStyleCnt="0"/>
      <dgm:spPr/>
    </dgm:pt>
    <dgm:pt modelId="{1BC16B09-61C8-49F7-8C89-3F7ADBDD0F2E}" type="pres">
      <dgm:prSet presAssocID="{BB5396CC-D65C-4367-9232-A3AAE4ECC6D2}" presName="hierChild5" presStyleCnt="0"/>
      <dgm:spPr/>
    </dgm:pt>
    <dgm:pt modelId="{B3B0AF63-C1AE-4227-8A72-D918EE91C59D}" type="pres">
      <dgm:prSet presAssocID="{9DF1F688-7550-4182-94B7-2951EF110B17}" presName="hierChild5" presStyleCnt="0"/>
      <dgm:spPr/>
    </dgm:pt>
    <dgm:pt modelId="{9F7AA095-6D27-4B4D-80E3-2A31D3B59CAA}" type="pres">
      <dgm:prSet presAssocID="{0C3A3553-281C-49A5-BF53-81BBF49887FB}" presName="hierChild3" presStyleCnt="0"/>
      <dgm:spPr/>
    </dgm:pt>
    <dgm:pt modelId="{92CFD5C0-1277-4771-9EFB-04875DC3BC07}" type="pres">
      <dgm:prSet presAssocID="{4531D368-23AD-4CF4-AABC-5D653C62E7CB}" presName="Name111" presStyleLbl="parChTrans1D2" presStyleIdx="3" presStyleCnt="4"/>
      <dgm:spPr/>
    </dgm:pt>
    <dgm:pt modelId="{52313535-9C0C-4084-A1CD-EFC440336E4E}" type="pres">
      <dgm:prSet presAssocID="{4C36E2FB-D602-496C-9298-264BE5D41A7E}" presName="hierRoot3" presStyleCnt="0">
        <dgm:presLayoutVars>
          <dgm:hierBranch val="init"/>
        </dgm:presLayoutVars>
      </dgm:prSet>
      <dgm:spPr/>
    </dgm:pt>
    <dgm:pt modelId="{200661D0-3D51-43E4-A18E-81FA8C903DFB}" type="pres">
      <dgm:prSet presAssocID="{4C36E2FB-D602-496C-9298-264BE5D41A7E}" presName="rootComposite3" presStyleCnt="0"/>
      <dgm:spPr/>
    </dgm:pt>
    <dgm:pt modelId="{41B71AA9-D83A-4C29-8B7B-1495C3D58671}" type="pres">
      <dgm:prSet presAssocID="{4C36E2FB-D602-496C-9298-264BE5D41A7E}" presName="rootText3" presStyleLbl="asst1" presStyleIdx="0" presStyleCnt="1" custScaleY="57221" custLinFactX="-38938" custLinFactNeighborX="-100000" custLinFactNeighborY="-3609">
        <dgm:presLayoutVars>
          <dgm:chPref val="3"/>
        </dgm:presLayoutVars>
      </dgm:prSet>
      <dgm:spPr/>
    </dgm:pt>
    <dgm:pt modelId="{54E43521-CD2F-40BB-89DC-42E0A63375DE}" type="pres">
      <dgm:prSet presAssocID="{4C36E2FB-D602-496C-9298-264BE5D41A7E}" presName="rootConnector3" presStyleLbl="asst1" presStyleIdx="0" presStyleCnt="1"/>
      <dgm:spPr/>
    </dgm:pt>
    <dgm:pt modelId="{7076395B-DB4A-4B7B-8D62-4B61DA966E2B}" type="pres">
      <dgm:prSet presAssocID="{4C36E2FB-D602-496C-9298-264BE5D41A7E}" presName="hierChild6" presStyleCnt="0"/>
      <dgm:spPr/>
    </dgm:pt>
    <dgm:pt modelId="{552657B0-8947-49FF-8DA3-55F5F9AD9633}" type="pres">
      <dgm:prSet presAssocID="{4C36E2FB-D602-496C-9298-264BE5D41A7E}" presName="hierChild7" presStyleCnt="0"/>
      <dgm:spPr/>
    </dgm:pt>
  </dgm:ptLst>
  <dgm:cxnLst>
    <dgm:cxn modelId="{8D5C0C01-3045-496D-9FC9-82E902E7005E}" type="presOf" srcId="{10B993C7-6992-4AB0-BFC8-8221128E138F}" destId="{6D4EFC2F-429D-4E06-AA12-DFAE66842B9D}" srcOrd="1" destOrd="0" presId="urn:microsoft.com/office/officeart/2005/8/layout/orgChart1"/>
    <dgm:cxn modelId="{46D93B02-0891-47F2-A5C9-529124E064B8}" type="presOf" srcId="{0C3A3553-281C-49A5-BF53-81BBF49887FB}" destId="{88AF3709-CB60-4221-BCE8-3D075F1A3EF1}" srcOrd="1" destOrd="0" presId="urn:microsoft.com/office/officeart/2005/8/layout/orgChart1"/>
    <dgm:cxn modelId="{4F4AED05-B550-426A-BA1C-8D86221F9A98}" type="presOf" srcId="{49C684AF-BCCD-4912-93ED-8D27F7DE118E}" destId="{56A56958-9A40-485A-A74D-56CBE0F05224}" srcOrd="0" destOrd="0" presId="urn:microsoft.com/office/officeart/2005/8/layout/orgChart1"/>
    <dgm:cxn modelId="{6B824E07-A224-4EFE-B055-BCE779CD1584}" type="presOf" srcId="{2287BE17-ECB1-4DF2-BE34-E6D9F26267F6}" destId="{3CBB07B7-4A10-435F-B492-2C629578F094}" srcOrd="1" destOrd="0" presId="urn:microsoft.com/office/officeart/2005/8/layout/orgChart1"/>
    <dgm:cxn modelId="{0AFFA809-E3FA-4B86-B826-FF446F0825EA}" type="presOf" srcId="{4C36E2FB-D602-496C-9298-264BE5D41A7E}" destId="{54E43521-CD2F-40BB-89DC-42E0A63375DE}" srcOrd="1" destOrd="0" presId="urn:microsoft.com/office/officeart/2005/8/layout/orgChart1"/>
    <dgm:cxn modelId="{F914970B-2D8E-4D76-984A-5201FD873B12}" type="presOf" srcId="{1BB7A27D-032A-43A8-8D30-0B0EFE9B94A7}" destId="{84BA28FF-D8C3-46A3-A863-FDE0CF9B3942}" srcOrd="0" destOrd="0" presId="urn:microsoft.com/office/officeart/2005/8/layout/orgChart1"/>
    <dgm:cxn modelId="{BCF33A0E-9660-4001-911D-7005F19CADE1}" type="presOf" srcId="{F26BE555-FB9F-4C53-A612-9D45910202F4}" destId="{53844A72-89D0-44A4-B46F-06F1D37CF3BF}" srcOrd="0" destOrd="0" presId="urn:microsoft.com/office/officeart/2005/8/layout/orgChart1"/>
    <dgm:cxn modelId="{CE9F8312-08C8-47D5-AC3D-DEA398098929}" type="presOf" srcId="{DA16A443-D3A6-493F-93A6-69CC73236188}" destId="{8A8DB0CA-981C-484C-B547-73A78776E4A4}" srcOrd="0" destOrd="0" presId="urn:microsoft.com/office/officeart/2005/8/layout/orgChart1"/>
    <dgm:cxn modelId="{EBF43315-DD3F-4D83-8CC3-5C20B83B9A06}" type="presOf" srcId="{005F3C6F-97DB-4781-BB9D-3A69D910184A}" destId="{772132F7-F7B7-42ED-B7CF-F26E4FE39CD1}" srcOrd="0" destOrd="0" presId="urn:microsoft.com/office/officeart/2005/8/layout/orgChart1"/>
    <dgm:cxn modelId="{26061C17-E580-42DB-BA38-CAFFCB6597ED}" type="presOf" srcId="{9D5D9F02-5B6F-46A5-B58F-5D04FD1DAE71}" destId="{78EE5090-326D-47D3-99D6-1767680D5CD5}" srcOrd="0" destOrd="0" presId="urn:microsoft.com/office/officeart/2005/8/layout/orgChart1"/>
    <dgm:cxn modelId="{F52B8E1B-58B9-4A99-9F79-50ED7A9C93A9}" type="presOf" srcId="{08AD62B3-204C-4A37-9EBD-78623136DD49}" destId="{A892B15A-1156-4CA3-A1B1-F8CB9E589B54}" srcOrd="1" destOrd="0" presId="urn:microsoft.com/office/officeart/2005/8/layout/orgChart1"/>
    <dgm:cxn modelId="{A4FA6F1D-B561-45AE-9336-7FC32F0DA3B9}" type="presOf" srcId="{08AD62B3-204C-4A37-9EBD-78623136DD49}" destId="{1F5A23CD-4FEE-4591-AC17-9BE560C83955}" srcOrd="0" destOrd="0" presId="urn:microsoft.com/office/officeart/2005/8/layout/orgChart1"/>
    <dgm:cxn modelId="{46397C1D-4BF8-4F57-BC71-24E434600CC3}" type="presOf" srcId="{0C923C40-0C31-4362-85D6-F9EFCD937218}" destId="{F75060B9-B568-4A93-8782-B1682E2903B9}" srcOrd="1" destOrd="0" presId="urn:microsoft.com/office/officeart/2005/8/layout/orgChart1"/>
    <dgm:cxn modelId="{78622D20-833F-48EA-A17D-3D0C21DEE4F3}" type="presOf" srcId="{0AC26FA9-7C8E-453B-B1A3-22167D8DF9AA}" destId="{B74B3749-6CC9-476B-AA5D-B06ED7792A9C}" srcOrd="0" destOrd="0" presId="urn:microsoft.com/office/officeart/2005/8/layout/orgChart1"/>
    <dgm:cxn modelId="{42D98720-14CC-4094-BA64-8C16DA9809FC}" srcId="{9DF1F688-7550-4182-94B7-2951EF110B17}" destId="{109FD27B-6023-4720-B4CA-6FA5B743633C}" srcOrd="0" destOrd="0" parTransId="{873392E1-9904-4393-83AE-3A460AEBAF88}" sibTransId="{82C69D60-5622-4BEC-92D0-9D12F29A7ADC}"/>
    <dgm:cxn modelId="{A68A5027-2776-4D8B-9C57-5D0FCC901232}" srcId="{9874B90E-E93C-4314-AF66-B779A9B6CAA5}" destId="{2287BE17-ECB1-4DF2-BE34-E6D9F26267F6}" srcOrd="2" destOrd="0" parTransId="{08D2BA5C-E9F9-4C9A-B53C-B71B0A220700}" sibTransId="{7902A566-0056-453C-95E6-67D046184C83}"/>
    <dgm:cxn modelId="{89320329-D3F2-4035-AEA7-EB76AC2377DC}" srcId="{0C3A3553-281C-49A5-BF53-81BBF49887FB}" destId="{4C36E2FB-D602-496C-9298-264BE5D41A7E}" srcOrd="0" destOrd="0" parTransId="{4531D368-23AD-4CF4-AABC-5D653C62E7CB}" sibTransId="{2720EEBD-8419-4E6F-9A37-89D7BF08D3EA}"/>
    <dgm:cxn modelId="{E61C6B29-8FF8-4A45-9A0C-9064646CEAC8}" type="presOf" srcId="{B8850068-4C90-46CB-9BCB-373D323FC66C}" destId="{AD50F521-9A6C-4A10-9A3A-635039DAF7FA}" srcOrd="0" destOrd="0" presId="urn:microsoft.com/office/officeart/2005/8/layout/orgChart1"/>
    <dgm:cxn modelId="{28117429-823F-4E14-8DCE-4DA305C146A3}" type="presOf" srcId="{201E6EC1-2AEF-45CE-B716-3A5A82D979F9}" destId="{E09D8998-9824-4D97-AA4F-A27BDC378D61}" srcOrd="0" destOrd="0" presId="urn:microsoft.com/office/officeart/2005/8/layout/orgChart1"/>
    <dgm:cxn modelId="{904AE92F-44D7-46CA-882C-0706F6F0577A}" type="presOf" srcId="{873392E1-9904-4393-83AE-3A460AEBAF88}" destId="{71D90107-4CB5-4C3C-BBDE-41F66CF44395}" srcOrd="0" destOrd="0" presId="urn:microsoft.com/office/officeart/2005/8/layout/orgChart1"/>
    <dgm:cxn modelId="{EE284531-9048-42C0-AACF-E75352EC121C}" srcId="{9DF1F688-7550-4182-94B7-2951EF110B17}" destId="{10B993C7-6992-4AB0-BFC8-8221128E138F}" srcOrd="2" destOrd="0" parTransId="{49C684AF-BCCD-4912-93ED-8D27F7DE118E}" sibTransId="{CA318563-7678-4305-80A4-BB3325B69EB8}"/>
    <dgm:cxn modelId="{12664D31-C50A-4573-ADD5-8CB17BFF67D7}" type="presOf" srcId="{2F9D91ED-D58E-4C61-994B-2C1AE1B6C1E9}" destId="{3457BC02-AF7B-4817-9004-8DA80C6368B1}" srcOrd="0" destOrd="0" presId="urn:microsoft.com/office/officeart/2005/8/layout/orgChart1"/>
    <dgm:cxn modelId="{6DA4DC32-56FC-4FAD-AA71-A7F322965102}" srcId="{2F9D91ED-D58E-4C61-994B-2C1AE1B6C1E9}" destId="{0C923C40-0C31-4362-85D6-F9EFCD937218}" srcOrd="1" destOrd="0" parTransId="{005F3C6F-97DB-4781-BB9D-3A69D910184A}" sibTransId="{4D815E98-81E6-4CB3-BB4C-8674E66F43FC}"/>
    <dgm:cxn modelId="{0606BA38-ADFB-41D1-A91C-367F6F19C0C7}" type="presOf" srcId="{4D5484EE-7E5E-4D1F-8881-18160FEB78A6}" destId="{F4136242-2C7F-4541-BBFC-B63ADF6ABF38}" srcOrd="0" destOrd="0" presId="urn:microsoft.com/office/officeart/2005/8/layout/orgChart1"/>
    <dgm:cxn modelId="{ACFA6860-9535-46AC-992E-FC0AB58D6787}" srcId="{2F9D91ED-D58E-4C61-994B-2C1AE1B6C1E9}" destId="{B8850068-4C90-46CB-9BCB-373D323FC66C}" srcOrd="2" destOrd="0" parTransId="{4D5484EE-7E5E-4D1F-8881-18160FEB78A6}" sibTransId="{AEB4A78D-C931-484E-8911-F701C733AC52}"/>
    <dgm:cxn modelId="{6C72BE41-AF02-4584-9ABE-09EE9B30AC7F}" type="presOf" srcId="{08D2BA5C-E9F9-4C9A-B53C-B71B0A220700}" destId="{4575D2E1-E3DB-45C0-A366-81617C669BCD}" srcOrd="0" destOrd="0" presId="urn:microsoft.com/office/officeart/2005/8/layout/orgChart1"/>
    <dgm:cxn modelId="{B0FFE961-1616-48BF-B417-DACC76F47A5F}" type="presOf" srcId="{9874B90E-E93C-4314-AF66-B779A9B6CAA5}" destId="{AD13D8B3-C328-422B-88E8-09DB30315653}" srcOrd="0" destOrd="0" presId="urn:microsoft.com/office/officeart/2005/8/layout/orgChart1"/>
    <dgm:cxn modelId="{4E875B42-1C08-48D2-917C-2509BE74C794}" type="presOf" srcId="{56EFB7A3-D014-4916-A9BB-55DC4E709CDC}" destId="{527AB4F6-2C01-48A3-B8F7-40C42D161BE6}" srcOrd="0" destOrd="0" presId="urn:microsoft.com/office/officeart/2005/8/layout/orgChart1"/>
    <dgm:cxn modelId="{15885042-8E07-4197-B627-AC8FB6A81CAF}" srcId="{0C3A3553-281C-49A5-BF53-81BBF49887FB}" destId="{9DF1F688-7550-4182-94B7-2951EF110B17}" srcOrd="3" destOrd="0" parTransId="{01F4E4C0-F15B-49FB-B780-5F0C53D122D0}" sibTransId="{1CA96314-0579-4B72-A3A9-D4820D193AFC}"/>
    <dgm:cxn modelId="{43118F42-3548-47E3-B0F9-AABEC5115CDB}" type="presOf" srcId="{4531D368-23AD-4CF4-AABC-5D653C62E7CB}" destId="{92CFD5C0-1277-4771-9EFB-04875DC3BC07}" srcOrd="0" destOrd="0" presId="urn:microsoft.com/office/officeart/2005/8/layout/orgChart1"/>
    <dgm:cxn modelId="{A4259743-E64D-4E10-A847-F4F686AD784C}" type="presOf" srcId="{C09F6F34-7B8D-4C4E-94FF-58FDC030311C}" destId="{DB663C79-E167-4AE4-A9E4-37C4C0763B33}" srcOrd="1" destOrd="0" presId="urn:microsoft.com/office/officeart/2005/8/layout/orgChart1"/>
    <dgm:cxn modelId="{DBBCAC44-2795-4461-B0D7-C56547856BEB}" type="presOf" srcId="{9DF1F688-7550-4182-94B7-2951EF110B17}" destId="{B4429661-7AD5-476C-87F9-2A498E187F15}" srcOrd="0" destOrd="0" presId="urn:microsoft.com/office/officeart/2005/8/layout/orgChart1"/>
    <dgm:cxn modelId="{6CF3EA46-01CF-46D7-85A5-39CA8B493A12}" srcId="{0C3A3553-281C-49A5-BF53-81BBF49887FB}" destId="{9874B90E-E93C-4314-AF66-B779A9B6CAA5}" srcOrd="2" destOrd="0" parTransId="{F061CA3C-4EB9-49DF-8F82-86BAB3DBEA52}" sibTransId="{050D694E-1D3C-40A0-9B17-B040AE86D3E5}"/>
    <dgm:cxn modelId="{6824784A-9AE6-4621-AFB7-383A3C9FEF43}" type="presOf" srcId="{92F9358E-AD01-4B4F-BAB3-99338D8E4CFF}" destId="{60C58ABE-DDB1-4A57-8BA6-BA7F2D2AA879}" srcOrd="0" destOrd="0" presId="urn:microsoft.com/office/officeart/2005/8/layout/orgChart1"/>
    <dgm:cxn modelId="{E40F674F-9F00-454C-88AD-AE2AFEBEB86A}" type="presOf" srcId="{9DF1F688-7550-4182-94B7-2951EF110B17}" destId="{A600247D-F8DF-42E6-873B-759298FF8EC8}" srcOrd="1" destOrd="0" presId="urn:microsoft.com/office/officeart/2005/8/layout/orgChart1"/>
    <dgm:cxn modelId="{039D9C52-8238-4A3D-9559-C6D8BC41D9E4}" type="presOf" srcId="{F061CA3C-4EB9-49DF-8F82-86BAB3DBEA52}" destId="{8661AFE2-A665-43D3-96FA-CD312A3D7265}" srcOrd="0" destOrd="0" presId="urn:microsoft.com/office/officeart/2005/8/layout/orgChart1"/>
    <dgm:cxn modelId="{4DB0CE72-EC7E-416F-9828-1625FB8C8BE1}" type="presOf" srcId="{0AC26FA9-7C8E-453B-B1A3-22167D8DF9AA}" destId="{746261CE-A398-44B3-8060-8C6862FDAA7C}" srcOrd="1" destOrd="0" presId="urn:microsoft.com/office/officeart/2005/8/layout/orgChart1"/>
    <dgm:cxn modelId="{92288976-4946-400C-B202-9606AE7B76AD}" type="presOf" srcId="{E25CD8D4-9807-453C-B492-65ADC2C598F6}" destId="{D9C3AE83-8D6C-448E-A377-18E4797BD227}" srcOrd="0" destOrd="0" presId="urn:microsoft.com/office/officeart/2005/8/layout/orgChart1"/>
    <dgm:cxn modelId="{DA461757-A42D-464D-8E2D-E74EA253FD80}" type="presOf" srcId="{2287BE17-ECB1-4DF2-BE34-E6D9F26267F6}" destId="{02B36B46-C2EF-45A8-9024-CBEF07B2E599}" srcOrd="0" destOrd="0" presId="urn:microsoft.com/office/officeart/2005/8/layout/orgChart1"/>
    <dgm:cxn modelId="{A744467A-0387-42FC-8DBA-EE4DEC4E9961}" type="presOf" srcId="{0C3A3553-281C-49A5-BF53-81BBF49887FB}" destId="{C74611F1-BFDC-4298-A44F-8544CF3E3FD8}" srcOrd="0" destOrd="0" presId="urn:microsoft.com/office/officeart/2005/8/layout/orgChart1"/>
    <dgm:cxn modelId="{09FFD77D-175D-4C00-BA32-4E3028A217CA}" srcId="{9874B90E-E93C-4314-AF66-B779A9B6CAA5}" destId="{98990DE0-322C-4F3D-B888-2C5A8A249749}" srcOrd="0" destOrd="0" parTransId="{56EFB7A3-D014-4916-A9BB-55DC4E709CDC}" sibTransId="{8E47C620-35CB-4415-B03A-FF56AABF5DD3}"/>
    <dgm:cxn modelId="{3F03887E-B0C0-41A5-892C-7D260E31866E}" type="presOf" srcId="{109FD27B-6023-4720-B4CA-6FA5B743633C}" destId="{179FECBA-26BA-4AC5-BE2B-FB76CADB5FE1}" srcOrd="1" destOrd="0" presId="urn:microsoft.com/office/officeart/2005/8/layout/orgChart1"/>
    <dgm:cxn modelId="{CB735584-4196-4FCF-8A9E-813B4053E543}" type="presOf" srcId="{98990DE0-322C-4F3D-B888-2C5A8A249749}" destId="{D3882533-9894-4510-8627-717CDE9B11D9}" srcOrd="0" destOrd="0" presId="urn:microsoft.com/office/officeart/2005/8/layout/orgChart1"/>
    <dgm:cxn modelId="{A305398F-2FD9-400C-9B83-D21BD336709B}" type="presOf" srcId="{4C36E2FB-D602-496C-9298-264BE5D41A7E}" destId="{41B71AA9-D83A-4C29-8B7B-1495C3D58671}" srcOrd="0" destOrd="0" presId="urn:microsoft.com/office/officeart/2005/8/layout/orgChart1"/>
    <dgm:cxn modelId="{50227193-B783-44DC-A244-93117FDC578C}" type="presOf" srcId="{B8850068-4C90-46CB-9BCB-373D323FC66C}" destId="{E671BAD0-69C7-4FBC-84CC-C99C3712D814}" srcOrd="1" destOrd="0" presId="urn:microsoft.com/office/officeart/2005/8/layout/orgChart1"/>
    <dgm:cxn modelId="{02E36B9A-3A7B-4FD6-BFD6-5FF35ECB32E5}" type="presOf" srcId="{2F9D91ED-D58E-4C61-994B-2C1AE1B6C1E9}" destId="{99216135-E4AA-4132-97D8-9AB4BFE00FFF}" srcOrd="1" destOrd="0" presId="urn:microsoft.com/office/officeart/2005/8/layout/orgChart1"/>
    <dgm:cxn modelId="{2DD07B9A-DBDB-4C01-B171-ECFC110BA2E1}" srcId="{0C3A3553-281C-49A5-BF53-81BBF49887FB}" destId="{2F9D91ED-D58E-4C61-994B-2C1AE1B6C1E9}" srcOrd="1" destOrd="0" parTransId="{D79CB7C7-0813-4E44-8865-BEFCEF0AC373}" sibTransId="{6C5FA825-A980-4EEF-BBD9-2787FED4D56D}"/>
    <dgm:cxn modelId="{1BD0D99A-3457-4C90-BC0D-97497C2BA384}" type="presOf" srcId="{9B48039A-B7E0-4953-BA7C-576AC48C440C}" destId="{7012B8CD-BDD0-4A56-A195-7E641E3C31CC}" srcOrd="1" destOrd="0" presId="urn:microsoft.com/office/officeart/2005/8/layout/orgChart1"/>
    <dgm:cxn modelId="{FB77B99E-DB96-4511-805F-971A531641CA}" type="presOf" srcId="{9D5D9F02-5B6F-46A5-B58F-5D04FD1DAE71}" destId="{829E4947-C5C8-4114-8371-E44F79CC11DA}" srcOrd="1" destOrd="0" presId="urn:microsoft.com/office/officeart/2005/8/layout/orgChart1"/>
    <dgm:cxn modelId="{2116E19F-413F-46A1-BA6C-119FBD88FC42}" type="presOf" srcId="{01F4E4C0-F15B-49FB-B780-5F0C53D122D0}" destId="{04E18143-BC63-41F1-8F60-AB8F52092470}" srcOrd="0" destOrd="0" presId="urn:microsoft.com/office/officeart/2005/8/layout/orgChart1"/>
    <dgm:cxn modelId="{D7E9D9A8-751D-4D08-9514-BADB633FB6A2}" type="presOf" srcId="{D79CB7C7-0813-4E44-8865-BEFCEF0AC373}" destId="{91F4CE45-97ED-49C9-9B75-E55DF5286C8D}" srcOrd="0" destOrd="0" presId="urn:microsoft.com/office/officeart/2005/8/layout/orgChart1"/>
    <dgm:cxn modelId="{C68392B1-882C-44C6-B415-11B10AEC2767}" type="presOf" srcId="{109FD27B-6023-4720-B4CA-6FA5B743633C}" destId="{BEB52C7F-087C-4B22-9BE5-6F5BBB399037}" srcOrd="0" destOrd="0" presId="urn:microsoft.com/office/officeart/2005/8/layout/orgChart1"/>
    <dgm:cxn modelId="{8443AFB4-6CA0-4110-95A5-B619E5EEB647}" type="presOf" srcId="{98990DE0-322C-4F3D-B888-2C5A8A249749}" destId="{BD7D9685-2976-44B8-83E7-7AE89E801ED3}" srcOrd="1" destOrd="0" presId="urn:microsoft.com/office/officeart/2005/8/layout/orgChart1"/>
    <dgm:cxn modelId="{009333BA-AE28-4CA6-8AD1-23CB747F9208}" type="presOf" srcId="{9874B90E-E93C-4314-AF66-B779A9B6CAA5}" destId="{26A01350-9576-45EA-A030-0F6700B0DB39}" srcOrd="1" destOrd="0" presId="urn:microsoft.com/office/officeart/2005/8/layout/orgChart1"/>
    <dgm:cxn modelId="{8B44CEBD-9407-4D5B-8F7E-597708B285F2}" srcId="{416F3491-AE5C-4196-A2BB-81152A3BF944}" destId="{0C3A3553-281C-49A5-BF53-81BBF49887FB}" srcOrd="0" destOrd="0" parTransId="{9041B030-4BFF-497B-B7E3-32481A06E07B}" sibTransId="{7C2EF56E-9171-4F92-A7F5-B1D68A7F8D0F}"/>
    <dgm:cxn modelId="{29500FC1-BBE3-4176-AD68-A08C09892B04}" srcId="{9DF1F688-7550-4182-94B7-2951EF110B17}" destId="{9D5D9F02-5B6F-46A5-B58F-5D04FD1DAE71}" srcOrd="1" destOrd="0" parTransId="{F26BE555-FB9F-4C53-A612-9D45910202F4}" sibTransId="{064B08F3-5437-43F1-A633-BB7A7AD68BD5}"/>
    <dgm:cxn modelId="{7B8E0BC2-63C8-42CF-A7E9-28D921C272EA}" srcId="{9874B90E-E93C-4314-AF66-B779A9B6CAA5}" destId="{08AD62B3-204C-4A37-9EBD-78623136DD49}" srcOrd="3" destOrd="0" parTransId="{E25CD8D4-9807-453C-B492-65ADC2C598F6}" sibTransId="{5481E361-55CC-4881-9567-AA6F7A0F1CA3}"/>
    <dgm:cxn modelId="{DA1147C4-FF81-4C26-8D38-B161AE1DCBE9}" srcId="{9874B90E-E93C-4314-AF66-B779A9B6CAA5}" destId="{C09F6F34-7B8D-4C4E-94FF-58FDC030311C}" srcOrd="1" destOrd="0" parTransId="{92F9358E-AD01-4B4F-BAB3-99338D8E4CFF}" sibTransId="{D395A22F-8C22-48F4-94E9-CA57AFEB6279}"/>
    <dgm:cxn modelId="{070532C6-5332-4679-BEF9-A57869BC9CBB}" srcId="{9874B90E-E93C-4314-AF66-B779A9B6CAA5}" destId="{0AC26FA9-7C8E-453B-B1A3-22167D8DF9AA}" srcOrd="4" destOrd="0" parTransId="{DA16A443-D3A6-493F-93A6-69CC73236188}" sibTransId="{0FAC0492-0B6C-4070-8EC8-A05F0935E7E3}"/>
    <dgm:cxn modelId="{8E8EC5D1-1A0C-42A2-9AFC-0554A68E9C5C}" type="presOf" srcId="{BB5396CC-D65C-4367-9232-A3AAE4ECC6D2}" destId="{F733272F-1951-479F-99B6-1F6AD06DFB23}" srcOrd="1" destOrd="0" presId="urn:microsoft.com/office/officeart/2005/8/layout/orgChart1"/>
    <dgm:cxn modelId="{1B4D07D5-F567-4D43-8B91-AC41005DAFC3}" type="presOf" srcId="{BB5396CC-D65C-4367-9232-A3AAE4ECC6D2}" destId="{7C447FCC-17FE-4168-B611-AADF5990F0E0}" srcOrd="0" destOrd="0" presId="urn:microsoft.com/office/officeart/2005/8/layout/orgChart1"/>
    <dgm:cxn modelId="{4A2A95DC-C392-40A0-BA3E-934EFE67AF13}" type="presOf" srcId="{0C923C40-0C31-4362-85D6-F9EFCD937218}" destId="{E26D08DE-E16F-4A70-8D73-6F9755949632}" srcOrd="0" destOrd="0" presId="urn:microsoft.com/office/officeart/2005/8/layout/orgChart1"/>
    <dgm:cxn modelId="{A3321AE1-D430-405F-ADBB-44BCB7E9A871}" type="presOf" srcId="{10B993C7-6992-4AB0-BFC8-8221128E138F}" destId="{76B4D692-3CCC-4286-A6D4-694D9BB7EEF2}" srcOrd="0" destOrd="0" presId="urn:microsoft.com/office/officeart/2005/8/layout/orgChart1"/>
    <dgm:cxn modelId="{507497E3-F7E3-42C8-B395-7DE796EBF9EF}" type="presOf" srcId="{416F3491-AE5C-4196-A2BB-81152A3BF944}" destId="{D4D423F3-7A56-4607-8E83-734FB2520271}" srcOrd="0" destOrd="0" presId="urn:microsoft.com/office/officeart/2005/8/layout/orgChart1"/>
    <dgm:cxn modelId="{99167EEF-8ACF-4990-82F4-7BA25696EA1D}" srcId="{2F9D91ED-D58E-4C61-994B-2C1AE1B6C1E9}" destId="{9B48039A-B7E0-4953-BA7C-576AC48C440C}" srcOrd="0" destOrd="0" parTransId="{1BB7A27D-032A-43A8-8D30-0B0EFE9B94A7}" sibTransId="{B3186748-63B4-4848-8B3E-A0DAFBB0ADA3}"/>
    <dgm:cxn modelId="{7EA050F2-0C75-489B-93EF-9CCD0E8E3935}" type="presOf" srcId="{9B48039A-B7E0-4953-BA7C-576AC48C440C}" destId="{57D93AA6-CDE6-4B8A-9346-68B9AFD484C7}" srcOrd="0" destOrd="0" presId="urn:microsoft.com/office/officeart/2005/8/layout/orgChart1"/>
    <dgm:cxn modelId="{AF72B2F4-E558-4428-A41C-36AEB67EF4C7}" type="presOf" srcId="{C09F6F34-7B8D-4C4E-94FF-58FDC030311C}" destId="{400A3A4E-A2F5-442E-8110-4F184315BBEF}" srcOrd="0" destOrd="0" presId="urn:microsoft.com/office/officeart/2005/8/layout/orgChart1"/>
    <dgm:cxn modelId="{5B7B0FFE-EB7A-4906-9FDC-1CE64DC1FB65}" srcId="{9DF1F688-7550-4182-94B7-2951EF110B17}" destId="{BB5396CC-D65C-4367-9232-A3AAE4ECC6D2}" srcOrd="3" destOrd="0" parTransId="{201E6EC1-2AEF-45CE-B716-3A5A82D979F9}" sibTransId="{BE265E91-26B6-4C16-A18B-8998049308F9}"/>
    <dgm:cxn modelId="{D747FFD7-8553-4325-ACED-0E12C4BF347E}" type="presParOf" srcId="{D4D423F3-7A56-4607-8E83-734FB2520271}" destId="{7547F939-020E-4FA2-8BF7-7FC04015B57A}" srcOrd="0" destOrd="0" presId="urn:microsoft.com/office/officeart/2005/8/layout/orgChart1"/>
    <dgm:cxn modelId="{348DCC30-A5E7-45DD-9C97-348F62255827}" type="presParOf" srcId="{7547F939-020E-4FA2-8BF7-7FC04015B57A}" destId="{7A6BCA39-29BB-4063-9CB9-A8E0D9442AC5}" srcOrd="0" destOrd="0" presId="urn:microsoft.com/office/officeart/2005/8/layout/orgChart1"/>
    <dgm:cxn modelId="{31ACC1E6-54D8-401C-8596-CF9506680A87}" type="presParOf" srcId="{7A6BCA39-29BB-4063-9CB9-A8E0D9442AC5}" destId="{C74611F1-BFDC-4298-A44F-8544CF3E3FD8}" srcOrd="0" destOrd="0" presId="urn:microsoft.com/office/officeart/2005/8/layout/orgChart1"/>
    <dgm:cxn modelId="{2B8A0012-FCFD-4026-AD68-278554A7F06D}" type="presParOf" srcId="{7A6BCA39-29BB-4063-9CB9-A8E0D9442AC5}" destId="{88AF3709-CB60-4221-BCE8-3D075F1A3EF1}" srcOrd="1" destOrd="0" presId="urn:microsoft.com/office/officeart/2005/8/layout/orgChart1"/>
    <dgm:cxn modelId="{5D9E81AF-C023-4934-B61E-317209539207}" type="presParOf" srcId="{7547F939-020E-4FA2-8BF7-7FC04015B57A}" destId="{4D87A38F-54C3-4791-9D4E-5F9751DC0F2B}" srcOrd="1" destOrd="0" presId="urn:microsoft.com/office/officeart/2005/8/layout/orgChart1"/>
    <dgm:cxn modelId="{AB8594A3-CCB4-464F-9AA6-6E306E6D2EDE}" type="presParOf" srcId="{4D87A38F-54C3-4791-9D4E-5F9751DC0F2B}" destId="{91F4CE45-97ED-49C9-9B75-E55DF5286C8D}" srcOrd="0" destOrd="0" presId="urn:microsoft.com/office/officeart/2005/8/layout/orgChart1"/>
    <dgm:cxn modelId="{93CC987C-D23C-4BAF-AAD9-94EEBD1CFCD1}" type="presParOf" srcId="{4D87A38F-54C3-4791-9D4E-5F9751DC0F2B}" destId="{6D4DBC6B-348E-4030-A78E-AC60642ABD00}" srcOrd="1" destOrd="0" presId="urn:microsoft.com/office/officeart/2005/8/layout/orgChart1"/>
    <dgm:cxn modelId="{E0B2CCC2-0A68-48D5-A9DE-4A5EDBFF3191}" type="presParOf" srcId="{6D4DBC6B-348E-4030-A78E-AC60642ABD00}" destId="{F5B27966-B078-47B6-AC63-CF78028E0D46}" srcOrd="0" destOrd="0" presId="urn:microsoft.com/office/officeart/2005/8/layout/orgChart1"/>
    <dgm:cxn modelId="{D0408C1E-95DB-4FE6-BF24-F06DEC757A78}" type="presParOf" srcId="{F5B27966-B078-47B6-AC63-CF78028E0D46}" destId="{3457BC02-AF7B-4817-9004-8DA80C6368B1}" srcOrd="0" destOrd="0" presId="urn:microsoft.com/office/officeart/2005/8/layout/orgChart1"/>
    <dgm:cxn modelId="{CB3AB285-8F58-4776-A822-FF68E07B4FD0}" type="presParOf" srcId="{F5B27966-B078-47B6-AC63-CF78028E0D46}" destId="{99216135-E4AA-4132-97D8-9AB4BFE00FFF}" srcOrd="1" destOrd="0" presId="urn:microsoft.com/office/officeart/2005/8/layout/orgChart1"/>
    <dgm:cxn modelId="{34B742D6-5B03-4FBF-B39E-252A1D67D9A9}" type="presParOf" srcId="{6D4DBC6B-348E-4030-A78E-AC60642ABD00}" destId="{7C467E8F-91C9-45F3-96B9-C273D2D4FF3C}" srcOrd="1" destOrd="0" presId="urn:microsoft.com/office/officeart/2005/8/layout/orgChart1"/>
    <dgm:cxn modelId="{58A8A117-555F-4F1C-A532-1AAE3762CBED}" type="presParOf" srcId="{7C467E8F-91C9-45F3-96B9-C273D2D4FF3C}" destId="{84BA28FF-D8C3-46A3-A863-FDE0CF9B3942}" srcOrd="0" destOrd="0" presId="urn:microsoft.com/office/officeart/2005/8/layout/orgChart1"/>
    <dgm:cxn modelId="{3324C110-F4B7-44DB-86D2-0F1B671FCC5D}" type="presParOf" srcId="{7C467E8F-91C9-45F3-96B9-C273D2D4FF3C}" destId="{87CDE802-5C0B-4750-82EA-7469536BD221}" srcOrd="1" destOrd="0" presId="urn:microsoft.com/office/officeart/2005/8/layout/orgChart1"/>
    <dgm:cxn modelId="{9CA4DC5E-5B0A-4522-AF4B-5122E233DCA8}" type="presParOf" srcId="{87CDE802-5C0B-4750-82EA-7469536BD221}" destId="{83250FA8-940E-45BC-87F9-1E455C6F8BF1}" srcOrd="0" destOrd="0" presId="urn:microsoft.com/office/officeart/2005/8/layout/orgChart1"/>
    <dgm:cxn modelId="{62DD965E-16F9-47BA-AC98-066597328C5D}" type="presParOf" srcId="{83250FA8-940E-45BC-87F9-1E455C6F8BF1}" destId="{57D93AA6-CDE6-4B8A-9346-68B9AFD484C7}" srcOrd="0" destOrd="0" presId="urn:microsoft.com/office/officeart/2005/8/layout/orgChart1"/>
    <dgm:cxn modelId="{11FC2453-773A-4172-B7FC-3D3DFA11F4D9}" type="presParOf" srcId="{83250FA8-940E-45BC-87F9-1E455C6F8BF1}" destId="{7012B8CD-BDD0-4A56-A195-7E641E3C31CC}" srcOrd="1" destOrd="0" presId="urn:microsoft.com/office/officeart/2005/8/layout/orgChart1"/>
    <dgm:cxn modelId="{0A98A6E4-C46D-4C58-B25A-DA209D1BECC1}" type="presParOf" srcId="{87CDE802-5C0B-4750-82EA-7469536BD221}" destId="{1A9CFB2D-97A0-4AB0-BC37-B3B513EE23A8}" srcOrd="1" destOrd="0" presId="urn:microsoft.com/office/officeart/2005/8/layout/orgChart1"/>
    <dgm:cxn modelId="{4DCC0808-CC3E-4802-A0CB-7E1513899C41}" type="presParOf" srcId="{87CDE802-5C0B-4750-82EA-7469536BD221}" destId="{904B5225-0B3D-4786-A702-47FC1C018213}" srcOrd="2" destOrd="0" presId="urn:microsoft.com/office/officeart/2005/8/layout/orgChart1"/>
    <dgm:cxn modelId="{80F9183D-6E6C-433F-8897-E305BD2904BD}" type="presParOf" srcId="{7C467E8F-91C9-45F3-96B9-C273D2D4FF3C}" destId="{772132F7-F7B7-42ED-B7CF-F26E4FE39CD1}" srcOrd="2" destOrd="0" presId="urn:microsoft.com/office/officeart/2005/8/layout/orgChart1"/>
    <dgm:cxn modelId="{E97E5E83-4A02-4E30-AD1D-D0289A73599D}" type="presParOf" srcId="{7C467E8F-91C9-45F3-96B9-C273D2D4FF3C}" destId="{056914B3-5ED2-405A-9D7E-0D8EAEE698BD}" srcOrd="3" destOrd="0" presId="urn:microsoft.com/office/officeart/2005/8/layout/orgChart1"/>
    <dgm:cxn modelId="{A0D976CE-5C55-4A5A-97E0-3271C3203EA6}" type="presParOf" srcId="{056914B3-5ED2-405A-9D7E-0D8EAEE698BD}" destId="{B29BA18D-3D59-4F26-A19C-8C46EC589282}" srcOrd="0" destOrd="0" presId="urn:microsoft.com/office/officeart/2005/8/layout/orgChart1"/>
    <dgm:cxn modelId="{92B4BDCB-452C-417A-969C-73698FCC8F08}" type="presParOf" srcId="{B29BA18D-3D59-4F26-A19C-8C46EC589282}" destId="{E26D08DE-E16F-4A70-8D73-6F9755949632}" srcOrd="0" destOrd="0" presId="urn:microsoft.com/office/officeart/2005/8/layout/orgChart1"/>
    <dgm:cxn modelId="{AE173BFC-6A94-4B25-93E5-D5565EF6BD9C}" type="presParOf" srcId="{B29BA18D-3D59-4F26-A19C-8C46EC589282}" destId="{F75060B9-B568-4A93-8782-B1682E2903B9}" srcOrd="1" destOrd="0" presId="urn:microsoft.com/office/officeart/2005/8/layout/orgChart1"/>
    <dgm:cxn modelId="{18483728-0E6A-4670-BFAD-31396816836F}" type="presParOf" srcId="{056914B3-5ED2-405A-9D7E-0D8EAEE698BD}" destId="{00106649-D2CD-47D1-962E-3A65B3CB6404}" srcOrd="1" destOrd="0" presId="urn:microsoft.com/office/officeart/2005/8/layout/orgChart1"/>
    <dgm:cxn modelId="{8F18299B-2C38-4F0B-9F3D-FF185E3D0FA9}" type="presParOf" srcId="{056914B3-5ED2-405A-9D7E-0D8EAEE698BD}" destId="{9DAF3F42-EA24-42C6-9025-9B524BA3788C}" srcOrd="2" destOrd="0" presId="urn:microsoft.com/office/officeart/2005/8/layout/orgChart1"/>
    <dgm:cxn modelId="{77322732-E53B-44F1-8229-E189B105FE1A}" type="presParOf" srcId="{7C467E8F-91C9-45F3-96B9-C273D2D4FF3C}" destId="{F4136242-2C7F-4541-BBFC-B63ADF6ABF38}" srcOrd="4" destOrd="0" presId="urn:microsoft.com/office/officeart/2005/8/layout/orgChart1"/>
    <dgm:cxn modelId="{B2E84212-0DB4-448D-957F-59DCF4956BDB}" type="presParOf" srcId="{7C467E8F-91C9-45F3-96B9-C273D2D4FF3C}" destId="{3AC6A38F-F4C7-4D0F-8760-F2D1D045AEE5}" srcOrd="5" destOrd="0" presId="urn:microsoft.com/office/officeart/2005/8/layout/orgChart1"/>
    <dgm:cxn modelId="{192D68FB-30BB-4A1C-A56D-190102CBB3D3}" type="presParOf" srcId="{3AC6A38F-F4C7-4D0F-8760-F2D1D045AEE5}" destId="{2680CE03-D0ED-45B0-BA02-BFA7B5D0B576}" srcOrd="0" destOrd="0" presId="urn:microsoft.com/office/officeart/2005/8/layout/orgChart1"/>
    <dgm:cxn modelId="{F7B6F132-EB3C-45D5-AABA-9497D0BBD8BA}" type="presParOf" srcId="{2680CE03-D0ED-45B0-BA02-BFA7B5D0B576}" destId="{AD50F521-9A6C-4A10-9A3A-635039DAF7FA}" srcOrd="0" destOrd="0" presId="urn:microsoft.com/office/officeart/2005/8/layout/orgChart1"/>
    <dgm:cxn modelId="{C6ECB8F9-D5A9-4BD4-89FF-1F04238EACD3}" type="presParOf" srcId="{2680CE03-D0ED-45B0-BA02-BFA7B5D0B576}" destId="{E671BAD0-69C7-4FBC-84CC-C99C3712D814}" srcOrd="1" destOrd="0" presId="urn:microsoft.com/office/officeart/2005/8/layout/orgChart1"/>
    <dgm:cxn modelId="{2CEE4EFD-806D-4944-B48A-182734FE1E51}" type="presParOf" srcId="{3AC6A38F-F4C7-4D0F-8760-F2D1D045AEE5}" destId="{2F0BBA5A-2DC4-481E-847B-DB16F90CC1DB}" srcOrd="1" destOrd="0" presId="urn:microsoft.com/office/officeart/2005/8/layout/orgChart1"/>
    <dgm:cxn modelId="{81D511ED-43D2-4D85-ACFA-98ACD8E0DC59}" type="presParOf" srcId="{3AC6A38F-F4C7-4D0F-8760-F2D1D045AEE5}" destId="{1978CE99-BD2B-4AEF-AB74-034558B9101E}" srcOrd="2" destOrd="0" presId="urn:microsoft.com/office/officeart/2005/8/layout/orgChart1"/>
    <dgm:cxn modelId="{9E2325D5-83DF-4EB2-B376-69EEAE88CE6E}" type="presParOf" srcId="{6D4DBC6B-348E-4030-A78E-AC60642ABD00}" destId="{5F89DE88-7031-4D18-BCC6-B5999CB00E66}" srcOrd="2" destOrd="0" presId="urn:microsoft.com/office/officeart/2005/8/layout/orgChart1"/>
    <dgm:cxn modelId="{45A875FB-7DEE-4B21-A591-05C35B904BDD}" type="presParOf" srcId="{4D87A38F-54C3-4791-9D4E-5F9751DC0F2B}" destId="{8661AFE2-A665-43D3-96FA-CD312A3D7265}" srcOrd="2" destOrd="0" presId="urn:microsoft.com/office/officeart/2005/8/layout/orgChart1"/>
    <dgm:cxn modelId="{C583FABC-8476-490B-9319-A5CC73456633}" type="presParOf" srcId="{4D87A38F-54C3-4791-9D4E-5F9751DC0F2B}" destId="{3B13ECB9-501B-44E5-94FC-823E73377F09}" srcOrd="3" destOrd="0" presId="urn:microsoft.com/office/officeart/2005/8/layout/orgChart1"/>
    <dgm:cxn modelId="{F8034BE7-8248-49F4-9339-391903C870CC}" type="presParOf" srcId="{3B13ECB9-501B-44E5-94FC-823E73377F09}" destId="{ACD7870F-07F2-4C4A-A21B-F8CF972ACCB3}" srcOrd="0" destOrd="0" presId="urn:microsoft.com/office/officeart/2005/8/layout/orgChart1"/>
    <dgm:cxn modelId="{A3CD0D4E-2569-494A-948F-DEDA0DAC3D1B}" type="presParOf" srcId="{ACD7870F-07F2-4C4A-A21B-F8CF972ACCB3}" destId="{AD13D8B3-C328-422B-88E8-09DB30315653}" srcOrd="0" destOrd="0" presId="urn:microsoft.com/office/officeart/2005/8/layout/orgChart1"/>
    <dgm:cxn modelId="{E959D413-79C7-48B8-98AA-7A3A3E8E8EB6}" type="presParOf" srcId="{ACD7870F-07F2-4C4A-A21B-F8CF972ACCB3}" destId="{26A01350-9576-45EA-A030-0F6700B0DB39}" srcOrd="1" destOrd="0" presId="urn:microsoft.com/office/officeart/2005/8/layout/orgChart1"/>
    <dgm:cxn modelId="{780A9833-E389-43E0-91CA-F7D199E4B5F5}" type="presParOf" srcId="{3B13ECB9-501B-44E5-94FC-823E73377F09}" destId="{D494B50F-E893-4B6C-AD4B-02E3C8493FF5}" srcOrd="1" destOrd="0" presId="urn:microsoft.com/office/officeart/2005/8/layout/orgChart1"/>
    <dgm:cxn modelId="{DD3F42DD-D1A7-45F8-9C9B-8EE7BE34F06E}" type="presParOf" srcId="{D494B50F-E893-4B6C-AD4B-02E3C8493FF5}" destId="{527AB4F6-2C01-48A3-B8F7-40C42D161BE6}" srcOrd="0" destOrd="0" presId="urn:microsoft.com/office/officeart/2005/8/layout/orgChart1"/>
    <dgm:cxn modelId="{236E3CD0-9554-4E18-83A0-339AEE8FB971}" type="presParOf" srcId="{D494B50F-E893-4B6C-AD4B-02E3C8493FF5}" destId="{97854467-3422-45FA-B285-627EB8A59E24}" srcOrd="1" destOrd="0" presId="urn:microsoft.com/office/officeart/2005/8/layout/orgChart1"/>
    <dgm:cxn modelId="{9024DDC2-3623-442C-84FA-7D476BDF02B1}" type="presParOf" srcId="{97854467-3422-45FA-B285-627EB8A59E24}" destId="{B70B7102-8E7A-4055-90E7-6CC0A0A5AD98}" srcOrd="0" destOrd="0" presId="urn:microsoft.com/office/officeart/2005/8/layout/orgChart1"/>
    <dgm:cxn modelId="{9BB85A0A-D124-496C-A8D1-AD819183CF48}" type="presParOf" srcId="{B70B7102-8E7A-4055-90E7-6CC0A0A5AD98}" destId="{D3882533-9894-4510-8627-717CDE9B11D9}" srcOrd="0" destOrd="0" presId="urn:microsoft.com/office/officeart/2005/8/layout/orgChart1"/>
    <dgm:cxn modelId="{D1E063CF-8C4A-4BD0-B79A-9A7DD55C41FE}" type="presParOf" srcId="{B70B7102-8E7A-4055-90E7-6CC0A0A5AD98}" destId="{BD7D9685-2976-44B8-83E7-7AE89E801ED3}" srcOrd="1" destOrd="0" presId="urn:microsoft.com/office/officeart/2005/8/layout/orgChart1"/>
    <dgm:cxn modelId="{43CD5869-E074-4D77-99F8-24B75E44D1E1}" type="presParOf" srcId="{97854467-3422-45FA-B285-627EB8A59E24}" destId="{9C305203-44F5-4BC8-893B-36E44CB26248}" srcOrd="1" destOrd="0" presId="urn:microsoft.com/office/officeart/2005/8/layout/orgChart1"/>
    <dgm:cxn modelId="{86F7BA9A-0BB7-4802-B092-4FFC5FB11B31}" type="presParOf" srcId="{97854467-3422-45FA-B285-627EB8A59E24}" destId="{A1747F89-4409-4419-9C91-4680EA92AF41}" srcOrd="2" destOrd="0" presId="urn:microsoft.com/office/officeart/2005/8/layout/orgChart1"/>
    <dgm:cxn modelId="{126E9556-CE78-4358-AD77-9F1C34895AEE}" type="presParOf" srcId="{D494B50F-E893-4B6C-AD4B-02E3C8493FF5}" destId="{60C58ABE-DDB1-4A57-8BA6-BA7F2D2AA879}" srcOrd="2" destOrd="0" presId="urn:microsoft.com/office/officeart/2005/8/layout/orgChart1"/>
    <dgm:cxn modelId="{CA08517F-AB04-42B2-8233-8301B048B458}" type="presParOf" srcId="{D494B50F-E893-4B6C-AD4B-02E3C8493FF5}" destId="{6B58A4EA-34D9-42B9-A059-832592364617}" srcOrd="3" destOrd="0" presId="urn:microsoft.com/office/officeart/2005/8/layout/orgChart1"/>
    <dgm:cxn modelId="{5BB7CF17-838E-4A4C-AF18-9CCF02C58645}" type="presParOf" srcId="{6B58A4EA-34D9-42B9-A059-832592364617}" destId="{5329D9D4-3557-4040-9193-285703BE3938}" srcOrd="0" destOrd="0" presId="urn:microsoft.com/office/officeart/2005/8/layout/orgChart1"/>
    <dgm:cxn modelId="{C2F0E4F3-9366-4F78-9C53-F6982FB22F4B}" type="presParOf" srcId="{5329D9D4-3557-4040-9193-285703BE3938}" destId="{400A3A4E-A2F5-442E-8110-4F184315BBEF}" srcOrd="0" destOrd="0" presId="urn:microsoft.com/office/officeart/2005/8/layout/orgChart1"/>
    <dgm:cxn modelId="{D6A07385-7B21-4D6C-A4C4-FAF4D78E3F68}" type="presParOf" srcId="{5329D9D4-3557-4040-9193-285703BE3938}" destId="{DB663C79-E167-4AE4-A9E4-37C4C0763B33}" srcOrd="1" destOrd="0" presId="urn:microsoft.com/office/officeart/2005/8/layout/orgChart1"/>
    <dgm:cxn modelId="{66051F3D-026A-4E46-97AC-0E9A33B1D196}" type="presParOf" srcId="{6B58A4EA-34D9-42B9-A059-832592364617}" destId="{63B59DDC-CD15-4156-A33A-AE02B57E0EEF}" srcOrd="1" destOrd="0" presId="urn:microsoft.com/office/officeart/2005/8/layout/orgChart1"/>
    <dgm:cxn modelId="{E3B2546E-2D0C-448B-85FB-5A0C1B956FB7}" type="presParOf" srcId="{6B58A4EA-34D9-42B9-A059-832592364617}" destId="{16BE1239-AEE9-401D-8471-E6D8A6AB12DC}" srcOrd="2" destOrd="0" presId="urn:microsoft.com/office/officeart/2005/8/layout/orgChart1"/>
    <dgm:cxn modelId="{5A28412B-1D40-4431-91B1-7CD320E4E4D5}" type="presParOf" srcId="{D494B50F-E893-4B6C-AD4B-02E3C8493FF5}" destId="{4575D2E1-E3DB-45C0-A366-81617C669BCD}" srcOrd="4" destOrd="0" presId="urn:microsoft.com/office/officeart/2005/8/layout/orgChart1"/>
    <dgm:cxn modelId="{46498A2A-7AFC-4DC7-8C31-9A0BA77E688E}" type="presParOf" srcId="{D494B50F-E893-4B6C-AD4B-02E3C8493FF5}" destId="{893D4B62-2438-4426-B256-0941EF1BAEDF}" srcOrd="5" destOrd="0" presId="urn:microsoft.com/office/officeart/2005/8/layout/orgChart1"/>
    <dgm:cxn modelId="{6E4FA9F4-53E1-4A55-9C0A-6B30B17DFE6B}" type="presParOf" srcId="{893D4B62-2438-4426-B256-0941EF1BAEDF}" destId="{F7427B6A-9420-4EAA-8F9C-CEDF27CACCD1}" srcOrd="0" destOrd="0" presId="urn:microsoft.com/office/officeart/2005/8/layout/orgChart1"/>
    <dgm:cxn modelId="{F3B3BC08-A983-462B-9813-74EBD1089751}" type="presParOf" srcId="{F7427B6A-9420-4EAA-8F9C-CEDF27CACCD1}" destId="{02B36B46-C2EF-45A8-9024-CBEF07B2E599}" srcOrd="0" destOrd="0" presId="urn:microsoft.com/office/officeart/2005/8/layout/orgChart1"/>
    <dgm:cxn modelId="{A356C21F-973F-418D-93A9-705BEE1118E3}" type="presParOf" srcId="{F7427B6A-9420-4EAA-8F9C-CEDF27CACCD1}" destId="{3CBB07B7-4A10-435F-B492-2C629578F094}" srcOrd="1" destOrd="0" presId="urn:microsoft.com/office/officeart/2005/8/layout/orgChart1"/>
    <dgm:cxn modelId="{8ABD20DF-49AB-4618-ACE5-C1447EDEA61F}" type="presParOf" srcId="{893D4B62-2438-4426-B256-0941EF1BAEDF}" destId="{A9D23B99-05AB-4C51-8468-FA0C71D13B4B}" srcOrd="1" destOrd="0" presId="urn:microsoft.com/office/officeart/2005/8/layout/orgChart1"/>
    <dgm:cxn modelId="{6120B700-0582-4611-A87C-C08AA3239499}" type="presParOf" srcId="{893D4B62-2438-4426-B256-0941EF1BAEDF}" destId="{1BE209AC-7EBB-440D-AC34-484B38A7B4DB}" srcOrd="2" destOrd="0" presId="urn:microsoft.com/office/officeart/2005/8/layout/orgChart1"/>
    <dgm:cxn modelId="{B1A9BB43-828B-4D27-9491-607F390422D4}" type="presParOf" srcId="{D494B50F-E893-4B6C-AD4B-02E3C8493FF5}" destId="{D9C3AE83-8D6C-448E-A377-18E4797BD227}" srcOrd="6" destOrd="0" presId="urn:microsoft.com/office/officeart/2005/8/layout/orgChart1"/>
    <dgm:cxn modelId="{FBB25E27-693F-476D-9444-5CD1578C3F3A}" type="presParOf" srcId="{D494B50F-E893-4B6C-AD4B-02E3C8493FF5}" destId="{5F796CC9-CC66-4782-9337-07E43AF3C426}" srcOrd="7" destOrd="0" presId="urn:microsoft.com/office/officeart/2005/8/layout/orgChart1"/>
    <dgm:cxn modelId="{409BE5AB-51B0-4BFA-813C-AC1263FE1EA8}" type="presParOf" srcId="{5F796CC9-CC66-4782-9337-07E43AF3C426}" destId="{2C36283A-0B01-43D0-8E2B-819DF8C576EC}" srcOrd="0" destOrd="0" presId="urn:microsoft.com/office/officeart/2005/8/layout/orgChart1"/>
    <dgm:cxn modelId="{387571FB-4038-4190-8D9D-FCED96A9FD75}" type="presParOf" srcId="{2C36283A-0B01-43D0-8E2B-819DF8C576EC}" destId="{1F5A23CD-4FEE-4591-AC17-9BE560C83955}" srcOrd="0" destOrd="0" presId="urn:microsoft.com/office/officeart/2005/8/layout/orgChart1"/>
    <dgm:cxn modelId="{04E1F363-9FF1-4EF7-B037-A939162E8174}" type="presParOf" srcId="{2C36283A-0B01-43D0-8E2B-819DF8C576EC}" destId="{A892B15A-1156-4CA3-A1B1-F8CB9E589B54}" srcOrd="1" destOrd="0" presId="urn:microsoft.com/office/officeart/2005/8/layout/orgChart1"/>
    <dgm:cxn modelId="{9DC4F834-FDE3-4B3E-9C1A-88BA7C21F630}" type="presParOf" srcId="{5F796CC9-CC66-4782-9337-07E43AF3C426}" destId="{52135DCF-7FBE-46EF-84CA-A1E6B5D0C9A8}" srcOrd="1" destOrd="0" presId="urn:microsoft.com/office/officeart/2005/8/layout/orgChart1"/>
    <dgm:cxn modelId="{A829E546-1785-4D2A-B430-C6E8DBD5876E}" type="presParOf" srcId="{5F796CC9-CC66-4782-9337-07E43AF3C426}" destId="{64678223-F4B5-4356-B46B-AF439A13B8FC}" srcOrd="2" destOrd="0" presId="urn:microsoft.com/office/officeart/2005/8/layout/orgChart1"/>
    <dgm:cxn modelId="{2B380145-C0E9-42A2-90A3-EB1108F25FDA}" type="presParOf" srcId="{D494B50F-E893-4B6C-AD4B-02E3C8493FF5}" destId="{8A8DB0CA-981C-484C-B547-73A78776E4A4}" srcOrd="8" destOrd="0" presId="urn:microsoft.com/office/officeart/2005/8/layout/orgChart1"/>
    <dgm:cxn modelId="{09EA7F6E-A094-49FA-A1DA-E6CCE6BE0BEC}" type="presParOf" srcId="{D494B50F-E893-4B6C-AD4B-02E3C8493FF5}" destId="{306EEE7D-22CA-44AA-952A-EBE0EA0219F5}" srcOrd="9" destOrd="0" presId="urn:microsoft.com/office/officeart/2005/8/layout/orgChart1"/>
    <dgm:cxn modelId="{705025DC-5DCD-424E-8C7D-8A8452E28141}" type="presParOf" srcId="{306EEE7D-22CA-44AA-952A-EBE0EA0219F5}" destId="{CE403448-0C09-4629-A78F-F62264CE1E81}" srcOrd="0" destOrd="0" presId="urn:microsoft.com/office/officeart/2005/8/layout/orgChart1"/>
    <dgm:cxn modelId="{025F5C41-1A3D-4A83-9483-F710C5EC11E1}" type="presParOf" srcId="{CE403448-0C09-4629-A78F-F62264CE1E81}" destId="{B74B3749-6CC9-476B-AA5D-B06ED7792A9C}" srcOrd="0" destOrd="0" presId="urn:microsoft.com/office/officeart/2005/8/layout/orgChart1"/>
    <dgm:cxn modelId="{2EEAB321-0A6D-43D5-AF18-E495E8D9B67C}" type="presParOf" srcId="{CE403448-0C09-4629-A78F-F62264CE1E81}" destId="{746261CE-A398-44B3-8060-8C6862FDAA7C}" srcOrd="1" destOrd="0" presId="urn:microsoft.com/office/officeart/2005/8/layout/orgChart1"/>
    <dgm:cxn modelId="{0D14937D-2CD9-4312-9879-323791C710AE}" type="presParOf" srcId="{306EEE7D-22CA-44AA-952A-EBE0EA0219F5}" destId="{0FCAD7C1-19A2-41E5-A379-D8AEE1BB2EAF}" srcOrd="1" destOrd="0" presId="urn:microsoft.com/office/officeart/2005/8/layout/orgChart1"/>
    <dgm:cxn modelId="{4B287A19-7C93-4D09-8136-1DE7AE9EEABE}" type="presParOf" srcId="{306EEE7D-22CA-44AA-952A-EBE0EA0219F5}" destId="{A38F4A6E-BA5B-4572-8F8A-0FF4CEE2E368}" srcOrd="2" destOrd="0" presId="urn:microsoft.com/office/officeart/2005/8/layout/orgChart1"/>
    <dgm:cxn modelId="{AAD4DBDD-C935-41E0-AE6E-8ED36A3D1751}" type="presParOf" srcId="{3B13ECB9-501B-44E5-94FC-823E73377F09}" destId="{BAF74B42-2629-488F-9457-3348E89FAA4A}" srcOrd="2" destOrd="0" presId="urn:microsoft.com/office/officeart/2005/8/layout/orgChart1"/>
    <dgm:cxn modelId="{E10EC404-7646-451C-B070-82954E03CCB6}" type="presParOf" srcId="{4D87A38F-54C3-4791-9D4E-5F9751DC0F2B}" destId="{04E18143-BC63-41F1-8F60-AB8F52092470}" srcOrd="4" destOrd="0" presId="urn:microsoft.com/office/officeart/2005/8/layout/orgChart1"/>
    <dgm:cxn modelId="{2A4CB58B-08B7-44F7-8E99-E96B3B033DBB}" type="presParOf" srcId="{4D87A38F-54C3-4791-9D4E-5F9751DC0F2B}" destId="{A0ABCFA0-B7C5-4937-B230-4E89FF6A5BD6}" srcOrd="5" destOrd="0" presId="urn:microsoft.com/office/officeart/2005/8/layout/orgChart1"/>
    <dgm:cxn modelId="{D3C16106-5D8B-4371-A04B-99B3F5FD852F}" type="presParOf" srcId="{A0ABCFA0-B7C5-4937-B230-4E89FF6A5BD6}" destId="{9397758F-840C-40D8-A33F-F5D38A30D6DE}" srcOrd="0" destOrd="0" presId="urn:microsoft.com/office/officeart/2005/8/layout/orgChart1"/>
    <dgm:cxn modelId="{57BB2265-A17D-4EE0-BDFA-55AFE9124687}" type="presParOf" srcId="{9397758F-840C-40D8-A33F-F5D38A30D6DE}" destId="{B4429661-7AD5-476C-87F9-2A498E187F15}" srcOrd="0" destOrd="0" presId="urn:microsoft.com/office/officeart/2005/8/layout/orgChart1"/>
    <dgm:cxn modelId="{FD045FE0-0A98-4348-BD68-0DCE015047BB}" type="presParOf" srcId="{9397758F-840C-40D8-A33F-F5D38A30D6DE}" destId="{A600247D-F8DF-42E6-873B-759298FF8EC8}" srcOrd="1" destOrd="0" presId="urn:microsoft.com/office/officeart/2005/8/layout/orgChart1"/>
    <dgm:cxn modelId="{10FFAD87-6DBA-455B-90E5-17A980DC6106}" type="presParOf" srcId="{A0ABCFA0-B7C5-4937-B230-4E89FF6A5BD6}" destId="{2721C8B9-83B1-4B5B-8A48-EFB902037F4C}" srcOrd="1" destOrd="0" presId="urn:microsoft.com/office/officeart/2005/8/layout/orgChart1"/>
    <dgm:cxn modelId="{C4323CF8-DB09-416D-980D-17AC43477983}" type="presParOf" srcId="{2721C8B9-83B1-4B5B-8A48-EFB902037F4C}" destId="{71D90107-4CB5-4C3C-BBDE-41F66CF44395}" srcOrd="0" destOrd="0" presId="urn:microsoft.com/office/officeart/2005/8/layout/orgChart1"/>
    <dgm:cxn modelId="{23780512-AE8E-4A73-A93E-7818F5A05EB7}" type="presParOf" srcId="{2721C8B9-83B1-4B5B-8A48-EFB902037F4C}" destId="{63A7F369-1214-4FC8-8DFA-E6ACB566A634}" srcOrd="1" destOrd="0" presId="urn:microsoft.com/office/officeart/2005/8/layout/orgChart1"/>
    <dgm:cxn modelId="{31B53265-302D-4798-81B4-743EEBEA3E1D}" type="presParOf" srcId="{63A7F369-1214-4FC8-8DFA-E6ACB566A634}" destId="{E90FDE80-E6D1-4874-97B7-BC5A864E539D}" srcOrd="0" destOrd="0" presId="urn:microsoft.com/office/officeart/2005/8/layout/orgChart1"/>
    <dgm:cxn modelId="{21461C6F-B43D-46C7-BBCF-E628664C1211}" type="presParOf" srcId="{E90FDE80-E6D1-4874-97B7-BC5A864E539D}" destId="{BEB52C7F-087C-4B22-9BE5-6F5BBB399037}" srcOrd="0" destOrd="0" presId="urn:microsoft.com/office/officeart/2005/8/layout/orgChart1"/>
    <dgm:cxn modelId="{8FA7A3AA-52A0-44D6-9892-FCA90C2CBB0B}" type="presParOf" srcId="{E90FDE80-E6D1-4874-97B7-BC5A864E539D}" destId="{179FECBA-26BA-4AC5-BE2B-FB76CADB5FE1}" srcOrd="1" destOrd="0" presId="urn:microsoft.com/office/officeart/2005/8/layout/orgChart1"/>
    <dgm:cxn modelId="{593C40C7-09C6-4189-B139-2035F6EF0C9A}" type="presParOf" srcId="{63A7F369-1214-4FC8-8DFA-E6ACB566A634}" destId="{496684F5-DAE5-4977-A289-DCB12EF476A8}" srcOrd="1" destOrd="0" presId="urn:microsoft.com/office/officeart/2005/8/layout/orgChart1"/>
    <dgm:cxn modelId="{6769D1AA-A437-477B-9C9D-7525AE344E11}" type="presParOf" srcId="{63A7F369-1214-4FC8-8DFA-E6ACB566A634}" destId="{9E76F811-BC60-44E0-A008-E62CC9D4389F}" srcOrd="2" destOrd="0" presId="urn:microsoft.com/office/officeart/2005/8/layout/orgChart1"/>
    <dgm:cxn modelId="{B3A1033E-E0E0-4F4F-83A3-330AB325926B}" type="presParOf" srcId="{2721C8B9-83B1-4B5B-8A48-EFB902037F4C}" destId="{53844A72-89D0-44A4-B46F-06F1D37CF3BF}" srcOrd="2" destOrd="0" presId="urn:microsoft.com/office/officeart/2005/8/layout/orgChart1"/>
    <dgm:cxn modelId="{EF5F6DB0-2FB6-4E9A-8A4A-C128FC6C93AB}" type="presParOf" srcId="{2721C8B9-83B1-4B5B-8A48-EFB902037F4C}" destId="{712ECF22-4EF5-40D1-8EB3-A0A7422EC615}" srcOrd="3" destOrd="0" presId="urn:microsoft.com/office/officeart/2005/8/layout/orgChart1"/>
    <dgm:cxn modelId="{400A7969-BC94-4F76-BAAC-72CB713D5AAA}" type="presParOf" srcId="{712ECF22-4EF5-40D1-8EB3-A0A7422EC615}" destId="{E991F5A1-7818-478E-9E34-BCD244A28EC3}" srcOrd="0" destOrd="0" presId="urn:microsoft.com/office/officeart/2005/8/layout/orgChart1"/>
    <dgm:cxn modelId="{3D998C9D-5141-4D86-8ABD-62749B155CDA}" type="presParOf" srcId="{E991F5A1-7818-478E-9E34-BCD244A28EC3}" destId="{78EE5090-326D-47D3-99D6-1767680D5CD5}" srcOrd="0" destOrd="0" presId="urn:microsoft.com/office/officeart/2005/8/layout/orgChart1"/>
    <dgm:cxn modelId="{7B835676-2622-42A7-B475-8859A920E871}" type="presParOf" srcId="{E991F5A1-7818-478E-9E34-BCD244A28EC3}" destId="{829E4947-C5C8-4114-8371-E44F79CC11DA}" srcOrd="1" destOrd="0" presId="urn:microsoft.com/office/officeart/2005/8/layout/orgChart1"/>
    <dgm:cxn modelId="{54D0A612-F00B-4602-AF55-BC6441F2631D}" type="presParOf" srcId="{712ECF22-4EF5-40D1-8EB3-A0A7422EC615}" destId="{D3930FD2-F354-4096-9E04-2839ADB55080}" srcOrd="1" destOrd="0" presId="urn:microsoft.com/office/officeart/2005/8/layout/orgChart1"/>
    <dgm:cxn modelId="{BABAFF83-7160-4692-BF54-476E6F6268AA}" type="presParOf" srcId="{712ECF22-4EF5-40D1-8EB3-A0A7422EC615}" destId="{A06B5806-D249-490C-B018-FD1E9762F531}" srcOrd="2" destOrd="0" presId="urn:microsoft.com/office/officeart/2005/8/layout/orgChart1"/>
    <dgm:cxn modelId="{83A52694-EBA4-4534-94DE-1C47F2CEAC56}" type="presParOf" srcId="{2721C8B9-83B1-4B5B-8A48-EFB902037F4C}" destId="{56A56958-9A40-485A-A74D-56CBE0F05224}" srcOrd="4" destOrd="0" presId="urn:microsoft.com/office/officeart/2005/8/layout/orgChart1"/>
    <dgm:cxn modelId="{466BB425-0DB2-45B5-847F-30E345A53DA6}" type="presParOf" srcId="{2721C8B9-83B1-4B5B-8A48-EFB902037F4C}" destId="{395235FE-4613-4DF3-9585-6B28FCF558C7}" srcOrd="5" destOrd="0" presId="urn:microsoft.com/office/officeart/2005/8/layout/orgChart1"/>
    <dgm:cxn modelId="{4CA2E9D1-F294-410F-BEF5-8837FEB20DFD}" type="presParOf" srcId="{395235FE-4613-4DF3-9585-6B28FCF558C7}" destId="{D7FE857D-CC2A-491C-8AB3-B3F66909A719}" srcOrd="0" destOrd="0" presId="urn:microsoft.com/office/officeart/2005/8/layout/orgChart1"/>
    <dgm:cxn modelId="{2C856F0C-DE7B-4E30-9F03-0F5DE4B47F14}" type="presParOf" srcId="{D7FE857D-CC2A-491C-8AB3-B3F66909A719}" destId="{76B4D692-3CCC-4286-A6D4-694D9BB7EEF2}" srcOrd="0" destOrd="0" presId="urn:microsoft.com/office/officeart/2005/8/layout/orgChart1"/>
    <dgm:cxn modelId="{54EE02C9-CBB7-480F-86FB-FB755CAE3CA4}" type="presParOf" srcId="{D7FE857D-CC2A-491C-8AB3-B3F66909A719}" destId="{6D4EFC2F-429D-4E06-AA12-DFAE66842B9D}" srcOrd="1" destOrd="0" presId="urn:microsoft.com/office/officeart/2005/8/layout/orgChart1"/>
    <dgm:cxn modelId="{A14A49E9-3242-4219-AEE7-9B5410A9112A}" type="presParOf" srcId="{395235FE-4613-4DF3-9585-6B28FCF558C7}" destId="{E79D348E-EE41-40EB-939C-C51F155287FA}" srcOrd="1" destOrd="0" presId="urn:microsoft.com/office/officeart/2005/8/layout/orgChart1"/>
    <dgm:cxn modelId="{246BDD27-C623-47F9-AFA8-457D7B6F51B5}" type="presParOf" srcId="{395235FE-4613-4DF3-9585-6B28FCF558C7}" destId="{53408366-C18D-4343-A2C2-231ABBDD1943}" srcOrd="2" destOrd="0" presId="urn:microsoft.com/office/officeart/2005/8/layout/orgChart1"/>
    <dgm:cxn modelId="{2A6F5937-4CB0-4FCA-AD6B-257F8947D09A}" type="presParOf" srcId="{2721C8B9-83B1-4B5B-8A48-EFB902037F4C}" destId="{E09D8998-9824-4D97-AA4F-A27BDC378D61}" srcOrd="6" destOrd="0" presId="urn:microsoft.com/office/officeart/2005/8/layout/orgChart1"/>
    <dgm:cxn modelId="{914887BB-C558-475E-8644-B2DE851ECFE6}" type="presParOf" srcId="{2721C8B9-83B1-4B5B-8A48-EFB902037F4C}" destId="{80F40FF4-D6F7-4779-AE89-C7634C3382A9}" srcOrd="7" destOrd="0" presId="urn:microsoft.com/office/officeart/2005/8/layout/orgChart1"/>
    <dgm:cxn modelId="{8618E950-DCAD-4761-B031-F735D1053517}" type="presParOf" srcId="{80F40FF4-D6F7-4779-AE89-C7634C3382A9}" destId="{F9328323-83D8-4495-BC20-A8B93D92E377}" srcOrd="0" destOrd="0" presId="urn:microsoft.com/office/officeart/2005/8/layout/orgChart1"/>
    <dgm:cxn modelId="{80620EF1-092C-4B14-BAB9-60FEDF06EACE}" type="presParOf" srcId="{F9328323-83D8-4495-BC20-A8B93D92E377}" destId="{7C447FCC-17FE-4168-B611-AADF5990F0E0}" srcOrd="0" destOrd="0" presId="urn:microsoft.com/office/officeart/2005/8/layout/orgChart1"/>
    <dgm:cxn modelId="{4F35D864-C83B-4A1E-A121-7EEE5E449172}" type="presParOf" srcId="{F9328323-83D8-4495-BC20-A8B93D92E377}" destId="{F733272F-1951-479F-99B6-1F6AD06DFB23}" srcOrd="1" destOrd="0" presId="urn:microsoft.com/office/officeart/2005/8/layout/orgChart1"/>
    <dgm:cxn modelId="{45FB7EDC-91FC-4D68-B87C-EB92A8FD43DF}" type="presParOf" srcId="{80F40FF4-D6F7-4779-AE89-C7634C3382A9}" destId="{8026F1E9-1B80-4112-BA23-1A3B96B7D41D}" srcOrd="1" destOrd="0" presId="urn:microsoft.com/office/officeart/2005/8/layout/orgChart1"/>
    <dgm:cxn modelId="{336945D3-4F26-456D-97F9-94EAB53BB72A}" type="presParOf" srcId="{80F40FF4-D6F7-4779-AE89-C7634C3382A9}" destId="{1BC16B09-61C8-49F7-8C89-3F7ADBDD0F2E}" srcOrd="2" destOrd="0" presId="urn:microsoft.com/office/officeart/2005/8/layout/orgChart1"/>
    <dgm:cxn modelId="{C762D82C-571E-4B50-8D3D-05F67D6FC111}" type="presParOf" srcId="{A0ABCFA0-B7C5-4937-B230-4E89FF6A5BD6}" destId="{B3B0AF63-C1AE-4227-8A72-D918EE91C59D}" srcOrd="2" destOrd="0" presId="urn:microsoft.com/office/officeart/2005/8/layout/orgChart1"/>
    <dgm:cxn modelId="{6E626E70-E6CC-4CC2-930B-07BD6C051BA6}" type="presParOf" srcId="{7547F939-020E-4FA2-8BF7-7FC04015B57A}" destId="{9F7AA095-6D27-4B4D-80E3-2A31D3B59CAA}" srcOrd="2" destOrd="0" presId="urn:microsoft.com/office/officeart/2005/8/layout/orgChart1"/>
    <dgm:cxn modelId="{CD4D7D2F-948E-4757-A6B8-A69F142F3257}" type="presParOf" srcId="{9F7AA095-6D27-4B4D-80E3-2A31D3B59CAA}" destId="{92CFD5C0-1277-4771-9EFB-04875DC3BC07}" srcOrd="0" destOrd="0" presId="urn:microsoft.com/office/officeart/2005/8/layout/orgChart1"/>
    <dgm:cxn modelId="{D049EC7D-5679-46F3-90A3-94B4FF59CF2B}" type="presParOf" srcId="{9F7AA095-6D27-4B4D-80E3-2A31D3B59CAA}" destId="{52313535-9C0C-4084-A1CD-EFC440336E4E}" srcOrd="1" destOrd="0" presId="urn:microsoft.com/office/officeart/2005/8/layout/orgChart1"/>
    <dgm:cxn modelId="{CBDD7EE0-9039-4430-A1FA-085F11DFB976}" type="presParOf" srcId="{52313535-9C0C-4084-A1CD-EFC440336E4E}" destId="{200661D0-3D51-43E4-A18E-81FA8C903DFB}" srcOrd="0" destOrd="0" presId="urn:microsoft.com/office/officeart/2005/8/layout/orgChart1"/>
    <dgm:cxn modelId="{04393DB7-5C42-4156-A5DB-B293221FADCD}" type="presParOf" srcId="{200661D0-3D51-43E4-A18E-81FA8C903DFB}" destId="{41B71AA9-D83A-4C29-8B7B-1495C3D58671}" srcOrd="0" destOrd="0" presId="urn:microsoft.com/office/officeart/2005/8/layout/orgChart1"/>
    <dgm:cxn modelId="{21EAE89C-FCE5-4BA3-BCE2-42237A1B6EEF}" type="presParOf" srcId="{200661D0-3D51-43E4-A18E-81FA8C903DFB}" destId="{54E43521-CD2F-40BB-89DC-42E0A63375DE}" srcOrd="1" destOrd="0" presId="urn:microsoft.com/office/officeart/2005/8/layout/orgChart1"/>
    <dgm:cxn modelId="{8D9A73F8-62F0-45B0-A030-1F12804B6C37}" type="presParOf" srcId="{52313535-9C0C-4084-A1CD-EFC440336E4E}" destId="{7076395B-DB4A-4B7B-8D62-4B61DA966E2B}" srcOrd="1" destOrd="0" presId="urn:microsoft.com/office/officeart/2005/8/layout/orgChart1"/>
    <dgm:cxn modelId="{C43ADC7B-0B56-4796-8144-900BE2E179E4}" type="presParOf" srcId="{52313535-9C0C-4084-A1CD-EFC440336E4E}" destId="{552657B0-8947-49FF-8DA3-55F5F9AD963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A80D29-946D-440F-ACED-061083734011}">
      <dsp:nvSpPr>
        <dsp:cNvPr id="0" name=""/>
        <dsp:cNvSpPr/>
      </dsp:nvSpPr>
      <dsp:spPr>
        <a:xfrm>
          <a:off x="5257800" y="2019152"/>
          <a:ext cx="4509155" cy="313032"/>
        </a:xfrm>
        <a:custGeom>
          <a:avLst/>
          <a:gdLst/>
          <a:ahLst/>
          <a:cxnLst/>
          <a:rect l="0" t="0" r="0" b="0"/>
          <a:pathLst>
            <a:path>
              <a:moveTo>
                <a:pt x="0" y="0"/>
              </a:moveTo>
              <a:lnTo>
                <a:pt x="0" y="156516"/>
              </a:lnTo>
              <a:lnTo>
                <a:pt x="4509155" y="156516"/>
              </a:lnTo>
              <a:lnTo>
                <a:pt x="4509155" y="3130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139B81-0A27-4058-9CCA-28DDAA423D95}">
      <dsp:nvSpPr>
        <dsp:cNvPr id="0" name=""/>
        <dsp:cNvSpPr/>
      </dsp:nvSpPr>
      <dsp:spPr>
        <a:xfrm>
          <a:off x="5257800" y="2019152"/>
          <a:ext cx="2705493" cy="313032"/>
        </a:xfrm>
        <a:custGeom>
          <a:avLst/>
          <a:gdLst/>
          <a:ahLst/>
          <a:cxnLst/>
          <a:rect l="0" t="0" r="0" b="0"/>
          <a:pathLst>
            <a:path>
              <a:moveTo>
                <a:pt x="0" y="0"/>
              </a:moveTo>
              <a:lnTo>
                <a:pt x="0" y="156516"/>
              </a:lnTo>
              <a:lnTo>
                <a:pt x="2705493" y="156516"/>
              </a:lnTo>
              <a:lnTo>
                <a:pt x="2705493" y="3130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043227-4A42-4D31-BEED-93F8D13FC74E}">
      <dsp:nvSpPr>
        <dsp:cNvPr id="0" name=""/>
        <dsp:cNvSpPr/>
      </dsp:nvSpPr>
      <dsp:spPr>
        <a:xfrm>
          <a:off x="5257800" y="2019152"/>
          <a:ext cx="901831" cy="313032"/>
        </a:xfrm>
        <a:custGeom>
          <a:avLst/>
          <a:gdLst/>
          <a:ahLst/>
          <a:cxnLst/>
          <a:rect l="0" t="0" r="0" b="0"/>
          <a:pathLst>
            <a:path>
              <a:moveTo>
                <a:pt x="0" y="0"/>
              </a:moveTo>
              <a:lnTo>
                <a:pt x="0" y="156516"/>
              </a:lnTo>
              <a:lnTo>
                <a:pt x="901831" y="156516"/>
              </a:lnTo>
              <a:lnTo>
                <a:pt x="901831" y="3130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618EAE-F4C4-4854-AA51-76527A46BB19}">
      <dsp:nvSpPr>
        <dsp:cNvPr id="0" name=""/>
        <dsp:cNvSpPr/>
      </dsp:nvSpPr>
      <dsp:spPr>
        <a:xfrm>
          <a:off x="4355968" y="2019152"/>
          <a:ext cx="901831" cy="313032"/>
        </a:xfrm>
        <a:custGeom>
          <a:avLst/>
          <a:gdLst/>
          <a:ahLst/>
          <a:cxnLst/>
          <a:rect l="0" t="0" r="0" b="0"/>
          <a:pathLst>
            <a:path>
              <a:moveTo>
                <a:pt x="901831" y="0"/>
              </a:moveTo>
              <a:lnTo>
                <a:pt x="901831" y="156516"/>
              </a:lnTo>
              <a:lnTo>
                <a:pt x="0" y="156516"/>
              </a:lnTo>
              <a:lnTo>
                <a:pt x="0" y="3130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90E28D-A8FB-45E6-A57D-FA6E5F38773D}">
      <dsp:nvSpPr>
        <dsp:cNvPr id="0" name=""/>
        <dsp:cNvSpPr/>
      </dsp:nvSpPr>
      <dsp:spPr>
        <a:xfrm>
          <a:off x="2552306" y="2019152"/>
          <a:ext cx="2705493" cy="313032"/>
        </a:xfrm>
        <a:custGeom>
          <a:avLst/>
          <a:gdLst/>
          <a:ahLst/>
          <a:cxnLst/>
          <a:rect l="0" t="0" r="0" b="0"/>
          <a:pathLst>
            <a:path>
              <a:moveTo>
                <a:pt x="2705493" y="0"/>
              </a:moveTo>
              <a:lnTo>
                <a:pt x="2705493" y="156516"/>
              </a:lnTo>
              <a:lnTo>
                <a:pt x="0" y="156516"/>
              </a:lnTo>
              <a:lnTo>
                <a:pt x="0" y="3130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53C465-5FF6-4D15-A6A0-75F5AD03A048}">
      <dsp:nvSpPr>
        <dsp:cNvPr id="0" name=""/>
        <dsp:cNvSpPr/>
      </dsp:nvSpPr>
      <dsp:spPr>
        <a:xfrm>
          <a:off x="748644" y="2019152"/>
          <a:ext cx="4509155" cy="313032"/>
        </a:xfrm>
        <a:custGeom>
          <a:avLst/>
          <a:gdLst/>
          <a:ahLst/>
          <a:cxnLst/>
          <a:rect l="0" t="0" r="0" b="0"/>
          <a:pathLst>
            <a:path>
              <a:moveTo>
                <a:pt x="4509155" y="0"/>
              </a:moveTo>
              <a:lnTo>
                <a:pt x="4509155" y="156516"/>
              </a:lnTo>
              <a:lnTo>
                <a:pt x="0" y="156516"/>
              </a:lnTo>
              <a:lnTo>
                <a:pt x="0" y="3130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CCA5A3-4AA9-4B66-883A-19F48BA5C2C8}">
      <dsp:nvSpPr>
        <dsp:cNvPr id="0" name=""/>
        <dsp:cNvSpPr/>
      </dsp:nvSpPr>
      <dsp:spPr>
        <a:xfrm>
          <a:off x="4512485" y="1273837"/>
          <a:ext cx="1490629" cy="74531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Y" sz="1800" kern="1200" dirty="0"/>
            <a:t>محافظة  دمشق</a:t>
          </a:r>
        </a:p>
      </dsp:txBody>
      <dsp:txXfrm>
        <a:off x="4512485" y="1273837"/>
        <a:ext cx="1490629" cy="745314"/>
      </dsp:txXfrm>
    </dsp:sp>
    <dsp:sp modelId="{A30F6FC7-07D4-4D64-9BC0-F94C6CBD8F6F}">
      <dsp:nvSpPr>
        <dsp:cNvPr id="0" name=""/>
        <dsp:cNvSpPr/>
      </dsp:nvSpPr>
      <dsp:spPr>
        <a:xfrm>
          <a:off x="3329" y="2332185"/>
          <a:ext cx="1490629" cy="7453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Y" sz="1800" kern="1200" dirty="0"/>
            <a:t>مجلس المحافظة</a:t>
          </a:r>
        </a:p>
      </dsp:txBody>
      <dsp:txXfrm>
        <a:off x="3329" y="2332185"/>
        <a:ext cx="1490629" cy="745314"/>
      </dsp:txXfrm>
    </dsp:sp>
    <dsp:sp modelId="{1C2448D4-46A0-4874-A5C6-6622D7485DDC}">
      <dsp:nvSpPr>
        <dsp:cNvPr id="0" name=""/>
        <dsp:cNvSpPr/>
      </dsp:nvSpPr>
      <dsp:spPr>
        <a:xfrm>
          <a:off x="1806991" y="2332185"/>
          <a:ext cx="1490629" cy="7453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Y" sz="1800" kern="1200"/>
            <a:t>القطاع البلدي</a:t>
          </a:r>
          <a:endParaRPr lang="ar-SY" sz="1800" kern="1200" dirty="0"/>
        </a:p>
      </dsp:txBody>
      <dsp:txXfrm>
        <a:off x="1806991" y="2332185"/>
        <a:ext cx="1490629" cy="745314"/>
      </dsp:txXfrm>
    </dsp:sp>
    <dsp:sp modelId="{3DB54516-7613-441A-8192-7D9FB00ED021}">
      <dsp:nvSpPr>
        <dsp:cNvPr id="0" name=""/>
        <dsp:cNvSpPr/>
      </dsp:nvSpPr>
      <dsp:spPr>
        <a:xfrm>
          <a:off x="3610653" y="2332185"/>
          <a:ext cx="1490629" cy="7453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Y" sz="1800" kern="1200" dirty="0"/>
            <a:t>الأمانة العامة</a:t>
          </a:r>
        </a:p>
      </dsp:txBody>
      <dsp:txXfrm>
        <a:off x="3610653" y="2332185"/>
        <a:ext cx="1490629" cy="745314"/>
      </dsp:txXfrm>
    </dsp:sp>
    <dsp:sp modelId="{60908FF6-5B8A-411E-A117-24015AA1E712}">
      <dsp:nvSpPr>
        <dsp:cNvPr id="0" name=""/>
        <dsp:cNvSpPr/>
      </dsp:nvSpPr>
      <dsp:spPr>
        <a:xfrm>
          <a:off x="5414316" y="2332185"/>
          <a:ext cx="1490629" cy="7453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Y" sz="1800" kern="1200" dirty="0"/>
            <a:t>مديرية دار الكرامة</a:t>
          </a:r>
        </a:p>
      </dsp:txBody>
      <dsp:txXfrm>
        <a:off x="5414316" y="2332185"/>
        <a:ext cx="1490629" cy="745314"/>
      </dsp:txXfrm>
    </dsp:sp>
    <dsp:sp modelId="{BE5C3603-2A42-4E45-BC6E-D6FD8F4BCBF6}">
      <dsp:nvSpPr>
        <dsp:cNvPr id="0" name=""/>
        <dsp:cNvSpPr/>
      </dsp:nvSpPr>
      <dsp:spPr>
        <a:xfrm>
          <a:off x="7217978" y="2332185"/>
          <a:ext cx="1490629" cy="7453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Y" sz="1800" kern="1200" dirty="0"/>
            <a:t>مديرية الأنشطة الرياضية والثقافية والاجتماعية</a:t>
          </a:r>
        </a:p>
      </dsp:txBody>
      <dsp:txXfrm>
        <a:off x="7217978" y="2332185"/>
        <a:ext cx="1490629" cy="745314"/>
      </dsp:txXfrm>
    </dsp:sp>
    <dsp:sp modelId="{7DFEAC16-F44D-4811-912E-1F1DF367A178}">
      <dsp:nvSpPr>
        <dsp:cNvPr id="0" name=""/>
        <dsp:cNvSpPr/>
      </dsp:nvSpPr>
      <dsp:spPr>
        <a:xfrm>
          <a:off x="9021640" y="2332185"/>
          <a:ext cx="1490629" cy="7453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Y" sz="1800" kern="1200" dirty="0"/>
            <a:t>مديرية الخدمات الفنية</a:t>
          </a:r>
        </a:p>
      </dsp:txBody>
      <dsp:txXfrm>
        <a:off x="9021640" y="2332185"/>
        <a:ext cx="1490629" cy="7453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CFD5C0-1277-4771-9EFB-04875DC3BC07}">
      <dsp:nvSpPr>
        <dsp:cNvPr id="0" name=""/>
        <dsp:cNvSpPr/>
      </dsp:nvSpPr>
      <dsp:spPr>
        <a:xfrm>
          <a:off x="4289259" y="1335121"/>
          <a:ext cx="1664388" cy="492234"/>
        </a:xfrm>
        <a:custGeom>
          <a:avLst/>
          <a:gdLst/>
          <a:ahLst/>
          <a:cxnLst/>
          <a:rect l="0" t="0" r="0" b="0"/>
          <a:pathLst>
            <a:path>
              <a:moveTo>
                <a:pt x="1664388" y="0"/>
              </a:moveTo>
              <a:lnTo>
                <a:pt x="1664388" y="492234"/>
              </a:lnTo>
              <a:lnTo>
                <a:pt x="0" y="492234"/>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56A56958-9A40-485A-A74D-56CBE0F05224}">
      <dsp:nvSpPr>
        <dsp:cNvPr id="0" name=""/>
        <dsp:cNvSpPr/>
      </dsp:nvSpPr>
      <dsp:spPr>
        <a:xfrm>
          <a:off x="10553499" y="2856351"/>
          <a:ext cx="116945" cy="1303105"/>
        </a:xfrm>
        <a:custGeom>
          <a:avLst/>
          <a:gdLst/>
          <a:ahLst/>
          <a:cxnLst/>
          <a:rect l="0" t="0" r="0" b="0"/>
          <a:pathLst>
            <a:path>
              <a:moveTo>
                <a:pt x="116945" y="0"/>
              </a:moveTo>
              <a:lnTo>
                <a:pt x="116945" y="1303105"/>
              </a:lnTo>
              <a:lnTo>
                <a:pt x="0" y="130310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53844A72-89D0-44A4-B46F-06F1D37CF3BF}">
      <dsp:nvSpPr>
        <dsp:cNvPr id="0" name=""/>
        <dsp:cNvSpPr/>
      </dsp:nvSpPr>
      <dsp:spPr>
        <a:xfrm>
          <a:off x="10670445" y="2856351"/>
          <a:ext cx="116945" cy="512332"/>
        </a:xfrm>
        <a:custGeom>
          <a:avLst/>
          <a:gdLst/>
          <a:ahLst/>
          <a:cxnLst/>
          <a:rect l="0" t="0" r="0" b="0"/>
          <a:pathLst>
            <a:path>
              <a:moveTo>
                <a:pt x="0" y="0"/>
              </a:moveTo>
              <a:lnTo>
                <a:pt x="0" y="512332"/>
              </a:lnTo>
              <a:lnTo>
                <a:pt x="116945"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71D90107-4CB5-4C3C-BBDE-41F66CF44395}">
      <dsp:nvSpPr>
        <dsp:cNvPr id="0" name=""/>
        <dsp:cNvSpPr/>
      </dsp:nvSpPr>
      <dsp:spPr>
        <a:xfrm>
          <a:off x="10553499" y="2856351"/>
          <a:ext cx="116945" cy="512332"/>
        </a:xfrm>
        <a:custGeom>
          <a:avLst/>
          <a:gdLst/>
          <a:ahLst/>
          <a:cxnLst/>
          <a:rect l="0" t="0" r="0" b="0"/>
          <a:pathLst>
            <a:path>
              <a:moveTo>
                <a:pt x="116945" y="0"/>
              </a:moveTo>
              <a:lnTo>
                <a:pt x="116945" y="512332"/>
              </a:lnTo>
              <a:lnTo>
                <a:pt x="0"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04E18143-BC63-41F1-8F60-AB8F52092470}">
      <dsp:nvSpPr>
        <dsp:cNvPr id="0" name=""/>
        <dsp:cNvSpPr/>
      </dsp:nvSpPr>
      <dsp:spPr>
        <a:xfrm>
          <a:off x="5953648" y="1335121"/>
          <a:ext cx="4716796" cy="964348"/>
        </a:xfrm>
        <a:custGeom>
          <a:avLst/>
          <a:gdLst/>
          <a:ahLst/>
          <a:cxnLst/>
          <a:rect l="0" t="0" r="0" b="0"/>
          <a:pathLst>
            <a:path>
              <a:moveTo>
                <a:pt x="0" y="0"/>
              </a:moveTo>
              <a:lnTo>
                <a:pt x="0" y="847402"/>
              </a:lnTo>
              <a:lnTo>
                <a:pt x="4716796" y="847402"/>
              </a:lnTo>
              <a:lnTo>
                <a:pt x="4716796" y="96434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8A8DB0CA-981C-484C-B547-73A78776E4A4}">
      <dsp:nvSpPr>
        <dsp:cNvPr id="0" name=""/>
        <dsp:cNvSpPr/>
      </dsp:nvSpPr>
      <dsp:spPr>
        <a:xfrm>
          <a:off x="7975132" y="2856351"/>
          <a:ext cx="116945" cy="2093878"/>
        </a:xfrm>
        <a:custGeom>
          <a:avLst/>
          <a:gdLst/>
          <a:ahLst/>
          <a:cxnLst/>
          <a:rect l="0" t="0" r="0" b="0"/>
          <a:pathLst>
            <a:path>
              <a:moveTo>
                <a:pt x="0" y="0"/>
              </a:moveTo>
              <a:lnTo>
                <a:pt x="0" y="2093878"/>
              </a:lnTo>
              <a:lnTo>
                <a:pt x="116945" y="209387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B66164A4-458B-4BCD-87A0-7CBC20513991}">
      <dsp:nvSpPr>
        <dsp:cNvPr id="0" name=""/>
        <dsp:cNvSpPr/>
      </dsp:nvSpPr>
      <dsp:spPr>
        <a:xfrm>
          <a:off x="7858187" y="2856351"/>
          <a:ext cx="116945" cy="2093878"/>
        </a:xfrm>
        <a:custGeom>
          <a:avLst/>
          <a:gdLst/>
          <a:ahLst/>
          <a:cxnLst/>
          <a:rect l="0" t="0" r="0" b="0"/>
          <a:pathLst>
            <a:path>
              <a:moveTo>
                <a:pt x="116945" y="0"/>
              </a:moveTo>
              <a:lnTo>
                <a:pt x="116945" y="2093878"/>
              </a:lnTo>
              <a:lnTo>
                <a:pt x="0" y="209387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D9C3AE83-8D6C-448E-A377-18E4797BD227}">
      <dsp:nvSpPr>
        <dsp:cNvPr id="0" name=""/>
        <dsp:cNvSpPr/>
      </dsp:nvSpPr>
      <dsp:spPr>
        <a:xfrm>
          <a:off x="7975132" y="2856351"/>
          <a:ext cx="116945" cy="1303105"/>
        </a:xfrm>
        <a:custGeom>
          <a:avLst/>
          <a:gdLst/>
          <a:ahLst/>
          <a:cxnLst/>
          <a:rect l="0" t="0" r="0" b="0"/>
          <a:pathLst>
            <a:path>
              <a:moveTo>
                <a:pt x="0" y="0"/>
              </a:moveTo>
              <a:lnTo>
                <a:pt x="0" y="1303105"/>
              </a:lnTo>
              <a:lnTo>
                <a:pt x="116945" y="130310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4575D2E1-E3DB-45C0-A366-81617C669BCD}">
      <dsp:nvSpPr>
        <dsp:cNvPr id="0" name=""/>
        <dsp:cNvSpPr/>
      </dsp:nvSpPr>
      <dsp:spPr>
        <a:xfrm>
          <a:off x="7858187" y="2856351"/>
          <a:ext cx="116945" cy="1303105"/>
        </a:xfrm>
        <a:custGeom>
          <a:avLst/>
          <a:gdLst/>
          <a:ahLst/>
          <a:cxnLst/>
          <a:rect l="0" t="0" r="0" b="0"/>
          <a:pathLst>
            <a:path>
              <a:moveTo>
                <a:pt x="116945" y="0"/>
              </a:moveTo>
              <a:lnTo>
                <a:pt x="116945" y="1303105"/>
              </a:lnTo>
              <a:lnTo>
                <a:pt x="0" y="130310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60C58ABE-DDB1-4A57-8BA6-BA7F2D2AA879}">
      <dsp:nvSpPr>
        <dsp:cNvPr id="0" name=""/>
        <dsp:cNvSpPr/>
      </dsp:nvSpPr>
      <dsp:spPr>
        <a:xfrm>
          <a:off x="7975132" y="2856351"/>
          <a:ext cx="116945" cy="512332"/>
        </a:xfrm>
        <a:custGeom>
          <a:avLst/>
          <a:gdLst/>
          <a:ahLst/>
          <a:cxnLst/>
          <a:rect l="0" t="0" r="0" b="0"/>
          <a:pathLst>
            <a:path>
              <a:moveTo>
                <a:pt x="0" y="0"/>
              </a:moveTo>
              <a:lnTo>
                <a:pt x="0" y="512332"/>
              </a:lnTo>
              <a:lnTo>
                <a:pt x="116945"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527AB4F6-2C01-48A3-B8F7-40C42D161BE6}">
      <dsp:nvSpPr>
        <dsp:cNvPr id="0" name=""/>
        <dsp:cNvSpPr/>
      </dsp:nvSpPr>
      <dsp:spPr>
        <a:xfrm>
          <a:off x="7858187" y="2856351"/>
          <a:ext cx="116945" cy="512332"/>
        </a:xfrm>
        <a:custGeom>
          <a:avLst/>
          <a:gdLst/>
          <a:ahLst/>
          <a:cxnLst/>
          <a:rect l="0" t="0" r="0" b="0"/>
          <a:pathLst>
            <a:path>
              <a:moveTo>
                <a:pt x="116945" y="0"/>
              </a:moveTo>
              <a:lnTo>
                <a:pt x="116945" y="512332"/>
              </a:lnTo>
              <a:lnTo>
                <a:pt x="0"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8661AFE2-A665-43D3-96FA-CD312A3D7265}">
      <dsp:nvSpPr>
        <dsp:cNvPr id="0" name=""/>
        <dsp:cNvSpPr/>
      </dsp:nvSpPr>
      <dsp:spPr>
        <a:xfrm>
          <a:off x="5953648" y="1335121"/>
          <a:ext cx="2021484" cy="964348"/>
        </a:xfrm>
        <a:custGeom>
          <a:avLst/>
          <a:gdLst/>
          <a:ahLst/>
          <a:cxnLst/>
          <a:rect l="0" t="0" r="0" b="0"/>
          <a:pathLst>
            <a:path>
              <a:moveTo>
                <a:pt x="0" y="0"/>
              </a:moveTo>
              <a:lnTo>
                <a:pt x="0" y="847402"/>
              </a:lnTo>
              <a:lnTo>
                <a:pt x="2021484" y="847402"/>
              </a:lnTo>
              <a:lnTo>
                <a:pt x="2021484" y="96434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5500BD40-42D5-409A-AD18-06A3A6EEF087}">
      <dsp:nvSpPr>
        <dsp:cNvPr id="0" name=""/>
        <dsp:cNvSpPr/>
      </dsp:nvSpPr>
      <dsp:spPr>
        <a:xfrm>
          <a:off x="5162875" y="2856351"/>
          <a:ext cx="116945" cy="2093878"/>
        </a:xfrm>
        <a:custGeom>
          <a:avLst/>
          <a:gdLst/>
          <a:ahLst/>
          <a:cxnLst/>
          <a:rect l="0" t="0" r="0" b="0"/>
          <a:pathLst>
            <a:path>
              <a:moveTo>
                <a:pt x="116945" y="0"/>
              </a:moveTo>
              <a:lnTo>
                <a:pt x="116945" y="2093878"/>
              </a:lnTo>
              <a:lnTo>
                <a:pt x="0" y="209387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F4136242-2C7F-4541-BBFC-B63ADF6ABF38}">
      <dsp:nvSpPr>
        <dsp:cNvPr id="0" name=""/>
        <dsp:cNvSpPr/>
      </dsp:nvSpPr>
      <dsp:spPr>
        <a:xfrm>
          <a:off x="5279820" y="2856351"/>
          <a:ext cx="116945" cy="1303105"/>
        </a:xfrm>
        <a:custGeom>
          <a:avLst/>
          <a:gdLst/>
          <a:ahLst/>
          <a:cxnLst/>
          <a:rect l="0" t="0" r="0" b="0"/>
          <a:pathLst>
            <a:path>
              <a:moveTo>
                <a:pt x="0" y="0"/>
              </a:moveTo>
              <a:lnTo>
                <a:pt x="0" y="1303105"/>
              </a:lnTo>
              <a:lnTo>
                <a:pt x="116945" y="130310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4761ED70-DC7A-4522-82BF-B2DBE3BB4500}">
      <dsp:nvSpPr>
        <dsp:cNvPr id="0" name=""/>
        <dsp:cNvSpPr/>
      </dsp:nvSpPr>
      <dsp:spPr>
        <a:xfrm>
          <a:off x="5162875" y="2856351"/>
          <a:ext cx="116945" cy="1303105"/>
        </a:xfrm>
        <a:custGeom>
          <a:avLst/>
          <a:gdLst/>
          <a:ahLst/>
          <a:cxnLst/>
          <a:rect l="0" t="0" r="0" b="0"/>
          <a:pathLst>
            <a:path>
              <a:moveTo>
                <a:pt x="116945" y="0"/>
              </a:moveTo>
              <a:lnTo>
                <a:pt x="116945" y="1303105"/>
              </a:lnTo>
              <a:lnTo>
                <a:pt x="0" y="130310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772132F7-F7B7-42ED-B7CF-F26E4FE39CD1}">
      <dsp:nvSpPr>
        <dsp:cNvPr id="0" name=""/>
        <dsp:cNvSpPr/>
      </dsp:nvSpPr>
      <dsp:spPr>
        <a:xfrm>
          <a:off x="5279820" y="2856351"/>
          <a:ext cx="116945" cy="512332"/>
        </a:xfrm>
        <a:custGeom>
          <a:avLst/>
          <a:gdLst/>
          <a:ahLst/>
          <a:cxnLst/>
          <a:rect l="0" t="0" r="0" b="0"/>
          <a:pathLst>
            <a:path>
              <a:moveTo>
                <a:pt x="0" y="0"/>
              </a:moveTo>
              <a:lnTo>
                <a:pt x="0" y="512332"/>
              </a:lnTo>
              <a:lnTo>
                <a:pt x="116945"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84BA28FF-D8C3-46A3-A863-FDE0CF9B3942}">
      <dsp:nvSpPr>
        <dsp:cNvPr id="0" name=""/>
        <dsp:cNvSpPr/>
      </dsp:nvSpPr>
      <dsp:spPr>
        <a:xfrm>
          <a:off x="5162875" y="2856351"/>
          <a:ext cx="116945" cy="512332"/>
        </a:xfrm>
        <a:custGeom>
          <a:avLst/>
          <a:gdLst/>
          <a:ahLst/>
          <a:cxnLst/>
          <a:rect l="0" t="0" r="0" b="0"/>
          <a:pathLst>
            <a:path>
              <a:moveTo>
                <a:pt x="116945" y="0"/>
              </a:moveTo>
              <a:lnTo>
                <a:pt x="116945" y="512332"/>
              </a:lnTo>
              <a:lnTo>
                <a:pt x="0"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91F4CE45-97ED-49C9-9B75-E55DF5286C8D}">
      <dsp:nvSpPr>
        <dsp:cNvPr id="0" name=""/>
        <dsp:cNvSpPr/>
      </dsp:nvSpPr>
      <dsp:spPr>
        <a:xfrm>
          <a:off x="5279820" y="1335121"/>
          <a:ext cx="673828" cy="964348"/>
        </a:xfrm>
        <a:custGeom>
          <a:avLst/>
          <a:gdLst/>
          <a:ahLst/>
          <a:cxnLst/>
          <a:rect l="0" t="0" r="0" b="0"/>
          <a:pathLst>
            <a:path>
              <a:moveTo>
                <a:pt x="673828" y="0"/>
              </a:moveTo>
              <a:lnTo>
                <a:pt x="673828" y="847402"/>
              </a:lnTo>
              <a:lnTo>
                <a:pt x="0" y="847402"/>
              </a:lnTo>
              <a:lnTo>
                <a:pt x="0" y="96434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33C91069-C02D-4347-A645-791936DCCE28}">
      <dsp:nvSpPr>
        <dsp:cNvPr id="0" name=""/>
        <dsp:cNvSpPr/>
      </dsp:nvSpPr>
      <dsp:spPr>
        <a:xfrm>
          <a:off x="2534388" y="2856351"/>
          <a:ext cx="167064" cy="512332"/>
        </a:xfrm>
        <a:custGeom>
          <a:avLst/>
          <a:gdLst/>
          <a:ahLst/>
          <a:cxnLst/>
          <a:rect l="0" t="0" r="0" b="0"/>
          <a:pathLst>
            <a:path>
              <a:moveTo>
                <a:pt x="0" y="0"/>
              </a:moveTo>
              <a:lnTo>
                <a:pt x="0" y="512332"/>
              </a:lnTo>
              <a:lnTo>
                <a:pt x="167064"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BE8E3DCB-E390-4E6E-90F0-DD0A69C85F9A}">
      <dsp:nvSpPr>
        <dsp:cNvPr id="0" name=""/>
        <dsp:cNvSpPr/>
      </dsp:nvSpPr>
      <dsp:spPr>
        <a:xfrm>
          <a:off x="2979894" y="1335121"/>
          <a:ext cx="2973753" cy="964348"/>
        </a:xfrm>
        <a:custGeom>
          <a:avLst/>
          <a:gdLst/>
          <a:ahLst/>
          <a:cxnLst/>
          <a:rect l="0" t="0" r="0" b="0"/>
          <a:pathLst>
            <a:path>
              <a:moveTo>
                <a:pt x="2973753" y="0"/>
              </a:moveTo>
              <a:lnTo>
                <a:pt x="2973753" y="847402"/>
              </a:lnTo>
              <a:lnTo>
                <a:pt x="0" y="847402"/>
              </a:lnTo>
              <a:lnTo>
                <a:pt x="0" y="96434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FBF81B54-B16E-496D-B67F-15BD15FEBE0E}">
      <dsp:nvSpPr>
        <dsp:cNvPr id="0" name=""/>
        <dsp:cNvSpPr/>
      </dsp:nvSpPr>
      <dsp:spPr>
        <a:xfrm>
          <a:off x="1236851" y="2856351"/>
          <a:ext cx="116945" cy="2884652"/>
        </a:xfrm>
        <a:custGeom>
          <a:avLst/>
          <a:gdLst/>
          <a:ahLst/>
          <a:cxnLst/>
          <a:rect l="0" t="0" r="0" b="0"/>
          <a:pathLst>
            <a:path>
              <a:moveTo>
                <a:pt x="0" y="0"/>
              </a:moveTo>
              <a:lnTo>
                <a:pt x="0" y="2884652"/>
              </a:lnTo>
              <a:lnTo>
                <a:pt x="116945" y="288465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8000E4C1-89C6-4D5E-9400-0B4E6AD39E30}">
      <dsp:nvSpPr>
        <dsp:cNvPr id="0" name=""/>
        <dsp:cNvSpPr/>
      </dsp:nvSpPr>
      <dsp:spPr>
        <a:xfrm>
          <a:off x="1119906" y="2856351"/>
          <a:ext cx="116945" cy="2884652"/>
        </a:xfrm>
        <a:custGeom>
          <a:avLst/>
          <a:gdLst/>
          <a:ahLst/>
          <a:cxnLst/>
          <a:rect l="0" t="0" r="0" b="0"/>
          <a:pathLst>
            <a:path>
              <a:moveTo>
                <a:pt x="116945" y="0"/>
              </a:moveTo>
              <a:lnTo>
                <a:pt x="116945" y="2884652"/>
              </a:lnTo>
              <a:lnTo>
                <a:pt x="0" y="288465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3EC10B84-4BA5-4633-8CBE-A6A205316C2B}">
      <dsp:nvSpPr>
        <dsp:cNvPr id="0" name=""/>
        <dsp:cNvSpPr/>
      </dsp:nvSpPr>
      <dsp:spPr>
        <a:xfrm>
          <a:off x="1236851" y="2856351"/>
          <a:ext cx="116945" cy="2093878"/>
        </a:xfrm>
        <a:custGeom>
          <a:avLst/>
          <a:gdLst/>
          <a:ahLst/>
          <a:cxnLst/>
          <a:rect l="0" t="0" r="0" b="0"/>
          <a:pathLst>
            <a:path>
              <a:moveTo>
                <a:pt x="0" y="0"/>
              </a:moveTo>
              <a:lnTo>
                <a:pt x="0" y="2093878"/>
              </a:lnTo>
              <a:lnTo>
                <a:pt x="116945" y="209387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AA3FB8FA-69AF-4BD0-A414-433B542BF5F0}">
      <dsp:nvSpPr>
        <dsp:cNvPr id="0" name=""/>
        <dsp:cNvSpPr/>
      </dsp:nvSpPr>
      <dsp:spPr>
        <a:xfrm>
          <a:off x="1119906" y="2856351"/>
          <a:ext cx="116945" cy="2093878"/>
        </a:xfrm>
        <a:custGeom>
          <a:avLst/>
          <a:gdLst/>
          <a:ahLst/>
          <a:cxnLst/>
          <a:rect l="0" t="0" r="0" b="0"/>
          <a:pathLst>
            <a:path>
              <a:moveTo>
                <a:pt x="116945" y="0"/>
              </a:moveTo>
              <a:lnTo>
                <a:pt x="116945" y="2093878"/>
              </a:lnTo>
              <a:lnTo>
                <a:pt x="0" y="209387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021CA6E4-D0BC-423B-BFE2-BAE4575BB644}">
      <dsp:nvSpPr>
        <dsp:cNvPr id="0" name=""/>
        <dsp:cNvSpPr/>
      </dsp:nvSpPr>
      <dsp:spPr>
        <a:xfrm>
          <a:off x="1236851" y="2856351"/>
          <a:ext cx="116945" cy="1303105"/>
        </a:xfrm>
        <a:custGeom>
          <a:avLst/>
          <a:gdLst/>
          <a:ahLst/>
          <a:cxnLst/>
          <a:rect l="0" t="0" r="0" b="0"/>
          <a:pathLst>
            <a:path>
              <a:moveTo>
                <a:pt x="0" y="0"/>
              </a:moveTo>
              <a:lnTo>
                <a:pt x="0" y="1303105"/>
              </a:lnTo>
              <a:lnTo>
                <a:pt x="116945" y="130310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06FF78A1-6542-4DE0-9ADE-3B63C2ED9B8F}">
      <dsp:nvSpPr>
        <dsp:cNvPr id="0" name=""/>
        <dsp:cNvSpPr/>
      </dsp:nvSpPr>
      <dsp:spPr>
        <a:xfrm>
          <a:off x="1119906" y="2856351"/>
          <a:ext cx="116945" cy="1303105"/>
        </a:xfrm>
        <a:custGeom>
          <a:avLst/>
          <a:gdLst/>
          <a:ahLst/>
          <a:cxnLst/>
          <a:rect l="0" t="0" r="0" b="0"/>
          <a:pathLst>
            <a:path>
              <a:moveTo>
                <a:pt x="116945" y="0"/>
              </a:moveTo>
              <a:lnTo>
                <a:pt x="116945" y="1303105"/>
              </a:lnTo>
              <a:lnTo>
                <a:pt x="0" y="130310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E47D65B1-86DC-43FD-9D1B-379EC6007546}">
      <dsp:nvSpPr>
        <dsp:cNvPr id="0" name=""/>
        <dsp:cNvSpPr/>
      </dsp:nvSpPr>
      <dsp:spPr>
        <a:xfrm>
          <a:off x="1236851" y="2856351"/>
          <a:ext cx="116945" cy="512332"/>
        </a:xfrm>
        <a:custGeom>
          <a:avLst/>
          <a:gdLst/>
          <a:ahLst/>
          <a:cxnLst/>
          <a:rect l="0" t="0" r="0" b="0"/>
          <a:pathLst>
            <a:path>
              <a:moveTo>
                <a:pt x="0" y="0"/>
              </a:moveTo>
              <a:lnTo>
                <a:pt x="0" y="512332"/>
              </a:lnTo>
              <a:lnTo>
                <a:pt x="116945"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E324DE3E-714C-42A9-BF87-98086EF4918A}">
      <dsp:nvSpPr>
        <dsp:cNvPr id="0" name=""/>
        <dsp:cNvSpPr/>
      </dsp:nvSpPr>
      <dsp:spPr>
        <a:xfrm>
          <a:off x="1119906" y="2856351"/>
          <a:ext cx="116945" cy="512332"/>
        </a:xfrm>
        <a:custGeom>
          <a:avLst/>
          <a:gdLst/>
          <a:ahLst/>
          <a:cxnLst/>
          <a:rect l="0" t="0" r="0" b="0"/>
          <a:pathLst>
            <a:path>
              <a:moveTo>
                <a:pt x="116945" y="0"/>
              </a:moveTo>
              <a:lnTo>
                <a:pt x="116945" y="512332"/>
              </a:lnTo>
              <a:lnTo>
                <a:pt x="0" y="512332"/>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4D5AD634-8576-4630-89A1-F5327698EB83}">
      <dsp:nvSpPr>
        <dsp:cNvPr id="0" name=""/>
        <dsp:cNvSpPr/>
      </dsp:nvSpPr>
      <dsp:spPr>
        <a:xfrm>
          <a:off x="1236851" y="1335121"/>
          <a:ext cx="4716796" cy="964348"/>
        </a:xfrm>
        <a:custGeom>
          <a:avLst/>
          <a:gdLst/>
          <a:ahLst/>
          <a:cxnLst/>
          <a:rect l="0" t="0" r="0" b="0"/>
          <a:pathLst>
            <a:path>
              <a:moveTo>
                <a:pt x="4716796" y="0"/>
              </a:moveTo>
              <a:lnTo>
                <a:pt x="4716796" y="847402"/>
              </a:lnTo>
              <a:lnTo>
                <a:pt x="0" y="847402"/>
              </a:lnTo>
              <a:lnTo>
                <a:pt x="0" y="96434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C74611F1-BFDC-4298-A44F-8544CF3E3FD8}">
      <dsp:nvSpPr>
        <dsp:cNvPr id="0" name=""/>
        <dsp:cNvSpPr/>
      </dsp:nvSpPr>
      <dsp:spPr>
        <a:xfrm>
          <a:off x="4280600" y="778238"/>
          <a:ext cx="3346096" cy="556882"/>
        </a:xfrm>
        <a:prstGeom prst="rect">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1">
            <a:lnSpc>
              <a:spcPct val="90000"/>
            </a:lnSpc>
            <a:spcBef>
              <a:spcPct val="0"/>
            </a:spcBef>
            <a:spcAft>
              <a:spcPct val="35000"/>
            </a:spcAft>
            <a:buNone/>
          </a:pPr>
          <a:r>
            <a:rPr lang="ar-SA" sz="1600" b="1" kern="1200">
              <a:solidFill>
                <a:schemeClr val="tx1">
                  <a:lumMod val="95000"/>
                  <a:lumOff val="5000"/>
                </a:schemeClr>
              </a:solidFill>
              <a:latin typeface="Simplified Arabic" panose="02020603050405020304" pitchFamily="18" charset="-78"/>
              <a:cs typeface="Simplified Arabic" panose="02020603050405020304" pitchFamily="18" charset="-78"/>
            </a:rPr>
            <a:t>مدير</a:t>
          </a:r>
          <a:r>
            <a:rPr lang="ar-SY" sz="1600" b="1" kern="1200">
              <a:solidFill>
                <a:schemeClr val="tx1">
                  <a:lumMod val="95000"/>
                  <a:lumOff val="5000"/>
                </a:schemeClr>
              </a:solidFill>
              <a:latin typeface="Simplified Arabic" panose="02020603050405020304" pitchFamily="18" charset="-78"/>
              <a:cs typeface="Simplified Arabic" panose="02020603050405020304" pitchFamily="18" charset="-78"/>
            </a:rPr>
            <a:t>ية</a:t>
          </a:r>
          <a:r>
            <a:rPr lang="ar-SA" sz="1600" b="1" kern="1200">
              <a:solidFill>
                <a:schemeClr val="tx1">
                  <a:lumMod val="95000"/>
                  <a:lumOff val="5000"/>
                </a:schemeClr>
              </a:solidFill>
              <a:latin typeface="Simplified Arabic" panose="02020603050405020304" pitchFamily="18" charset="-78"/>
              <a:cs typeface="Simplified Arabic" panose="02020603050405020304" pitchFamily="18" charset="-78"/>
            </a:rPr>
            <a:t> النظافة</a:t>
          </a:r>
          <a:endParaRPr lang="ar-SA" sz="16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4280600" y="778238"/>
        <a:ext cx="3346096" cy="556882"/>
      </dsp:txXfrm>
    </dsp:sp>
    <dsp:sp modelId="{BB775343-29A6-4A68-84A2-5C8210748DE0}">
      <dsp:nvSpPr>
        <dsp:cNvPr id="0" name=""/>
        <dsp:cNvSpPr/>
      </dsp:nvSpPr>
      <dsp:spPr>
        <a:xfrm>
          <a:off x="679969" y="2299469"/>
          <a:ext cx="1113765" cy="556882"/>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دائرة شؤون المراكز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79969" y="2299469"/>
        <a:ext cx="1113765" cy="556882"/>
      </dsp:txXfrm>
    </dsp:sp>
    <dsp:sp modelId="{066822F7-8AF3-4159-B6C2-5957B0D61ED9}">
      <dsp:nvSpPr>
        <dsp:cNvPr id="0" name=""/>
        <dsp:cNvSpPr/>
      </dsp:nvSpPr>
      <dsp:spPr>
        <a:xfrm>
          <a:off x="6141"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الأول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141" y="3090242"/>
        <a:ext cx="1113765" cy="556882"/>
      </dsp:txXfrm>
    </dsp:sp>
    <dsp:sp modelId="{597A9E3E-6DF7-4E51-814A-47442653381C}">
      <dsp:nvSpPr>
        <dsp:cNvPr id="0" name=""/>
        <dsp:cNvSpPr/>
      </dsp:nvSpPr>
      <dsp:spPr>
        <a:xfrm>
          <a:off x="1353797"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الثاني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1353797" y="3090242"/>
        <a:ext cx="1113765" cy="556882"/>
      </dsp:txXfrm>
    </dsp:sp>
    <dsp:sp modelId="{BD4793B7-8D94-465B-B7F2-11DEB258BCDA}">
      <dsp:nvSpPr>
        <dsp:cNvPr id="0" name=""/>
        <dsp:cNvSpPr/>
      </dsp:nvSpPr>
      <dsp:spPr>
        <a:xfrm>
          <a:off x="6141" y="3881016"/>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الثالث</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141" y="3881016"/>
        <a:ext cx="1113765" cy="556882"/>
      </dsp:txXfrm>
    </dsp:sp>
    <dsp:sp modelId="{16080646-F67B-4599-B0EF-CF7F94F5C7E5}">
      <dsp:nvSpPr>
        <dsp:cNvPr id="0" name=""/>
        <dsp:cNvSpPr/>
      </dsp:nvSpPr>
      <dsp:spPr>
        <a:xfrm>
          <a:off x="1353797" y="3881016"/>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الرابع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1353797" y="3881016"/>
        <a:ext cx="1113765" cy="556882"/>
      </dsp:txXfrm>
    </dsp:sp>
    <dsp:sp modelId="{C1263ADC-A18A-4066-825F-4BA9B4F30366}">
      <dsp:nvSpPr>
        <dsp:cNvPr id="0" name=""/>
        <dsp:cNvSpPr/>
      </dsp:nvSpPr>
      <dsp:spPr>
        <a:xfrm>
          <a:off x="6141" y="4671789"/>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الخامس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141" y="4671789"/>
        <a:ext cx="1113765" cy="556882"/>
      </dsp:txXfrm>
    </dsp:sp>
    <dsp:sp modelId="{EAE917F0-172E-4CCA-9A96-1116730BB12E}">
      <dsp:nvSpPr>
        <dsp:cNvPr id="0" name=""/>
        <dsp:cNvSpPr/>
      </dsp:nvSpPr>
      <dsp:spPr>
        <a:xfrm>
          <a:off x="1353797" y="4671789"/>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السادس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1353797" y="4671789"/>
        <a:ext cx="1113765" cy="556882"/>
      </dsp:txXfrm>
    </dsp:sp>
    <dsp:sp modelId="{C9A41580-F795-4EB5-B914-AA59EC206EB0}">
      <dsp:nvSpPr>
        <dsp:cNvPr id="0" name=""/>
        <dsp:cNvSpPr/>
      </dsp:nvSpPr>
      <dsp:spPr>
        <a:xfrm>
          <a:off x="6141" y="5462563"/>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السابع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141" y="5462563"/>
        <a:ext cx="1113765" cy="556882"/>
      </dsp:txXfrm>
    </dsp:sp>
    <dsp:sp modelId="{E4327BE8-D873-4843-A829-90F020CEC5B1}">
      <dsp:nvSpPr>
        <dsp:cNvPr id="0" name=""/>
        <dsp:cNvSpPr/>
      </dsp:nvSpPr>
      <dsp:spPr>
        <a:xfrm>
          <a:off x="1353797" y="5462563"/>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القطاع الثامن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1353797" y="5462563"/>
        <a:ext cx="1113765" cy="556882"/>
      </dsp:txXfrm>
    </dsp:sp>
    <dsp:sp modelId="{70C8AF46-D74E-4B9E-9FAD-A9E680E03209}">
      <dsp:nvSpPr>
        <dsp:cNvPr id="0" name=""/>
        <dsp:cNvSpPr/>
      </dsp:nvSpPr>
      <dsp:spPr>
        <a:xfrm>
          <a:off x="2423012" y="2299469"/>
          <a:ext cx="1113765" cy="556882"/>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مكتب الرقابة والتقييم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2423012" y="2299469"/>
        <a:ext cx="1113765" cy="556882"/>
      </dsp:txXfrm>
    </dsp:sp>
    <dsp:sp modelId="{C9E8744D-C533-4DAB-98B7-EFF7D0C77DE2}">
      <dsp:nvSpPr>
        <dsp:cNvPr id="0" name=""/>
        <dsp:cNvSpPr/>
      </dsp:nvSpPr>
      <dsp:spPr>
        <a:xfrm>
          <a:off x="2701453"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قيد التجهيز</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2701453" y="3090242"/>
        <a:ext cx="1113765" cy="556882"/>
      </dsp:txXfrm>
    </dsp:sp>
    <dsp:sp modelId="{3457BC02-AF7B-4817-9004-8DA80C6368B1}">
      <dsp:nvSpPr>
        <dsp:cNvPr id="0" name=""/>
        <dsp:cNvSpPr/>
      </dsp:nvSpPr>
      <dsp:spPr>
        <a:xfrm>
          <a:off x="4722937" y="2299469"/>
          <a:ext cx="1113765" cy="556882"/>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الدائرة الإدارية والمالية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4722937" y="2299469"/>
        <a:ext cx="1113765" cy="556882"/>
      </dsp:txXfrm>
    </dsp:sp>
    <dsp:sp modelId="{57D93AA6-CDE6-4B8A-9346-68B9AFD484C7}">
      <dsp:nvSpPr>
        <dsp:cNvPr id="0" name=""/>
        <dsp:cNvSpPr/>
      </dsp:nvSpPr>
      <dsp:spPr>
        <a:xfrm>
          <a:off x="4049109"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مراقبة الدوام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4049109" y="3090242"/>
        <a:ext cx="1113765" cy="556882"/>
      </dsp:txXfrm>
    </dsp:sp>
    <dsp:sp modelId="{E26D08DE-E16F-4A70-8D73-6F9755949632}">
      <dsp:nvSpPr>
        <dsp:cNvPr id="0" name=""/>
        <dsp:cNvSpPr/>
      </dsp:nvSpPr>
      <dsp:spPr>
        <a:xfrm>
          <a:off x="5396765"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الديوان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5396765" y="3090242"/>
        <a:ext cx="1113765" cy="556882"/>
      </dsp:txXfrm>
    </dsp:sp>
    <dsp:sp modelId="{86DD0C51-E363-4891-B482-F885849FDE9C}">
      <dsp:nvSpPr>
        <dsp:cNvPr id="0" name=""/>
        <dsp:cNvSpPr/>
      </dsp:nvSpPr>
      <dsp:spPr>
        <a:xfrm>
          <a:off x="4049109" y="3881016"/>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المستودعات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4049109" y="3881016"/>
        <a:ext cx="1113765" cy="556882"/>
      </dsp:txXfrm>
    </dsp:sp>
    <dsp:sp modelId="{AD50F521-9A6C-4A10-9A3A-635039DAF7FA}">
      <dsp:nvSpPr>
        <dsp:cNvPr id="0" name=""/>
        <dsp:cNvSpPr/>
      </dsp:nvSpPr>
      <dsp:spPr>
        <a:xfrm>
          <a:off x="5396765" y="3881016"/>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شؤون العاملين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5396765" y="3881016"/>
        <a:ext cx="1113765" cy="556882"/>
      </dsp:txXfrm>
    </dsp:sp>
    <dsp:sp modelId="{84E452DB-8EC7-4AD1-92C1-F5923EC635A6}">
      <dsp:nvSpPr>
        <dsp:cNvPr id="0" name=""/>
        <dsp:cNvSpPr/>
      </dsp:nvSpPr>
      <dsp:spPr>
        <a:xfrm>
          <a:off x="4049109" y="4671789"/>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المالية و الجباية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4049109" y="4671789"/>
        <a:ext cx="1113765" cy="556882"/>
      </dsp:txXfrm>
    </dsp:sp>
    <dsp:sp modelId="{AD13D8B3-C328-422B-88E8-09DB30315653}">
      <dsp:nvSpPr>
        <dsp:cNvPr id="0" name=""/>
        <dsp:cNvSpPr/>
      </dsp:nvSpPr>
      <dsp:spPr>
        <a:xfrm>
          <a:off x="7418250" y="2299469"/>
          <a:ext cx="1113765" cy="556882"/>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دائرة الآليات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7418250" y="2299469"/>
        <a:ext cx="1113765" cy="556882"/>
      </dsp:txXfrm>
    </dsp:sp>
    <dsp:sp modelId="{D3882533-9894-4510-8627-717CDE9B11D9}">
      <dsp:nvSpPr>
        <dsp:cNvPr id="0" name=""/>
        <dsp:cNvSpPr/>
      </dsp:nvSpPr>
      <dsp:spPr>
        <a:xfrm>
          <a:off x="6744421"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آليات القمامة و الورشات المساعدة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744421" y="3090242"/>
        <a:ext cx="1113765" cy="556882"/>
      </dsp:txXfrm>
    </dsp:sp>
    <dsp:sp modelId="{400A3A4E-A2F5-442E-8110-4F184315BBEF}">
      <dsp:nvSpPr>
        <dsp:cNvPr id="0" name=""/>
        <dsp:cNvSpPr/>
      </dsp:nvSpPr>
      <dsp:spPr>
        <a:xfrm>
          <a:off x="8092078"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ذاتية الآليات و المكتب الفني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8092078" y="3090242"/>
        <a:ext cx="1113765" cy="556882"/>
      </dsp:txXfrm>
    </dsp:sp>
    <dsp:sp modelId="{02B36B46-C2EF-45A8-9024-CBEF07B2E599}">
      <dsp:nvSpPr>
        <dsp:cNvPr id="0" name=""/>
        <dsp:cNvSpPr/>
      </dsp:nvSpPr>
      <dsp:spPr>
        <a:xfrm>
          <a:off x="6744421" y="3881016"/>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الكانسات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744421" y="3881016"/>
        <a:ext cx="1113765" cy="556882"/>
      </dsp:txXfrm>
    </dsp:sp>
    <dsp:sp modelId="{1F5A23CD-4FEE-4591-AC17-9BE560C83955}">
      <dsp:nvSpPr>
        <dsp:cNvPr id="0" name=""/>
        <dsp:cNvSpPr/>
      </dsp:nvSpPr>
      <dsp:spPr>
        <a:xfrm>
          <a:off x="8092078" y="3881016"/>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ورشة إصلاح الإطارات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8092078" y="3881016"/>
        <a:ext cx="1113765" cy="556882"/>
      </dsp:txXfrm>
    </dsp:sp>
    <dsp:sp modelId="{C0CE3376-B395-4845-96C5-FE406748FB47}">
      <dsp:nvSpPr>
        <dsp:cNvPr id="0" name=""/>
        <dsp:cNvSpPr/>
      </dsp:nvSpPr>
      <dsp:spPr>
        <a:xfrm>
          <a:off x="6744421" y="4671789"/>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الشطف والترحيل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6744421" y="4671789"/>
        <a:ext cx="1113765" cy="556882"/>
      </dsp:txXfrm>
    </dsp:sp>
    <dsp:sp modelId="{B74B3749-6CC9-476B-AA5D-B06ED7792A9C}">
      <dsp:nvSpPr>
        <dsp:cNvPr id="0" name=""/>
        <dsp:cNvSpPr/>
      </dsp:nvSpPr>
      <dsp:spPr>
        <a:xfrm>
          <a:off x="8092078" y="4671789"/>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النفايات الطبية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8092078" y="4671789"/>
        <a:ext cx="1113765" cy="556882"/>
      </dsp:txXfrm>
    </dsp:sp>
    <dsp:sp modelId="{B4429661-7AD5-476C-87F9-2A498E187F15}">
      <dsp:nvSpPr>
        <dsp:cNvPr id="0" name=""/>
        <dsp:cNvSpPr/>
      </dsp:nvSpPr>
      <dsp:spPr>
        <a:xfrm>
          <a:off x="10113562" y="2299469"/>
          <a:ext cx="1113765" cy="556882"/>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دائرة الدراسات والمشاريع </a:t>
          </a:r>
        </a:p>
      </dsp:txBody>
      <dsp:txXfrm>
        <a:off x="10113562" y="2299469"/>
        <a:ext cx="1113765" cy="556882"/>
      </dsp:txXfrm>
    </dsp:sp>
    <dsp:sp modelId="{BEB52C7F-087C-4B22-9BE5-6F5BBB399037}">
      <dsp:nvSpPr>
        <dsp:cNvPr id="0" name=""/>
        <dsp:cNvSpPr/>
      </dsp:nvSpPr>
      <dsp:spPr>
        <a:xfrm>
          <a:off x="9439734"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مكتب الإعلام و الشكاوي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9439734" y="3090242"/>
        <a:ext cx="1113765" cy="556882"/>
      </dsp:txXfrm>
    </dsp:sp>
    <dsp:sp modelId="{78EE5090-326D-47D3-99D6-1767680D5CD5}">
      <dsp:nvSpPr>
        <dsp:cNvPr id="0" name=""/>
        <dsp:cNvSpPr/>
      </dsp:nvSpPr>
      <dsp:spPr>
        <a:xfrm>
          <a:off x="10787390" y="3090242"/>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الطوارئ والمراسم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10787390" y="3090242"/>
        <a:ext cx="1113765" cy="556882"/>
      </dsp:txXfrm>
    </dsp:sp>
    <dsp:sp modelId="{76B4D692-3CCC-4286-A6D4-694D9BB7EEF2}">
      <dsp:nvSpPr>
        <dsp:cNvPr id="0" name=""/>
        <dsp:cNvSpPr/>
      </dsp:nvSpPr>
      <dsp:spPr>
        <a:xfrm>
          <a:off x="9439734" y="3881016"/>
          <a:ext cx="1113765" cy="55688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شعبة الصيانة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9439734" y="3881016"/>
        <a:ext cx="1113765" cy="556882"/>
      </dsp:txXfrm>
    </dsp:sp>
    <dsp:sp modelId="{41B71AA9-D83A-4C29-8B7B-1495C3D58671}">
      <dsp:nvSpPr>
        <dsp:cNvPr id="0" name=""/>
        <dsp:cNvSpPr/>
      </dsp:nvSpPr>
      <dsp:spPr>
        <a:xfrm>
          <a:off x="3175494" y="1668028"/>
          <a:ext cx="1113765" cy="318653"/>
        </a:xfrm>
        <a:prstGeom prst="rect">
          <a:avLst/>
        </a:prstGeom>
        <a:solidFill>
          <a:schemeClr val="accent2">
            <a:lumMod val="60000"/>
            <a:lumOff val="40000"/>
          </a:schemeClr>
        </a:solidFill>
        <a:ln w="12700" cap="flat" cmpd="sng" algn="ctr">
          <a:solidFill>
            <a:schemeClr val="l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a:solidFill>
                <a:schemeClr val="tx1">
                  <a:lumMod val="95000"/>
                  <a:lumOff val="5000"/>
                </a:schemeClr>
              </a:solidFill>
              <a:latin typeface="Simplified Arabic" panose="02020603050405020304" pitchFamily="18" charset="-78"/>
              <a:cs typeface="Simplified Arabic" panose="02020603050405020304" pitchFamily="18" charset="-78"/>
            </a:rPr>
            <a:t>مكتب المدير </a:t>
          </a:r>
          <a:endPar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endParaRPr>
        </a:p>
      </dsp:txBody>
      <dsp:txXfrm>
        <a:off x="3175494" y="1668028"/>
        <a:ext cx="1113765" cy="3186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CFD5C0-1277-4771-9EFB-04875DC3BC07}">
      <dsp:nvSpPr>
        <dsp:cNvPr id="0" name=""/>
        <dsp:cNvSpPr/>
      </dsp:nvSpPr>
      <dsp:spPr>
        <a:xfrm>
          <a:off x="3302607" y="715340"/>
          <a:ext cx="2137982" cy="634116"/>
        </a:xfrm>
        <a:custGeom>
          <a:avLst/>
          <a:gdLst/>
          <a:ahLst/>
          <a:cxnLst/>
          <a:rect l="0" t="0" r="0" b="0"/>
          <a:pathLst>
            <a:path>
              <a:moveTo>
                <a:pt x="2137982" y="0"/>
              </a:moveTo>
              <a:lnTo>
                <a:pt x="2137982" y="634116"/>
              </a:lnTo>
              <a:lnTo>
                <a:pt x="0" y="634116"/>
              </a:lnTo>
            </a:path>
          </a:pathLst>
        </a:custGeom>
        <a:noFill/>
        <a:ln w="12700" cap="flat" cmpd="sng" algn="ctr">
          <a:solidFill>
            <a:schemeClr val="tx1"/>
          </a:solidFill>
          <a:prstDash val="solid"/>
          <a:miter lim="800000"/>
          <a:tailEnd type="stealth"/>
        </a:ln>
        <a:effectLst/>
      </dsp:spPr>
      <dsp:style>
        <a:lnRef idx="2">
          <a:scrgbClr r="0" g="0" b="0"/>
        </a:lnRef>
        <a:fillRef idx="0">
          <a:scrgbClr r="0" g="0" b="0"/>
        </a:fillRef>
        <a:effectRef idx="0">
          <a:scrgbClr r="0" g="0" b="0"/>
        </a:effectRef>
        <a:fontRef idx="minor"/>
      </dsp:style>
    </dsp:sp>
    <dsp:sp modelId="{E09D8998-9824-4D97-AA4F-A27BDC378D61}">
      <dsp:nvSpPr>
        <dsp:cNvPr id="0" name=""/>
        <dsp:cNvSpPr/>
      </dsp:nvSpPr>
      <dsp:spPr>
        <a:xfrm>
          <a:off x="8913480" y="2671249"/>
          <a:ext cx="150221" cy="1751376"/>
        </a:xfrm>
        <a:custGeom>
          <a:avLst/>
          <a:gdLst/>
          <a:ahLst/>
          <a:cxnLst/>
          <a:rect l="0" t="0" r="0" b="0"/>
          <a:pathLst>
            <a:path>
              <a:moveTo>
                <a:pt x="0" y="0"/>
              </a:moveTo>
              <a:lnTo>
                <a:pt x="0" y="1751376"/>
              </a:lnTo>
              <a:lnTo>
                <a:pt x="150221" y="1751376"/>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56A56958-9A40-485A-A74D-56CBE0F05224}">
      <dsp:nvSpPr>
        <dsp:cNvPr id="0" name=""/>
        <dsp:cNvSpPr/>
      </dsp:nvSpPr>
      <dsp:spPr>
        <a:xfrm>
          <a:off x="8737864" y="2671249"/>
          <a:ext cx="175616" cy="1750095"/>
        </a:xfrm>
        <a:custGeom>
          <a:avLst/>
          <a:gdLst/>
          <a:ahLst/>
          <a:cxnLst/>
          <a:rect l="0" t="0" r="0" b="0"/>
          <a:pathLst>
            <a:path>
              <a:moveTo>
                <a:pt x="175616" y="0"/>
              </a:moveTo>
              <a:lnTo>
                <a:pt x="175616" y="1750095"/>
              </a:lnTo>
              <a:lnTo>
                <a:pt x="0" y="1750095"/>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53844A72-89D0-44A4-B46F-06F1D37CF3BF}">
      <dsp:nvSpPr>
        <dsp:cNvPr id="0" name=""/>
        <dsp:cNvSpPr/>
      </dsp:nvSpPr>
      <dsp:spPr>
        <a:xfrm>
          <a:off x="8913480" y="2671249"/>
          <a:ext cx="150221" cy="658113"/>
        </a:xfrm>
        <a:custGeom>
          <a:avLst/>
          <a:gdLst/>
          <a:ahLst/>
          <a:cxnLst/>
          <a:rect l="0" t="0" r="0" b="0"/>
          <a:pathLst>
            <a:path>
              <a:moveTo>
                <a:pt x="0" y="0"/>
              </a:moveTo>
              <a:lnTo>
                <a:pt x="0" y="658113"/>
              </a:lnTo>
              <a:lnTo>
                <a:pt x="150221" y="658113"/>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71D90107-4CB5-4C3C-BBDE-41F66CF44395}">
      <dsp:nvSpPr>
        <dsp:cNvPr id="0" name=""/>
        <dsp:cNvSpPr/>
      </dsp:nvSpPr>
      <dsp:spPr>
        <a:xfrm>
          <a:off x="8763258" y="2671249"/>
          <a:ext cx="150221" cy="658113"/>
        </a:xfrm>
        <a:custGeom>
          <a:avLst/>
          <a:gdLst/>
          <a:ahLst/>
          <a:cxnLst/>
          <a:rect l="0" t="0" r="0" b="0"/>
          <a:pathLst>
            <a:path>
              <a:moveTo>
                <a:pt x="150221" y="0"/>
              </a:moveTo>
              <a:lnTo>
                <a:pt x="150221" y="658113"/>
              </a:lnTo>
              <a:lnTo>
                <a:pt x="0" y="658113"/>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04E18143-BC63-41F1-8F60-AB8F52092470}">
      <dsp:nvSpPr>
        <dsp:cNvPr id="0" name=""/>
        <dsp:cNvSpPr/>
      </dsp:nvSpPr>
      <dsp:spPr>
        <a:xfrm>
          <a:off x="5440589" y="715340"/>
          <a:ext cx="3472890" cy="1240568"/>
        </a:xfrm>
        <a:custGeom>
          <a:avLst/>
          <a:gdLst/>
          <a:ahLst/>
          <a:cxnLst/>
          <a:rect l="0" t="0" r="0" b="0"/>
          <a:pathLst>
            <a:path>
              <a:moveTo>
                <a:pt x="0" y="0"/>
              </a:moveTo>
              <a:lnTo>
                <a:pt x="0" y="1090346"/>
              </a:lnTo>
              <a:lnTo>
                <a:pt x="3472890" y="1090346"/>
              </a:lnTo>
              <a:lnTo>
                <a:pt x="3472890" y="124056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8A8DB0CA-981C-484C-B547-73A78776E4A4}">
      <dsp:nvSpPr>
        <dsp:cNvPr id="0" name=""/>
        <dsp:cNvSpPr/>
      </dsp:nvSpPr>
      <dsp:spPr>
        <a:xfrm>
          <a:off x="5301008" y="2671249"/>
          <a:ext cx="140178" cy="2689681"/>
        </a:xfrm>
        <a:custGeom>
          <a:avLst/>
          <a:gdLst/>
          <a:ahLst/>
          <a:cxnLst/>
          <a:rect l="0" t="0" r="0" b="0"/>
          <a:pathLst>
            <a:path>
              <a:moveTo>
                <a:pt x="140178" y="0"/>
              </a:moveTo>
              <a:lnTo>
                <a:pt x="140178" y="2689681"/>
              </a:lnTo>
              <a:lnTo>
                <a:pt x="0" y="2689681"/>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D9C3AE83-8D6C-448E-A377-18E4797BD227}">
      <dsp:nvSpPr>
        <dsp:cNvPr id="0" name=""/>
        <dsp:cNvSpPr/>
      </dsp:nvSpPr>
      <dsp:spPr>
        <a:xfrm>
          <a:off x="5441187" y="2671249"/>
          <a:ext cx="160264" cy="1673897"/>
        </a:xfrm>
        <a:custGeom>
          <a:avLst/>
          <a:gdLst/>
          <a:ahLst/>
          <a:cxnLst/>
          <a:rect l="0" t="0" r="0" b="0"/>
          <a:pathLst>
            <a:path>
              <a:moveTo>
                <a:pt x="0" y="0"/>
              </a:moveTo>
              <a:lnTo>
                <a:pt x="0" y="1673897"/>
              </a:lnTo>
              <a:lnTo>
                <a:pt x="160264" y="1673897"/>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4575D2E1-E3DB-45C0-A366-81617C669BCD}">
      <dsp:nvSpPr>
        <dsp:cNvPr id="0" name=""/>
        <dsp:cNvSpPr/>
      </dsp:nvSpPr>
      <dsp:spPr>
        <a:xfrm>
          <a:off x="5301008" y="2671249"/>
          <a:ext cx="140178" cy="1673897"/>
        </a:xfrm>
        <a:custGeom>
          <a:avLst/>
          <a:gdLst/>
          <a:ahLst/>
          <a:cxnLst/>
          <a:rect l="0" t="0" r="0" b="0"/>
          <a:pathLst>
            <a:path>
              <a:moveTo>
                <a:pt x="140178" y="0"/>
              </a:moveTo>
              <a:lnTo>
                <a:pt x="140178" y="1673897"/>
              </a:lnTo>
              <a:lnTo>
                <a:pt x="0" y="1673897"/>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60C58ABE-DDB1-4A57-8BA6-BA7F2D2AA879}">
      <dsp:nvSpPr>
        <dsp:cNvPr id="0" name=""/>
        <dsp:cNvSpPr/>
      </dsp:nvSpPr>
      <dsp:spPr>
        <a:xfrm>
          <a:off x="5441187" y="2671249"/>
          <a:ext cx="160264" cy="658113"/>
        </a:xfrm>
        <a:custGeom>
          <a:avLst/>
          <a:gdLst/>
          <a:ahLst/>
          <a:cxnLst/>
          <a:rect l="0" t="0" r="0" b="0"/>
          <a:pathLst>
            <a:path>
              <a:moveTo>
                <a:pt x="0" y="0"/>
              </a:moveTo>
              <a:lnTo>
                <a:pt x="0" y="658113"/>
              </a:lnTo>
              <a:lnTo>
                <a:pt x="160264" y="658113"/>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527AB4F6-2C01-48A3-B8F7-40C42D161BE6}">
      <dsp:nvSpPr>
        <dsp:cNvPr id="0" name=""/>
        <dsp:cNvSpPr/>
      </dsp:nvSpPr>
      <dsp:spPr>
        <a:xfrm>
          <a:off x="5301008" y="2671249"/>
          <a:ext cx="140178" cy="658113"/>
        </a:xfrm>
        <a:custGeom>
          <a:avLst/>
          <a:gdLst/>
          <a:ahLst/>
          <a:cxnLst/>
          <a:rect l="0" t="0" r="0" b="0"/>
          <a:pathLst>
            <a:path>
              <a:moveTo>
                <a:pt x="140178" y="0"/>
              </a:moveTo>
              <a:lnTo>
                <a:pt x="140178" y="658113"/>
              </a:lnTo>
              <a:lnTo>
                <a:pt x="0" y="658113"/>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8661AFE2-A665-43D3-96FA-CD312A3D7265}">
      <dsp:nvSpPr>
        <dsp:cNvPr id="0" name=""/>
        <dsp:cNvSpPr/>
      </dsp:nvSpPr>
      <dsp:spPr>
        <a:xfrm>
          <a:off x="5394869" y="715340"/>
          <a:ext cx="91440" cy="1240568"/>
        </a:xfrm>
        <a:custGeom>
          <a:avLst/>
          <a:gdLst/>
          <a:ahLst/>
          <a:cxnLst/>
          <a:rect l="0" t="0" r="0" b="0"/>
          <a:pathLst>
            <a:path>
              <a:moveTo>
                <a:pt x="45720" y="0"/>
              </a:moveTo>
              <a:lnTo>
                <a:pt x="45720" y="1090346"/>
              </a:lnTo>
              <a:lnTo>
                <a:pt x="46317" y="1090346"/>
              </a:lnTo>
              <a:lnTo>
                <a:pt x="46317" y="124056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F4136242-2C7F-4541-BBFC-B63ADF6ABF38}">
      <dsp:nvSpPr>
        <dsp:cNvPr id="0" name=""/>
        <dsp:cNvSpPr/>
      </dsp:nvSpPr>
      <dsp:spPr>
        <a:xfrm>
          <a:off x="1838758" y="2671249"/>
          <a:ext cx="150221" cy="1673897"/>
        </a:xfrm>
        <a:custGeom>
          <a:avLst/>
          <a:gdLst/>
          <a:ahLst/>
          <a:cxnLst/>
          <a:rect l="0" t="0" r="0" b="0"/>
          <a:pathLst>
            <a:path>
              <a:moveTo>
                <a:pt x="150221" y="0"/>
              </a:moveTo>
              <a:lnTo>
                <a:pt x="150221" y="1673897"/>
              </a:lnTo>
              <a:lnTo>
                <a:pt x="0" y="1673897"/>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772132F7-F7B7-42ED-B7CF-F26E4FE39CD1}">
      <dsp:nvSpPr>
        <dsp:cNvPr id="0" name=""/>
        <dsp:cNvSpPr/>
      </dsp:nvSpPr>
      <dsp:spPr>
        <a:xfrm>
          <a:off x="1988980" y="2671249"/>
          <a:ext cx="150221" cy="658113"/>
        </a:xfrm>
        <a:custGeom>
          <a:avLst/>
          <a:gdLst/>
          <a:ahLst/>
          <a:cxnLst/>
          <a:rect l="0" t="0" r="0" b="0"/>
          <a:pathLst>
            <a:path>
              <a:moveTo>
                <a:pt x="0" y="0"/>
              </a:moveTo>
              <a:lnTo>
                <a:pt x="0" y="658113"/>
              </a:lnTo>
              <a:lnTo>
                <a:pt x="150221" y="658113"/>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84BA28FF-D8C3-46A3-A863-FDE0CF9B3942}">
      <dsp:nvSpPr>
        <dsp:cNvPr id="0" name=""/>
        <dsp:cNvSpPr/>
      </dsp:nvSpPr>
      <dsp:spPr>
        <a:xfrm>
          <a:off x="1838758" y="2671249"/>
          <a:ext cx="150221" cy="658113"/>
        </a:xfrm>
        <a:custGeom>
          <a:avLst/>
          <a:gdLst/>
          <a:ahLst/>
          <a:cxnLst/>
          <a:rect l="0" t="0" r="0" b="0"/>
          <a:pathLst>
            <a:path>
              <a:moveTo>
                <a:pt x="150221" y="0"/>
              </a:moveTo>
              <a:lnTo>
                <a:pt x="150221" y="658113"/>
              </a:lnTo>
              <a:lnTo>
                <a:pt x="0" y="658113"/>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91F4CE45-97ED-49C9-9B75-E55DF5286C8D}">
      <dsp:nvSpPr>
        <dsp:cNvPr id="0" name=""/>
        <dsp:cNvSpPr/>
      </dsp:nvSpPr>
      <dsp:spPr>
        <a:xfrm>
          <a:off x="1988980" y="715340"/>
          <a:ext cx="3451609" cy="1240568"/>
        </a:xfrm>
        <a:custGeom>
          <a:avLst/>
          <a:gdLst/>
          <a:ahLst/>
          <a:cxnLst/>
          <a:rect l="0" t="0" r="0" b="0"/>
          <a:pathLst>
            <a:path>
              <a:moveTo>
                <a:pt x="3451609" y="0"/>
              </a:moveTo>
              <a:lnTo>
                <a:pt x="3451609" y="1090346"/>
              </a:lnTo>
              <a:lnTo>
                <a:pt x="0" y="1090346"/>
              </a:lnTo>
              <a:lnTo>
                <a:pt x="0" y="1240568"/>
              </a:lnTo>
            </a:path>
          </a:pathLst>
        </a:custGeom>
        <a:noFill/>
        <a:ln w="12700" cap="flat" cmpd="sng" algn="ctr">
          <a:solidFill>
            <a:scrgbClr r="0" g="0" b="0"/>
          </a:solidFill>
          <a:prstDash val="solid"/>
          <a:miter lim="800000"/>
          <a:tailEnd type="stealth"/>
        </a:ln>
        <a:effectLst/>
      </dsp:spPr>
      <dsp:style>
        <a:lnRef idx="2">
          <a:scrgbClr r="0" g="0" b="0"/>
        </a:lnRef>
        <a:fillRef idx="0">
          <a:scrgbClr r="0" g="0" b="0"/>
        </a:fillRef>
        <a:effectRef idx="0">
          <a:scrgbClr r="0" g="0" b="0"/>
        </a:effectRef>
        <a:fontRef idx="minor"/>
      </dsp:style>
    </dsp:sp>
    <dsp:sp modelId="{C74611F1-BFDC-4298-A44F-8544CF3E3FD8}">
      <dsp:nvSpPr>
        <dsp:cNvPr id="0" name=""/>
        <dsp:cNvSpPr/>
      </dsp:nvSpPr>
      <dsp:spPr>
        <a:xfrm>
          <a:off x="3291483" y="0"/>
          <a:ext cx="4298211" cy="715340"/>
        </a:xfrm>
        <a:prstGeom prst="rect">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1">
            <a:lnSpc>
              <a:spcPct val="90000"/>
            </a:lnSpc>
            <a:spcBef>
              <a:spcPct val="0"/>
            </a:spcBef>
            <a:spcAft>
              <a:spcPct val="35000"/>
            </a:spcAft>
            <a:buNone/>
          </a:pPr>
          <a:r>
            <a:rPr lang="ar-SY" sz="1600" b="1" kern="1200" dirty="0">
              <a:solidFill>
                <a:schemeClr val="tx1">
                  <a:lumMod val="95000"/>
                  <a:lumOff val="5000"/>
                </a:schemeClr>
              </a:solidFill>
              <a:latin typeface="Simplified Arabic" panose="02020603050405020304" pitchFamily="18" charset="-78"/>
              <a:cs typeface="Simplified Arabic" panose="02020603050405020304" pitchFamily="18" charset="-78"/>
            </a:rPr>
            <a:t>مديرية </a:t>
          </a:r>
          <a:r>
            <a:rPr lang="ar-SA" sz="1600" b="1" kern="1200" dirty="0">
              <a:solidFill>
                <a:schemeClr val="tx1">
                  <a:lumMod val="95000"/>
                  <a:lumOff val="5000"/>
                </a:schemeClr>
              </a:solidFill>
              <a:latin typeface="Simplified Arabic" panose="02020603050405020304" pitchFamily="18" charset="-78"/>
              <a:cs typeface="Simplified Arabic" panose="02020603050405020304" pitchFamily="18" charset="-78"/>
            </a:rPr>
            <a:t>معالجة النفايات الصلبة </a:t>
          </a:r>
        </a:p>
      </dsp:txBody>
      <dsp:txXfrm>
        <a:off x="3291483" y="0"/>
        <a:ext cx="4298211" cy="715340"/>
      </dsp:txXfrm>
    </dsp:sp>
    <dsp:sp modelId="{3457BC02-AF7B-4817-9004-8DA80C6368B1}">
      <dsp:nvSpPr>
        <dsp:cNvPr id="0" name=""/>
        <dsp:cNvSpPr/>
      </dsp:nvSpPr>
      <dsp:spPr>
        <a:xfrm>
          <a:off x="832825" y="1955908"/>
          <a:ext cx="2312310" cy="715340"/>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lumMod val="95000"/>
                  <a:lumOff val="5000"/>
                </a:schemeClr>
              </a:solidFill>
              <a:latin typeface="Simplified Arabic" panose="02020603050405020304" pitchFamily="18" charset="-78"/>
              <a:cs typeface="Simplified Arabic" panose="02020603050405020304" pitchFamily="18" charset="-78"/>
            </a:rPr>
            <a:t>دائرة شؤون المعمل في </a:t>
          </a:r>
          <a:r>
            <a:rPr lang="ar-SA" sz="1400" b="1" kern="1200" dirty="0" err="1">
              <a:solidFill>
                <a:schemeClr val="tx1">
                  <a:lumMod val="95000"/>
                  <a:lumOff val="5000"/>
                </a:schemeClr>
              </a:solidFill>
              <a:latin typeface="Simplified Arabic" panose="02020603050405020304" pitchFamily="18" charset="-78"/>
              <a:cs typeface="Simplified Arabic" panose="02020603050405020304" pitchFamily="18" charset="-78"/>
            </a:rPr>
            <a:t>الغزلانية</a:t>
          </a:r>
          <a:r>
            <a:rPr lang="ar-SA" sz="1400" b="1" kern="1200" dirty="0">
              <a:solidFill>
                <a:schemeClr val="tx1">
                  <a:lumMod val="95000"/>
                  <a:lumOff val="5000"/>
                </a:schemeClr>
              </a:solidFill>
              <a:latin typeface="Simplified Arabic" panose="02020603050405020304" pitchFamily="18" charset="-78"/>
              <a:cs typeface="Simplified Arabic" panose="02020603050405020304" pitchFamily="18" charset="-78"/>
            </a:rPr>
            <a:t> </a:t>
          </a:r>
        </a:p>
      </dsp:txBody>
      <dsp:txXfrm>
        <a:off x="832825" y="1955908"/>
        <a:ext cx="2312310" cy="715340"/>
      </dsp:txXfrm>
    </dsp:sp>
    <dsp:sp modelId="{57D93AA6-CDE6-4B8A-9346-68B9AFD484C7}">
      <dsp:nvSpPr>
        <dsp:cNvPr id="0" name=""/>
        <dsp:cNvSpPr/>
      </dsp:nvSpPr>
      <dsp:spPr>
        <a:xfrm>
          <a:off x="408077" y="2971693"/>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a:t>
          </a:r>
          <a:r>
            <a:rPr lang="ar-SA" sz="1200" b="1" kern="1200" dirty="0" err="1">
              <a:solidFill>
                <a:schemeClr val="tx1">
                  <a:lumMod val="95000"/>
                  <a:lumOff val="5000"/>
                </a:schemeClr>
              </a:solidFill>
              <a:latin typeface="Simplified Arabic" panose="02020603050405020304" pitchFamily="18" charset="-78"/>
              <a:cs typeface="Simplified Arabic" panose="02020603050405020304" pitchFamily="18" charset="-78"/>
            </a:rPr>
            <a:t>المطامر</a:t>
          </a: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 والإتلاف </a:t>
          </a:r>
        </a:p>
      </dsp:txBody>
      <dsp:txXfrm>
        <a:off x="408077" y="2971693"/>
        <a:ext cx="1430681" cy="715340"/>
      </dsp:txXfrm>
    </dsp:sp>
    <dsp:sp modelId="{E26D08DE-E16F-4A70-8D73-6F9755949632}">
      <dsp:nvSpPr>
        <dsp:cNvPr id="0" name=""/>
        <dsp:cNvSpPr/>
      </dsp:nvSpPr>
      <dsp:spPr>
        <a:xfrm>
          <a:off x="2139202" y="2971693"/>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النفايات الطبية الخطرة </a:t>
          </a:r>
        </a:p>
      </dsp:txBody>
      <dsp:txXfrm>
        <a:off x="2139202" y="2971693"/>
        <a:ext cx="1430681" cy="715340"/>
      </dsp:txXfrm>
    </dsp:sp>
    <dsp:sp modelId="{AD50F521-9A6C-4A10-9A3A-635039DAF7FA}">
      <dsp:nvSpPr>
        <dsp:cNvPr id="0" name=""/>
        <dsp:cNvSpPr/>
      </dsp:nvSpPr>
      <dsp:spPr>
        <a:xfrm>
          <a:off x="408077" y="3987477"/>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القبان</a:t>
          </a:r>
        </a:p>
      </dsp:txBody>
      <dsp:txXfrm>
        <a:off x="408077" y="3987477"/>
        <a:ext cx="1430681" cy="715340"/>
      </dsp:txXfrm>
    </dsp:sp>
    <dsp:sp modelId="{AD13D8B3-C328-422B-88E8-09DB30315653}">
      <dsp:nvSpPr>
        <dsp:cNvPr id="0" name=""/>
        <dsp:cNvSpPr/>
      </dsp:nvSpPr>
      <dsp:spPr>
        <a:xfrm>
          <a:off x="4180119" y="1955908"/>
          <a:ext cx="2522134" cy="715340"/>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lumMod val="95000"/>
                  <a:lumOff val="5000"/>
                </a:schemeClr>
              </a:solidFill>
              <a:latin typeface="Simplified Arabic" panose="02020603050405020304" pitchFamily="18" charset="-78"/>
              <a:cs typeface="Simplified Arabic" panose="02020603050405020304" pitchFamily="18" charset="-78"/>
            </a:rPr>
            <a:t>دائرة الشؤون الإدارية و المالية </a:t>
          </a:r>
        </a:p>
      </dsp:txBody>
      <dsp:txXfrm>
        <a:off x="4180119" y="1955908"/>
        <a:ext cx="2522134" cy="715340"/>
      </dsp:txXfrm>
    </dsp:sp>
    <dsp:sp modelId="{D3882533-9894-4510-8627-717CDE9B11D9}">
      <dsp:nvSpPr>
        <dsp:cNvPr id="0" name=""/>
        <dsp:cNvSpPr/>
      </dsp:nvSpPr>
      <dsp:spPr>
        <a:xfrm>
          <a:off x="3870327" y="2971693"/>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المستودعات</a:t>
          </a:r>
        </a:p>
      </dsp:txBody>
      <dsp:txXfrm>
        <a:off x="3870327" y="2971693"/>
        <a:ext cx="1430681" cy="715340"/>
      </dsp:txXfrm>
    </dsp:sp>
    <dsp:sp modelId="{400A3A4E-A2F5-442E-8110-4F184315BBEF}">
      <dsp:nvSpPr>
        <dsp:cNvPr id="0" name=""/>
        <dsp:cNvSpPr/>
      </dsp:nvSpPr>
      <dsp:spPr>
        <a:xfrm>
          <a:off x="5601452" y="2971693"/>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الحراسات </a:t>
          </a:r>
        </a:p>
      </dsp:txBody>
      <dsp:txXfrm>
        <a:off x="5601452" y="2971693"/>
        <a:ext cx="1430681" cy="715340"/>
      </dsp:txXfrm>
    </dsp:sp>
    <dsp:sp modelId="{02B36B46-C2EF-45A8-9024-CBEF07B2E599}">
      <dsp:nvSpPr>
        <dsp:cNvPr id="0" name=""/>
        <dsp:cNvSpPr/>
      </dsp:nvSpPr>
      <dsp:spPr>
        <a:xfrm>
          <a:off x="3870327" y="3987477"/>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شؤون العاملين</a:t>
          </a:r>
        </a:p>
      </dsp:txBody>
      <dsp:txXfrm>
        <a:off x="3870327" y="3987477"/>
        <a:ext cx="1430681" cy="715340"/>
      </dsp:txXfrm>
    </dsp:sp>
    <dsp:sp modelId="{1F5A23CD-4FEE-4591-AC17-9BE560C83955}">
      <dsp:nvSpPr>
        <dsp:cNvPr id="0" name=""/>
        <dsp:cNvSpPr/>
      </dsp:nvSpPr>
      <dsp:spPr>
        <a:xfrm>
          <a:off x="5601452" y="3987477"/>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الديوان</a:t>
          </a:r>
        </a:p>
      </dsp:txBody>
      <dsp:txXfrm>
        <a:off x="5601452" y="3987477"/>
        <a:ext cx="1430681" cy="715340"/>
      </dsp:txXfrm>
    </dsp:sp>
    <dsp:sp modelId="{B74B3749-6CC9-476B-AA5D-B06ED7792A9C}">
      <dsp:nvSpPr>
        <dsp:cNvPr id="0" name=""/>
        <dsp:cNvSpPr/>
      </dsp:nvSpPr>
      <dsp:spPr>
        <a:xfrm>
          <a:off x="3870327" y="5003261"/>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مراقبة الدوام</a:t>
          </a:r>
        </a:p>
      </dsp:txBody>
      <dsp:txXfrm>
        <a:off x="3870327" y="5003261"/>
        <a:ext cx="1430681" cy="715340"/>
      </dsp:txXfrm>
    </dsp:sp>
    <dsp:sp modelId="{B4429661-7AD5-476C-87F9-2A498E187F15}">
      <dsp:nvSpPr>
        <dsp:cNvPr id="0" name=""/>
        <dsp:cNvSpPr/>
      </dsp:nvSpPr>
      <dsp:spPr>
        <a:xfrm>
          <a:off x="7778606" y="1955908"/>
          <a:ext cx="2269748" cy="715340"/>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lumMod val="95000"/>
                  <a:lumOff val="5000"/>
                </a:schemeClr>
              </a:solidFill>
              <a:latin typeface="Simplified Arabic" panose="02020603050405020304" pitchFamily="18" charset="-78"/>
              <a:cs typeface="Simplified Arabic" panose="02020603050405020304" pitchFamily="18" charset="-78"/>
            </a:rPr>
            <a:t>دائرة الدراسات والمشاريع والشؤون الفنية </a:t>
          </a:r>
        </a:p>
      </dsp:txBody>
      <dsp:txXfrm>
        <a:off x="7778606" y="1955908"/>
        <a:ext cx="2269748" cy="715340"/>
      </dsp:txXfrm>
    </dsp:sp>
    <dsp:sp modelId="{BEB52C7F-087C-4B22-9BE5-6F5BBB399037}">
      <dsp:nvSpPr>
        <dsp:cNvPr id="0" name=""/>
        <dsp:cNvSpPr/>
      </dsp:nvSpPr>
      <dsp:spPr>
        <a:xfrm>
          <a:off x="7332577" y="2971693"/>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الزراعة </a:t>
          </a:r>
        </a:p>
      </dsp:txBody>
      <dsp:txXfrm>
        <a:off x="7332577" y="2971693"/>
        <a:ext cx="1430681" cy="715340"/>
      </dsp:txXfrm>
    </dsp:sp>
    <dsp:sp modelId="{78EE5090-326D-47D3-99D6-1767680D5CD5}">
      <dsp:nvSpPr>
        <dsp:cNvPr id="0" name=""/>
        <dsp:cNvSpPr/>
      </dsp:nvSpPr>
      <dsp:spPr>
        <a:xfrm>
          <a:off x="9063702" y="2971693"/>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ذاتية الآليات</a:t>
          </a:r>
        </a:p>
      </dsp:txBody>
      <dsp:txXfrm>
        <a:off x="9063702" y="2971693"/>
        <a:ext cx="1430681" cy="715340"/>
      </dsp:txXfrm>
    </dsp:sp>
    <dsp:sp modelId="{76B4D692-3CCC-4286-A6D4-694D9BB7EEF2}">
      <dsp:nvSpPr>
        <dsp:cNvPr id="0" name=""/>
        <dsp:cNvSpPr/>
      </dsp:nvSpPr>
      <dsp:spPr>
        <a:xfrm>
          <a:off x="7307182" y="4063675"/>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الإشراف والمتابعة</a:t>
          </a:r>
        </a:p>
      </dsp:txBody>
      <dsp:txXfrm>
        <a:off x="7307182" y="4063675"/>
        <a:ext cx="1430681" cy="715340"/>
      </dsp:txXfrm>
    </dsp:sp>
    <dsp:sp modelId="{7C447FCC-17FE-4168-B611-AADF5990F0E0}">
      <dsp:nvSpPr>
        <dsp:cNvPr id="0" name=""/>
        <dsp:cNvSpPr/>
      </dsp:nvSpPr>
      <dsp:spPr>
        <a:xfrm>
          <a:off x="9063702" y="4064955"/>
          <a:ext cx="1430681" cy="715340"/>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شعبة الصيانة </a:t>
          </a:r>
        </a:p>
      </dsp:txBody>
      <dsp:txXfrm>
        <a:off x="9063702" y="4064955"/>
        <a:ext cx="1430681" cy="715340"/>
      </dsp:txXfrm>
    </dsp:sp>
    <dsp:sp modelId="{41B71AA9-D83A-4C29-8B7B-1495C3D58671}">
      <dsp:nvSpPr>
        <dsp:cNvPr id="0" name=""/>
        <dsp:cNvSpPr/>
      </dsp:nvSpPr>
      <dsp:spPr>
        <a:xfrm>
          <a:off x="1871925" y="1144794"/>
          <a:ext cx="1430681" cy="409325"/>
        </a:xfrm>
        <a:prstGeom prst="rect">
          <a:avLst/>
        </a:prstGeom>
        <a:solidFill>
          <a:schemeClr val="accent2">
            <a:lumMod val="60000"/>
            <a:lumOff val="40000"/>
          </a:schemeClr>
        </a:solidFill>
        <a:ln w="12700" cap="flat" cmpd="sng" algn="ctr">
          <a:solidFill>
            <a:schemeClr val="l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200" b="1" kern="1200" dirty="0">
              <a:solidFill>
                <a:schemeClr val="tx1">
                  <a:lumMod val="95000"/>
                  <a:lumOff val="5000"/>
                </a:schemeClr>
              </a:solidFill>
              <a:latin typeface="Simplified Arabic" panose="02020603050405020304" pitchFamily="18" charset="-78"/>
              <a:cs typeface="Simplified Arabic" panose="02020603050405020304" pitchFamily="18" charset="-78"/>
            </a:rPr>
            <a:t>مكتب المدير </a:t>
          </a:r>
        </a:p>
      </dsp:txBody>
      <dsp:txXfrm>
        <a:off x="1871925" y="1144794"/>
        <a:ext cx="1430681" cy="40932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52016" y="0"/>
            <a:ext cx="2945659" cy="498215"/>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74" y="0"/>
            <a:ext cx="2945659" cy="498215"/>
          </a:xfrm>
          <a:prstGeom prst="rect">
            <a:avLst/>
          </a:prstGeom>
        </p:spPr>
        <p:txBody>
          <a:bodyPr vert="horz" lIns="91440" tIns="45720" rIns="91440" bIns="45720" rtlCol="1"/>
          <a:lstStyle>
            <a:lvl1pPr algn="l">
              <a:defRPr sz="1200"/>
            </a:lvl1pPr>
          </a:lstStyle>
          <a:p>
            <a:fld id="{9A60ABB0-88CE-4383-9AAF-372329180031}" type="datetimeFigureOut">
              <a:rPr lang="ar-SA" smtClean="0"/>
              <a:t>17/05/1448</a:t>
            </a:fld>
            <a:endParaRPr lang="ar-SA"/>
          </a:p>
        </p:txBody>
      </p:sp>
      <p:sp>
        <p:nvSpPr>
          <p:cNvPr id="4" name="عنصر نائب لصورة الشريحة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79768" y="4778722"/>
            <a:ext cx="5438140" cy="3909864"/>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52016" y="9431600"/>
            <a:ext cx="2945659" cy="498214"/>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74" y="9431600"/>
            <a:ext cx="2945659" cy="498214"/>
          </a:xfrm>
          <a:prstGeom prst="rect">
            <a:avLst/>
          </a:prstGeom>
        </p:spPr>
        <p:txBody>
          <a:bodyPr vert="horz" lIns="91440" tIns="45720" rIns="91440" bIns="45720" rtlCol="1" anchor="b"/>
          <a:lstStyle>
            <a:lvl1pPr algn="l">
              <a:defRPr sz="1200"/>
            </a:lvl1pPr>
          </a:lstStyle>
          <a:p>
            <a:fld id="{A29943DC-BAF1-43E3-83CA-B4E0851886EA}" type="slidenum">
              <a:rPr lang="ar-SA" smtClean="0"/>
              <a:t>‹#›</a:t>
            </a:fld>
            <a:endParaRPr lang="ar-SA"/>
          </a:p>
        </p:txBody>
      </p:sp>
    </p:spTree>
    <p:extLst>
      <p:ext uri="{BB962C8B-B14F-4D97-AF65-F5344CB8AC3E}">
        <p14:creationId xmlns:p14="http://schemas.microsoft.com/office/powerpoint/2010/main" val="410951846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Y"/>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9943DC-BAF1-43E3-83CA-B4E0851886EA}" type="slidenum">
              <a:rPr lang="ar-SA" smtClean="0"/>
              <a:t>10</a:t>
            </a:fld>
            <a:endParaRPr lang="ar-SA"/>
          </a:p>
        </p:txBody>
      </p:sp>
    </p:spTree>
    <p:extLst>
      <p:ext uri="{BB962C8B-B14F-4D97-AF65-F5344CB8AC3E}">
        <p14:creationId xmlns:p14="http://schemas.microsoft.com/office/powerpoint/2010/main" val="3089425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Y"/>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9943DC-BAF1-43E3-83CA-B4E0851886EA}" type="slidenum">
              <a:rPr lang="ar-SA" smtClean="0"/>
              <a:t>20</a:t>
            </a:fld>
            <a:endParaRPr lang="ar-SA"/>
          </a:p>
        </p:txBody>
      </p:sp>
    </p:spTree>
    <p:extLst>
      <p:ext uri="{BB962C8B-B14F-4D97-AF65-F5344CB8AC3E}">
        <p14:creationId xmlns:p14="http://schemas.microsoft.com/office/powerpoint/2010/main" val="2172942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Y"/>
          </a:p>
        </p:txBody>
      </p:sp>
      <p:sp>
        <p:nvSpPr>
          <p:cNvPr id="3" name="Notes Placeholder 2"/>
          <p:cNvSpPr>
            <a:spLocks noGrp="1"/>
          </p:cNvSpPr>
          <p:nvPr>
            <p:ph type="body" idx="1"/>
          </p:nvPr>
        </p:nvSpPr>
        <p:spPr/>
        <p:txBody>
          <a:bodyPr/>
          <a:lstStyle/>
          <a:p>
            <a:endParaRPr lang="ar-SY" dirty="0"/>
          </a:p>
        </p:txBody>
      </p:sp>
      <p:sp>
        <p:nvSpPr>
          <p:cNvPr id="4" name="Slide Number Placeholder 3"/>
          <p:cNvSpPr>
            <a:spLocks noGrp="1"/>
          </p:cNvSpPr>
          <p:nvPr>
            <p:ph type="sldNum" sz="quarter" idx="5"/>
          </p:nvPr>
        </p:nvSpPr>
        <p:spPr/>
        <p:txBody>
          <a:bodyPr/>
          <a:lstStyle/>
          <a:p>
            <a:fld id="{A29943DC-BAF1-43E3-83CA-B4E0851886EA}" type="slidenum">
              <a:rPr lang="ar-SA" smtClean="0"/>
              <a:t>22</a:t>
            </a:fld>
            <a:endParaRPr lang="ar-SA"/>
          </a:p>
        </p:txBody>
      </p:sp>
    </p:spTree>
    <p:extLst>
      <p:ext uri="{BB962C8B-B14F-4D97-AF65-F5344CB8AC3E}">
        <p14:creationId xmlns:p14="http://schemas.microsoft.com/office/powerpoint/2010/main" val="2844148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Y"/>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29943DC-BAF1-43E3-83CA-B4E0851886EA}" type="slidenum">
              <a:rPr lang="ar-SA" smtClean="0"/>
              <a:pPr/>
              <a:t>34</a:t>
            </a:fld>
            <a:endParaRPr lang="ar-SA"/>
          </a:p>
        </p:txBody>
      </p:sp>
    </p:spTree>
    <p:extLst>
      <p:ext uri="{BB962C8B-B14F-4D97-AF65-F5344CB8AC3E}">
        <p14:creationId xmlns:p14="http://schemas.microsoft.com/office/powerpoint/2010/main" val="784485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66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376BD811-10E6-4D72-872C-4A6E6638A767}" type="datetime8">
              <a:rPr lang="ar-SY" smtClean="0"/>
              <a:t>28 تشرين الأول، 26</a:t>
            </a:fld>
            <a:endParaRPr lang="ar-SY" dirty="0"/>
          </a:p>
        </p:txBody>
      </p:sp>
      <p:sp>
        <p:nvSpPr>
          <p:cNvPr id="5" name="Footer Placeholder 4"/>
          <p:cNvSpPr>
            <a:spLocks noGrp="1"/>
          </p:cNvSpPr>
          <p:nvPr>
            <p:ph type="ftr" sz="quarter" idx="11"/>
          </p:nvPr>
        </p:nvSpPr>
        <p:spPr/>
        <p:txBody>
          <a:bodyPr/>
          <a:lstStyle/>
          <a:p>
            <a:r>
              <a:rPr lang="ar-SY"/>
              <a:t>التعريف العام بمحافظة دمشق</a:t>
            </a:r>
          </a:p>
        </p:txBody>
      </p:sp>
      <p:sp>
        <p:nvSpPr>
          <p:cNvPr id="6" name="Slide Number Placeholder 5"/>
          <p:cNvSpPr>
            <a:spLocks noGrp="1"/>
          </p:cNvSpPr>
          <p:nvPr>
            <p:ph type="sldNum" sz="quarter" idx="12"/>
          </p:nvPr>
        </p:nvSpPr>
        <p:spPr/>
        <p:txBody>
          <a:bodyPr/>
          <a:lstStyle/>
          <a:p>
            <a:fld id="{065EBCF0-071A-41B4-9C48-9ADF70E893B6}" type="slidenum">
              <a:rPr lang="ar-SY" smtClean="0"/>
              <a:pPr/>
              <a:t>‹#›</a:t>
            </a:fld>
            <a:endParaRPr lang="ar-SY" dirty="0"/>
          </a:p>
        </p:txBody>
      </p:sp>
      <p:pic>
        <p:nvPicPr>
          <p:cNvPr id="7" name="صورة 9">
            <a:extLst>
              <a:ext uri="{FF2B5EF4-FFF2-40B4-BE49-F238E27FC236}">
                <a16:creationId xmlns:a16="http://schemas.microsoft.com/office/drawing/2014/main" id="{98FC3486-06F0-A56A-49DF-CB505A643F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7372" y="0"/>
            <a:ext cx="2763699" cy="2277170"/>
          </a:xfrm>
          <a:prstGeom prst="rect">
            <a:avLst/>
          </a:prstGeom>
        </p:spPr>
      </p:pic>
      <p:sp>
        <p:nvSpPr>
          <p:cNvPr id="8" name="Rectangle 7">
            <a:extLst>
              <a:ext uri="{FF2B5EF4-FFF2-40B4-BE49-F238E27FC236}">
                <a16:creationId xmlns:a16="http://schemas.microsoft.com/office/drawing/2014/main" id="{C21463C3-D6FA-061A-28B6-14AC297C5049}"/>
              </a:ext>
            </a:extLst>
          </p:cNvPr>
          <p:cNvSpPr/>
          <p:nvPr userDrawn="1"/>
        </p:nvSpPr>
        <p:spPr>
          <a:xfrm>
            <a:off x="374072" y="3556319"/>
            <a:ext cx="11443855" cy="45719"/>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Y"/>
          </a:p>
        </p:txBody>
      </p:sp>
    </p:spTree>
    <p:extLst>
      <p:ext uri="{BB962C8B-B14F-4D97-AF65-F5344CB8AC3E}">
        <p14:creationId xmlns:p14="http://schemas.microsoft.com/office/powerpoint/2010/main" val="514119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5438DC-2291-4CF9-9282-E6C044CA55BA}" type="datetime8">
              <a:rPr lang="ar-SY" smtClean="0"/>
              <a:t>28 تشرين الأول، 26</a:t>
            </a:fld>
            <a:endParaRPr lang="ar-SY" dirty="0"/>
          </a:p>
        </p:txBody>
      </p:sp>
      <p:sp>
        <p:nvSpPr>
          <p:cNvPr id="5" name="Footer Placeholder 4"/>
          <p:cNvSpPr>
            <a:spLocks noGrp="1"/>
          </p:cNvSpPr>
          <p:nvPr>
            <p:ph type="ftr" sz="quarter" idx="11"/>
          </p:nvPr>
        </p:nvSpPr>
        <p:spPr/>
        <p:txBody>
          <a:bodyPr/>
          <a:lstStyle/>
          <a:p>
            <a:r>
              <a:rPr lang="ar-SY"/>
              <a:t>التعريف العام بمحافظة دمشق</a:t>
            </a:r>
          </a:p>
        </p:txBody>
      </p:sp>
      <p:sp>
        <p:nvSpPr>
          <p:cNvPr id="6" name="Slide Number Placeholder 5"/>
          <p:cNvSpPr>
            <a:spLocks noGrp="1"/>
          </p:cNvSpPr>
          <p:nvPr>
            <p:ph type="sldNum" sz="quarter" idx="12"/>
          </p:nvPr>
        </p:nvSpPr>
        <p:spPr/>
        <p:txBody>
          <a:bodyPr/>
          <a:lstStyle/>
          <a:p>
            <a:fld id="{065EBCF0-071A-41B4-9C48-9ADF70E893B6}" type="slidenum">
              <a:rPr lang="ar-SY" smtClean="0"/>
              <a:pPr/>
              <a:t>‹#›</a:t>
            </a:fld>
            <a:endParaRPr lang="ar-SY" dirty="0"/>
          </a:p>
        </p:txBody>
      </p:sp>
      <p:sp>
        <p:nvSpPr>
          <p:cNvPr id="8" name="Rectangle 7">
            <a:extLst>
              <a:ext uri="{FF2B5EF4-FFF2-40B4-BE49-F238E27FC236}">
                <a16:creationId xmlns:a16="http://schemas.microsoft.com/office/drawing/2014/main" id="{21F14499-9D40-2C2F-C2EB-5938348CE2C5}"/>
              </a:ext>
            </a:extLst>
          </p:cNvPr>
          <p:cNvSpPr/>
          <p:nvPr userDrawn="1"/>
        </p:nvSpPr>
        <p:spPr>
          <a:xfrm>
            <a:off x="374072" y="1734662"/>
            <a:ext cx="11443855" cy="45719"/>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Y"/>
          </a:p>
        </p:txBody>
      </p:sp>
    </p:spTree>
    <p:extLst>
      <p:ext uri="{BB962C8B-B14F-4D97-AF65-F5344CB8AC3E}">
        <p14:creationId xmlns:p14="http://schemas.microsoft.com/office/powerpoint/2010/main" val="113887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6671E6-68FB-4309-A47E-0451210F2DFF}" type="datetime8">
              <a:rPr lang="ar-SY" smtClean="0"/>
              <a:t>28 تشرين الأول، 26</a:t>
            </a:fld>
            <a:endParaRPr lang="ar-SY" dirty="0"/>
          </a:p>
        </p:txBody>
      </p:sp>
      <p:sp>
        <p:nvSpPr>
          <p:cNvPr id="5" name="Footer Placeholder 4"/>
          <p:cNvSpPr>
            <a:spLocks noGrp="1"/>
          </p:cNvSpPr>
          <p:nvPr>
            <p:ph type="ftr" sz="quarter" idx="11"/>
          </p:nvPr>
        </p:nvSpPr>
        <p:spPr/>
        <p:txBody>
          <a:bodyPr/>
          <a:lstStyle/>
          <a:p>
            <a:r>
              <a:rPr lang="ar-SY"/>
              <a:t>التعريف العام بمحافظة دمشق</a:t>
            </a:r>
          </a:p>
        </p:txBody>
      </p:sp>
      <p:sp>
        <p:nvSpPr>
          <p:cNvPr id="6" name="Slide Number Placeholder 5"/>
          <p:cNvSpPr>
            <a:spLocks noGrp="1"/>
          </p:cNvSpPr>
          <p:nvPr>
            <p:ph type="sldNum" sz="quarter" idx="12"/>
          </p:nvPr>
        </p:nvSpPr>
        <p:spPr/>
        <p:txBody>
          <a:bodyPr/>
          <a:lstStyle/>
          <a:p>
            <a:fld id="{065EBCF0-071A-41B4-9C48-9ADF70E893B6}" type="slidenum">
              <a:rPr lang="ar-SY" smtClean="0"/>
              <a:pPr/>
              <a:t>‹#›</a:t>
            </a:fld>
            <a:endParaRPr lang="ar-SY" dirty="0"/>
          </a:p>
        </p:txBody>
      </p:sp>
      <p:pic>
        <p:nvPicPr>
          <p:cNvPr id="7" name="صورة 9">
            <a:extLst>
              <a:ext uri="{FF2B5EF4-FFF2-40B4-BE49-F238E27FC236}">
                <a16:creationId xmlns:a16="http://schemas.microsoft.com/office/drawing/2014/main" id="{23C468C0-B8CE-0A33-BB8F-5B7B0EDCE8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2507" y="174784"/>
            <a:ext cx="2364567" cy="1948302"/>
          </a:xfrm>
          <a:prstGeom prst="rect">
            <a:avLst/>
          </a:prstGeom>
        </p:spPr>
      </p:pic>
    </p:spTree>
    <p:extLst>
      <p:ext uri="{BB962C8B-B14F-4D97-AF65-F5344CB8AC3E}">
        <p14:creationId xmlns:p14="http://schemas.microsoft.com/office/powerpoint/2010/main" val="3980262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rtl="1">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2CDC1C-42A5-4044-A226-26B8761C9F5B}" type="datetime8">
              <a:rPr lang="ar-SY" smtClean="0"/>
              <a:t>28 تشرين الأول، 26</a:t>
            </a:fld>
            <a:endParaRPr lang="ar-SY" dirty="0"/>
          </a:p>
        </p:txBody>
      </p:sp>
      <p:sp>
        <p:nvSpPr>
          <p:cNvPr id="6" name="Footer Placeholder 5"/>
          <p:cNvSpPr>
            <a:spLocks noGrp="1"/>
          </p:cNvSpPr>
          <p:nvPr>
            <p:ph type="ftr" sz="quarter" idx="11"/>
          </p:nvPr>
        </p:nvSpPr>
        <p:spPr/>
        <p:txBody>
          <a:bodyPr/>
          <a:lstStyle/>
          <a:p>
            <a:r>
              <a:rPr lang="ar-SY"/>
              <a:t>التعريف العام بمحافظة دمشق</a:t>
            </a:r>
          </a:p>
        </p:txBody>
      </p:sp>
      <p:sp>
        <p:nvSpPr>
          <p:cNvPr id="7" name="Slide Number Placeholder 6"/>
          <p:cNvSpPr>
            <a:spLocks noGrp="1"/>
          </p:cNvSpPr>
          <p:nvPr>
            <p:ph type="sldNum" sz="quarter" idx="12"/>
          </p:nvPr>
        </p:nvSpPr>
        <p:spPr/>
        <p:txBody>
          <a:bodyPr/>
          <a:lstStyle/>
          <a:p>
            <a:fld id="{065EBCF0-071A-41B4-9C48-9ADF70E893B6}" type="slidenum">
              <a:rPr lang="ar-SY" smtClean="0"/>
              <a:pPr/>
              <a:t>‹#›</a:t>
            </a:fld>
            <a:endParaRPr lang="ar-SY" dirty="0"/>
          </a:p>
        </p:txBody>
      </p:sp>
      <p:sp>
        <p:nvSpPr>
          <p:cNvPr id="8" name="Rectangle 7">
            <a:extLst>
              <a:ext uri="{FF2B5EF4-FFF2-40B4-BE49-F238E27FC236}">
                <a16:creationId xmlns:a16="http://schemas.microsoft.com/office/drawing/2014/main" id="{F6119C82-7C20-FAF6-C74A-35B8D0996D0C}"/>
              </a:ext>
            </a:extLst>
          </p:cNvPr>
          <p:cNvSpPr/>
          <p:nvPr userDrawn="1"/>
        </p:nvSpPr>
        <p:spPr>
          <a:xfrm>
            <a:off x="374072" y="1734662"/>
            <a:ext cx="11443855" cy="45719"/>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Y"/>
          </a:p>
        </p:txBody>
      </p:sp>
    </p:spTree>
    <p:extLst>
      <p:ext uri="{BB962C8B-B14F-4D97-AF65-F5344CB8AC3E}">
        <p14:creationId xmlns:p14="http://schemas.microsoft.com/office/powerpoint/2010/main" val="2827484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2B22FD-4439-43F2-9C48-66440B5D14EF}" type="datetime8">
              <a:rPr lang="ar-SY" smtClean="0"/>
              <a:t>28 تشرين الأول، 26</a:t>
            </a:fld>
            <a:endParaRPr lang="ar-SY" dirty="0"/>
          </a:p>
        </p:txBody>
      </p:sp>
      <p:sp>
        <p:nvSpPr>
          <p:cNvPr id="8" name="Footer Placeholder 7"/>
          <p:cNvSpPr>
            <a:spLocks noGrp="1"/>
          </p:cNvSpPr>
          <p:nvPr>
            <p:ph type="ftr" sz="quarter" idx="11"/>
          </p:nvPr>
        </p:nvSpPr>
        <p:spPr/>
        <p:txBody>
          <a:bodyPr/>
          <a:lstStyle/>
          <a:p>
            <a:r>
              <a:rPr lang="ar-SY"/>
              <a:t>التعريف العام بمحافظة دمشق</a:t>
            </a:r>
          </a:p>
        </p:txBody>
      </p:sp>
      <p:sp>
        <p:nvSpPr>
          <p:cNvPr id="9" name="Slide Number Placeholder 8"/>
          <p:cNvSpPr>
            <a:spLocks noGrp="1"/>
          </p:cNvSpPr>
          <p:nvPr>
            <p:ph type="sldNum" sz="quarter" idx="12"/>
          </p:nvPr>
        </p:nvSpPr>
        <p:spPr/>
        <p:txBody>
          <a:bodyPr/>
          <a:lstStyle/>
          <a:p>
            <a:fld id="{065EBCF0-071A-41B4-9C48-9ADF70E893B6}" type="slidenum">
              <a:rPr lang="ar-SY" smtClean="0"/>
              <a:pPr/>
              <a:t>‹#›</a:t>
            </a:fld>
            <a:endParaRPr lang="ar-SY" dirty="0"/>
          </a:p>
        </p:txBody>
      </p:sp>
    </p:spTree>
    <p:extLst>
      <p:ext uri="{BB962C8B-B14F-4D97-AF65-F5344CB8AC3E}">
        <p14:creationId xmlns:p14="http://schemas.microsoft.com/office/powerpoint/2010/main" val="335366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9780DF-5CBC-4F8D-B1F9-72EDF711C692}" type="datetime8">
              <a:rPr lang="ar-SY" smtClean="0"/>
              <a:t>28 تشرين الأول، 26</a:t>
            </a:fld>
            <a:endParaRPr lang="ar-SY" dirty="0"/>
          </a:p>
        </p:txBody>
      </p:sp>
      <p:sp>
        <p:nvSpPr>
          <p:cNvPr id="4" name="Footer Placeholder 3"/>
          <p:cNvSpPr>
            <a:spLocks noGrp="1"/>
          </p:cNvSpPr>
          <p:nvPr>
            <p:ph type="ftr" sz="quarter" idx="11"/>
          </p:nvPr>
        </p:nvSpPr>
        <p:spPr/>
        <p:txBody>
          <a:bodyPr/>
          <a:lstStyle/>
          <a:p>
            <a:r>
              <a:rPr lang="ar-SY"/>
              <a:t>التعريف العام بمحافظة دمشق</a:t>
            </a:r>
          </a:p>
        </p:txBody>
      </p:sp>
      <p:sp>
        <p:nvSpPr>
          <p:cNvPr id="5" name="Slide Number Placeholder 4"/>
          <p:cNvSpPr>
            <a:spLocks noGrp="1"/>
          </p:cNvSpPr>
          <p:nvPr>
            <p:ph type="sldNum" sz="quarter" idx="12"/>
          </p:nvPr>
        </p:nvSpPr>
        <p:spPr/>
        <p:txBody>
          <a:bodyPr/>
          <a:lstStyle/>
          <a:p>
            <a:fld id="{065EBCF0-071A-41B4-9C48-9ADF70E893B6}" type="slidenum">
              <a:rPr lang="ar-SY" smtClean="0"/>
              <a:pPr/>
              <a:t>‹#›</a:t>
            </a:fld>
            <a:endParaRPr lang="ar-SY" dirty="0"/>
          </a:p>
        </p:txBody>
      </p:sp>
    </p:spTree>
    <p:extLst>
      <p:ext uri="{BB962C8B-B14F-4D97-AF65-F5344CB8AC3E}">
        <p14:creationId xmlns:p14="http://schemas.microsoft.com/office/powerpoint/2010/main" val="1947209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p:cNvSpPr>
            <a:spLocks noGrp="1"/>
          </p:cNvSpPr>
          <p:nvPr>
            <p:ph type="ftr" sz="quarter" idx="11"/>
          </p:nvPr>
        </p:nvSpPr>
        <p:spPr/>
        <p:txBody>
          <a:bodyPr/>
          <a:lstStyle/>
          <a:p>
            <a:r>
              <a:rPr lang="ar-SY"/>
              <a:t>التعريف العام بمحافظة دمشق</a:t>
            </a:r>
          </a:p>
        </p:txBody>
      </p:sp>
      <p:sp>
        <p:nvSpPr>
          <p:cNvPr id="4" name="Slide Number Placeholder 3"/>
          <p:cNvSpPr>
            <a:spLocks noGrp="1"/>
          </p:cNvSpPr>
          <p:nvPr>
            <p:ph type="sldNum" sz="quarter" idx="12"/>
          </p:nvPr>
        </p:nvSpPr>
        <p:spPr/>
        <p:txBody>
          <a:bodyPr/>
          <a:lstStyle/>
          <a:p>
            <a:fld id="{065EBCF0-071A-41B4-9C48-9ADF70E893B6}" type="slidenum">
              <a:rPr lang="ar-SY" smtClean="0"/>
              <a:pPr/>
              <a:t>‹#›</a:t>
            </a:fld>
            <a:endParaRPr lang="ar-SY" dirty="0"/>
          </a:p>
        </p:txBody>
      </p:sp>
      <p:pic>
        <p:nvPicPr>
          <p:cNvPr id="5" name="صورة 9">
            <a:extLst>
              <a:ext uri="{FF2B5EF4-FFF2-40B4-BE49-F238E27FC236}">
                <a16:creationId xmlns:a16="http://schemas.microsoft.com/office/drawing/2014/main" id="{3441C72A-7B1C-C13D-AE69-54FD66186D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33" y="117634"/>
            <a:ext cx="1309370" cy="1078865"/>
          </a:xfrm>
          <a:prstGeom prst="rect">
            <a:avLst/>
          </a:prstGeom>
        </p:spPr>
      </p:pic>
    </p:spTree>
    <p:extLst>
      <p:ext uri="{BB962C8B-B14F-4D97-AF65-F5344CB8AC3E}">
        <p14:creationId xmlns:p14="http://schemas.microsoft.com/office/powerpoint/2010/main" val="2273006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93398A-A012-42D1-A182-172834D7508F}" type="datetime8">
              <a:rPr lang="ar-SY" smtClean="0"/>
              <a:t>28 تشرين الأول، 26</a:t>
            </a:fld>
            <a:endParaRPr lang="ar-SY" dirty="0"/>
          </a:p>
        </p:txBody>
      </p:sp>
      <p:sp>
        <p:nvSpPr>
          <p:cNvPr id="6" name="Footer Placeholder 5"/>
          <p:cNvSpPr>
            <a:spLocks noGrp="1"/>
          </p:cNvSpPr>
          <p:nvPr>
            <p:ph type="ftr" sz="quarter" idx="11"/>
          </p:nvPr>
        </p:nvSpPr>
        <p:spPr/>
        <p:txBody>
          <a:bodyPr/>
          <a:lstStyle/>
          <a:p>
            <a:r>
              <a:rPr lang="ar-SY"/>
              <a:t>التعريف العام بمحافظة دمشق</a:t>
            </a:r>
          </a:p>
        </p:txBody>
      </p:sp>
      <p:sp>
        <p:nvSpPr>
          <p:cNvPr id="7" name="Slide Number Placeholder 6"/>
          <p:cNvSpPr>
            <a:spLocks noGrp="1"/>
          </p:cNvSpPr>
          <p:nvPr>
            <p:ph type="sldNum" sz="quarter" idx="12"/>
          </p:nvPr>
        </p:nvSpPr>
        <p:spPr/>
        <p:txBody>
          <a:bodyPr/>
          <a:lstStyle/>
          <a:p>
            <a:fld id="{065EBCF0-071A-41B4-9C48-9ADF70E893B6}" type="slidenum">
              <a:rPr lang="ar-SY" smtClean="0"/>
              <a:pPr/>
              <a:t>‹#›</a:t>
            </a:fld>
            <a:endParaRPr lang="ar-SY" dirty="0"/>
          </a:p>
        </p:txBody>
      </p:sp>
    </p:spTree>
    <p:extLst>
      <p:ext uri="{BB962C8B-B14F-4D97-AF65-F5344CB8AC3E}">
        <p14:creationId xmlns:p14="http://schemas.microsoft.com/office/powerpoint/2010/main" val="2359603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A4F568-C9AB-40FA-AA88-7DCF7E81DDC5}" type="datetime8">
              <a:rPr lang="ar-SY" smtClean="0"/>
              <a:t>28 تشرين الأول، 26</a:t>
            </a:fld>
            <a:endParaRPr lang="ar-SY" dirty="0"/>
          </a:p>
        </p:txBody>
      </p:sp>
      <p:sp>
        <p:nvSpPr>
          <p:cNvPr id="6" name="Footer Placeholder 5"/>
          <p:cNvSpPr>
            <a:spLocks noGrp="1"/>
          </p:cNvSpPr>
          <p:nvPr>
            <p:ph type="ftr" sz="quarter" idx="11"/>
          </p:nvPr>
        </p:nvSpPr>
        <p:spPr/>
        <p:txBody>
          <a:bodyPr/>
          <a:lstStyle/>
          <a:p>
            <a:r>
              <a:rPr lang="ar-SY"/>
              <a:t>التعريف العام بمحافظة دمشق</a:t>
            </a:r>
          </a:p>
        </p:txBody>
      </p:sp>
      <p:sp>
        <p:nvSpPr>
          <p:cNvPr id="7" name="Slide Number Placeholder 6"/>
          <p:cNvSpPr>
            <a:spLocks noGrp="1"/>
          </p:cNvSpPr>
          <p:nvPr>
            <p:ph type="sldNum" sz="quarter" idx="12"/>
          </p:nvPr>
        </p:nvSpPr>
        <p:spPr/>
        <p:txBody>
          <a:bodyPr/>
          <a:lstStyle/>
          <a:p>
            <a:fld id="{065EBCF0-071A-41B4-9C48-9ADF70E893B6}" type="slidenum">
              <a:rPr lang="ar-SY" smtClean="0"/>
              <a:pPr/>
              <a:t>‹#›</a:t>
            </a:fld>
            <a:endParaRPr lang="ar-SY" dirty="0"/>
          </a:p>
        </p:txBody>
      </p:sp>
    </p:spTree>
    <p:extLst>
      <p:ext uri="{BB962C8B-B14F-4D97-AF65-F5344CB8AC3E}">
        <p14:creationId xmlns:p14="http://schemas.microsoft.com/office/powerpoint/2010/main" val="17321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B9509B-9574-4CFB-B415-45E144B3FC52}" type="datetime8">
              <a:rPr lang="ar-SY" smtClean="0"/>
              <a:t>28 تشرين الأول، 26</a:t>
            </a:fld>
            <a:endParaRPr lang="ar-SY" dirty="0"/>
          </a:p>
        </p:txBody>
      </p:sp>
      <p:sp>
        <p:nvSpPr>
          <p:cNvPr id="5" name="Footer Placeholder 4"/>
          <p:cNvSpPr>
            <a:spLocks noGrp="1"/>
          </p:cNvSpPr>
          <p:nvPr>
            <p:ph type="ftr" sz="quarter" idx="11"/>
          </p:nvPr>
        </p:nvSpPr>
        <p:spPr/>
        <p:txBody>
          <a:bodyPr/>
          <a:lstStyle/>
          <a:p>
            <a:r>
              <a:rPr lang="ar-SY"/>
              <a:t>التعريف العام بمحافظة دمشق</a:t>
            </a:r>
          </a:p>
        </p:txBody>
      </p:sp>
      <p:sp>
        <p:nvSpPr>
          <p:cNvPr id="6" name="Slide Number Placeholder 5"/>
          <p:cNvSpPr>
            <a:spLocks noGrp="1"/>
          </p:cNvSpPr>
          <p:nvPr>
            <p:ph type="sldNum" sz="quarter" idx="12"/>
          </p:nvPr>
        </p:nvSpPr>
        <p:spPr/>
        <p:txBody>
          <a:bodyPr/>
          <a:lstStyle/>
          <a:p>
            <a:fld id="{065EBCF0-071A-41B4-9C48-9ADF70E893B6}" type="slidenum">
              <a:rPr lang="ar-SY" smtClean="0"/>
              <a:pPr/>
              <a:t>‹#›</a:t>
            </a:fld>
            <a:endParaRPr lang="ar-SY" dirty="0"/>
          </a:p>
        </p:txBody>
      </p:sp>
    </p:spTree>
    <p:extLst>
      <p:ext uri="{BB962C8B-B14F-4D97-AF65-F5344CB8AC3E}">
        <p14:creationId xmlns:p14="http://schemas.microsoft.com/office/powerpoint/2010/main" val="3305309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86DF02-A2A7-468A-AABD-90CA205ABAF7}" type="datetime8">
              <a:rPr lang="ar-SY" smtClean="0"/>
              <a:t>28 تشرين الأول، 26</a:t>
            </a:fld>
            <a:endParaRPr lang="ar-SY" dirty="0"/>
          </a:p>
        </p:txBody>
      </p:sp>
      <p:sp>
        <p:nvSpPr>
          <p:cNvPr id="5" name="Footer Placeholder 4"/>
          <p:cNvSpPr>
            <a:spLocks noGrp="1"/>
          </p:cNvSpPr>
          <p:nvPr>
            <p:ph type="ftr" sz="quarter" idx="11"/>
          </p:nvPr>
        </p:nvSpPr>
        <p:spPr/>
        <p:txBody>
          <a:bodyPr/>
          <a:lstStyle/>
          <a:p>
            <a:r>
              <a:rPr lang="ar-SY"/>
              <a:t>التعريف العام بمحافظة دمشق</a:t>
            </a:r>
          </a:p>
        </p:txBody>
      </p:sp>
      <p:sp>
        <p:nvSpPr>
          <p:cNvPr id="6" name="Slide Number Placeholder 5"/>
          <p:cNvSpPr>
            <a:spLocks noGrp="1"/>
          </p:cNvSpPr>
          <p:nvPr>
            <p:ph type="sldNum" sz="quarter" idx="12"/>
          </p:nvPr>
        </p:nvSpPr>
        <p:spPr/>
        <p:txBody>
          <a:bodyPr/>
          <a:lstStyle/>
          <a:p>
            <a:fld id="{065EBCF0-071A-41B4-9C48-9ADF70E893B6}" type="slidenum">
              <a:rPr lang="ar-SY" smtClean="0"/>
              <a:pPr/>
              <a:t>‹#›</a:t>
            </a:fld>
            <a:endParaRPr lang="ar-SY" dirty="0"/>
          </a:p>
        </p:txBody>
      </p:sp>
    </p:spTree>
    <p:extLst>
      <p:ext uri="{BB962C8B-B14F-4D97-AF65-F5344CB8AC3E}">
        <p14:creationId xmlns:p14="http://schemas.microsoft.com/office/powerpoint/2010/main" val="856359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0B267A-75C2-40A3-BF44-0A115F0A5BAB}" type="datetime8">
              <a:rPr lang="ar-SY" smtClean="0"/>
              <a:t>28 تشرين الأول، 26</a:t>
            </a:fld>
            <a:endParaRPr lang="ar-SY"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ar-SY" dirty="0"/>
              <a:t>التعريف العام بمحافظة دمشق</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SY" dirty="0"/>
              <a:t> رقم الصفحة </a:t>
            </a:r>
            <a:fld id="{065EBCF0-071A-41B4-9C48-9ADF70E893B6}" type="slidenum">
              <a:rPr lang="ar-SY" smtClean="0"/>
              <a:pPr/>
              <a:t>‹#›</a:t>
            </a:fld>
            <a:endParaRPr lang="ar-SY" dirty="0"/>
          </a:p>
        </p:txBody>
      </p:sp>
      <p:pic>
        <p:nvPicPr>
          <p:cNvPr id="7" name="صورة 9">
            <a:extLst>
              <a:ext uri="{FF2B5EF4-FFF2-40B4-BE49-F238E27FC236}">
                <a16:creationId xmlns:a16="http://schemas.microsoft.com/office/drawing/2014/main" id="{F25CEFFA-706D-7B90-8BA7-D25516096A7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1933" y="117634"/>
            <a:ext cx="1309370" cy="1078865"/>
          </a:xfrm>
          <a:prstGeom prst="rect">
            <a:avLst/>
          </a:prstGeom>
        </p:spPr>
      </p:pic>
    </p:spTree>
    <p:extLst>
      <p:ext uri="{BB962C8B-B14F-4D97-AF65-F5344CB8AC3E}">
        <p14:creationId xmlns:p14="http://schemas.microsoft.com/office/powerpoint/2010/main" val="385978951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r" defTabSz="914400" rtl="1" eaLnBrk="1" latinLnBrk="0" hangingPunct="1">
        <a:lnSpc>
          <a:spcPct val="90000"/>
        </a:lnSpc>
        <a:spcBef>
          <a:spcPct val="0"/>
        </a:spcBef>
        <a:buNone/>
        <a:defRPr sz="5400" b="1" kern="1200">
          <a:solidFill>
            <a:schemeClr val="accent4">
              <a:lumMod val="50000"/>
            </a:schemeClr>
          </a:solidFill>
          <a:latin typeface="Sakkal Majalla" panose="02000000000000000000" pitchFamily="2" charset="-78"/>
          <a:ea typeface="+mj-ea"/>
          <a:cs typeface="Sakkal Majalla" panose="02000000000000000000" pitchFamily="2" charset="-78"/>
        </a:defRPr>
      </a:lvl1pPr>
    </p:titleStyle>
    <p:bodyStyle>
      <a:lvl1pPr marL="228600" indent="-228600" algn="r" defTabSz="914400" rtl="1" eaLnBrk="1" latinLnBrk="0" hangingPunct="1">
        <a:lnSpc>
          <a:spcPct val="150000"/>
        </a:lnSpc>
        <a:spcBef>
          <a:spcPts val="1000"/>
        </a:spcBef>
        <a:buFont typeface="Arial" panose="020B0604020202020204" pitchFamily="34" charset="0"/>
        <a:buChar char="•"/>
        <a:defRPr sz="36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150000"/>
        </a:lnSpc>
        <a:spcBef>
          <a:spcPts val="500"/>
        </a:spcBef>
        <a:buFont typeface="Arial" panose="020B0604020202020204" pitchFamily="34" charset="0"/>
        <a:buChar char="•"/>
        <a:defRPr sz="32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150000"/>
        </a:lnSpc>
        <a:spcBef>
          <a:spcPts val="5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15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15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00231" y="1165301"/>
            <a:ext cx="7579995" cy="2602888"/>
          </a:xfrm>
        </p:spPr>
        <p:txBody>
          <a:bodyPr>
            <a:normAutofit/>
          </a:bodyPr>
          <a:lstStyle/>
          <a:p>
            <a:pPr algn="ctr"/>
            <a:r>
              <a:rPr sz="8800" dirty="0" err="1">
                <a:solidFill>
                  <a:schemeClr val="accent2">
                    <a:lumMod val="50000"/>
                  </a:schemeClr>
                </a:solidFill>
              </a:rPr>
              <a:t>محافظة</a:t>
            </a:r>
            <a:r>
              <a:rPr sz="8800" dirty="0">
                <a:solidFill>
                  <a:schemeClr val="accent2">
                    <a:lumMod val="50000"/>
                  </a:schemeClr>
                </a:solidFill>
              </a:rPr>
              <a:t> </a:t>
            </a:r>
            <a:r>
              <a:rPr sz="8800" dirty="0" err="1">
                <a:solidFill>
                  <a:schemeClr val="accent2">
                    <a:lumMod val="50000"/>
                  </a:schemeClr>
                </a:solidFill>
              </a:rPr>
              <a:t>دمشق</a:t>
            </a:r>
            <a:endParaRPr sz="8800" dirty="0">
              <a:solidFill>
                <a:schemeClr val="accent2">
                  <a:lumMod val="50000"/>
                </a:schemeClr>
              </a:solidFill>
            </a:endParaRPr>
          </a:p>
        </p:txBody>
      </p:sp>
      <p:sp>
        <p:nvSpPr>
          <p:cNvPr id="3" name="Subtitle 2"/>
          <p:cNvSpPr>
            <a:spLocks noGrp="1"/>
          </p:cNvSpPr>
          <p:nvPr>
            <p:ph type="subTitle" idx="1"/>
          </p:nvPr>
        </p:nvSpPr>
        <p:spPr>
          <a:xfrm>
            <a:off x="1322768" y="3942289"/>
            <a:ext cx="9144000" cy="1655762"/>
          </a:xfrm>
        </p:spPr>
        <p:txBody>
          <a:bodyPr>
            <a:normAutofit/>
          </a:bodyPr>
          <a:lstStyle/>
          <a:p>
            <a:r>
              <a:rPr dirty="0" err="1">
                <a:solidFill>
                  <a:schemeClr val="accent2">
                    <a:lumMod val="50000"/>
                  </a:schemeClr>
                </a:solidFill>
              </a:rPr>
              <a:t>التعريف</a:t>
            </a:r>
            <a:r>
              <a:rPr dirty="0">
                <a:solidFill>
                  <a:schemeClr val="accent2">
                    <a:lumMod val="50000"/>
                  </a:schemeClr>
                </a:solidFill>
              </a:rPr>
              <a:t> </a:t>
            </a:r>
            <a:r>
              <a:rPr dirty="0" err="1">
                <a:solidFill>
                  <a:schemeClr val="accent2">
                    <a:lumMod val="50000"/>
                  </a:schemeClr>
                </a:solidFill>
              </a:rPr>
              <a:t>العام</a:t>
            </a:r>
            <a:r>
              <a:rPr dirty="0">
                <a:solidFill>
                  <a:schemeClr val="accent2">
                    <a:lumMod val="50000"/>
                  </a:schemeClr>
                </a:solidFill>
              </a:rPr>
              <a:t> – </a:t>
            </a:r>
            <a:r>
              <a:rPr dirty="0" err="1">
                <a:solidFill>
                  <a:schemeClr val="accent2">
                    <a:lumMod val="50000"/>
                  </a:schemeClr>
                </a:solidFill>
              </a:rPr>
              <a:t>الهيكل</a:t>
            </a:r>
            <a:r>
              <a:rPr dirty="0">
                <a:solidFill>
                  <a:schemeClr val="accent2">
                    <a:lumMod val="50000"/>
                  </a:schemeClr>
                </a:solidFill>
              </a:rPr>
              <a:t> </a:t>
            </a:r>
            <a:r>
              <a:rPr dirty="0" err="1">
                <a:solidFill>
                  <a:schemeClr val="accent2">
                    <a:lumMod val="50000"/>
                  </a:schemeClr>
                </a:solidFill>
              </a:rPr>
              <a:t>التنظيمي</a:t>
            </a:r>
            <a:r>
              <a:rPr dirty="0">
                <a:solidFill>
                  <a:schemeClr val="accent2">
                    <a:lumMod val="50000"/>
                  </a:schemeClr>
                </a:solidFill>
              </a:rPr>
              <a:t> – </a:t>
            </a:r>
            <a:r>
              <a:rPr dirty="0" err="1">
                <a:solidFill>
                  <a:schemeClr val="accent2">
                    <a:lumMod val="50000"/>
                  </a:schemeClr>
                </a:solidFill>
              </a:rPr>
              <a:t>المديريات</a:t>
            </a:r>
            <a:endParaRPr dirty="0">
              <a:solidFill>
                <a:schemeClr val="accent2">
                  <a:lumMod val="50000"/>
                </a:schemeClr>
              </a:solidFill>
            </a:endParaRPr>
          </a:p>
          <a:p>
            <a:r>
              <a:rPr dirty="0" err="1">
                <a:solidFill>
                  <a:schemeClr val="accent2">
                    <a:lumMod val="50000"/>
                  </a:schemeClr>
                </a:solidFill>
              </a:rPr>
              <a:t>عرض</a:t>
            </a:r>
            <a:r>
              <a:rPr dirty="0">
                <a:solidFill>
                  <a:schemeClr val="accent2">
                    <a:lumMod val="50000"/>
                  </a:schemeClr>
                </a:solidFill>
              </a:rPr>
              <a:t> </a:t>
            </a:r>
            <a:r>
              <a:rPr dirty="0" err="1">
                <a:solidFill>
                  <a:schemeClr val="accent2">
                    <a:lumMod val="50000"/>
                  </a:schemeClr>
                </a:solidFill>
              </a:rPr>
              <a:t>تعريفي</a:t>
            </a:r>
            <a:r>
              <a:rPr dirty="0">
                <a:solidFill>
                  <a:schemeClr val="accent2">
                    <a:lumMod val="50000"/>
                  </a:schemeClr>
                </a:solidFill>
              </a:rPr>
              <a:t> </a:t>
            </a:r>
            <a:r>
              <a:rPr dirty="0" err="1">
                <a:solidFill>
                  <a:schemeClr val="accent2">
                    <a:lumMod val="50000"/>
                  </a:schemeClr>
                </a:solidFill>
              </a:rPr>
              <a:t>تنظيمي</a:t>
            </a:r>
            <a:endParaRPr dirty="0">
              <a:solidFill>
                <a:schemeClr val="accent2">
                  <a:lumMod val="50000"/>
                </a:schemeClr>
              </a:solidFill>
            </a:endParaRPr>
          </a:p>
        </p:txBody>
      </p:sp>
      <p:sp>
        <p:nvSpPr>
          <p:cNvPr id="4" name="Title 1">
            <a:extLst>
              <a:ext uri="{FF2B5EF4-FFF2-40B4-BE49-F238E27FC236}">
                <a16:creationId xmlns:a16="http://schemas.microsoft.com/office/drawing/2014/main" id="{6057DBB3-F774-D6D5-D90F-AC1F9B2B66C1}"/>
              </a:ext>
            </a:extLst>
          </p:cNvPr>
          <p:cNvSpPr txBox="1">
            <a:spLocks/>
          </p:cNvSpPr>
          <p:nvPr/>
        </p:nvSpPr>
        <p:spPr>
          <a:xfrm>
            <a:off x="8936549" y="361283"/>
            <a:ext cx="3060438" cy="2648607"/>
          </a:xfrm>
          <a:prstGeom prst="rect">
            <a:avLst/>
          </a:prstGeom>
        </p:spPr>
        <p:txBody>
          <a:bodyPr vert="horz" lIns="91440" tIns="45720" rIns="91440" bIns="45720" rtlCol="1" anchor="b">
            <a:noAutofit/>
          </a:bodyPr>
          <a:lstStyle>
            <a:lvl1pPr algn="ctr" defTabSz="914400" rtl="1" eaLnBrk="1" latinLnBrk="0" hangingPunct="1">
              <a:lnSpc>
                <a:spcPct val="90000"/>
              </a:lnSpc>
              <a:spcBef>
                <a:spcPct val="0"/>
              </a:spcBef>
              <a:buNone/>
              <a:defRPr sz="6000" b="1" kern="1200">
                <a:solidFill>
                  <a:schemeClr val="tx1"/>
                </a:solidFill>
                <a:latin typeface="+mj-lt"/>
                <a:ea typeface="+mj-ea"/>
                <a:cs typeface="+mj-cs"/>
              </a:defRPr>
            </a:lvl1pPr>
          </a:lstStyle>
          <a:p>
            <a:pPr algn="r">
              <a:lnSpc>
                <a:spcPct val="100000"/>
              </a:lnSpc>
            </a:pPr>
            <a:br>
              <a:rPr lang="ar-SY" sz="1800" dirty="0"/>
            </a:br>
            <a:br>
              <a:rPr lang="ar-SY" sz="1800" dirty="0"/>
            </a:br>
            <a:br>
              <a:rPr lang="ar-SY" sz="1800" dirty="0"/>
            </a:br>
            <a:br>
              <a:rPr lang="ar-SY" sz="1800" dirty="0"/>
            </a:br>
            <a:br>
              <a:rPr lang="ar-SY" sz="1800" dirty="0"/>
            </a:br>
            <a:br>
              <a:rPr lang="ar-SY" sz="1800" dirty="0"/>
            </a:br>
            <a:br>
              <a:rPr lang="ar-SY" sz="1800" dirty="0"/>
            </a:br>
            <a:br>
              <a:rPr lang="ar-SY" sz="1800" dirty="0"/>
            </a:br>
            <a:br>
              <a:rPr lang="ar-SY" sz="1800" dirty="0"/>
            </a:br>
            <a:br>
              <a:rPr lang="ar-SY" sz="1800" dirty="0"/>
            </a:br>
            <a:br>
              <a:rPr lang="ar-SY" sz="1800" dirty="0"/>
            </a:br>
            <a:br>
              <a:rPr lang="ar-SY" sz="1800" dirty="0"/>
            </a:br>
            <a:r>
              <a:rPr lang="ar-SY" sz="1800" dirty="0"/>
              <a:t>الجُمهــوريّة العربيّة السُــورِيّة</a:t>
            </a:r>
            <a:br>
              <a:rPr lang="ar-SY" sz="1800" dirty="0"/>
            </a:br>
            <a:r>
              <a:rPr lang="ar-SA" sz="1800" dirty="0"/>
              <a:t>وَزارة الإِدارة المَحَــلّية</a:t>
            </a:r>
            <a:r>
              <a:rPr lang="ar-SY" sz="1800" dirty="0"/>
              <a:t> والبيئة</a:t>
            </a:r>
            <a:br>
              <a:rPr lang="ar-SY" sz="1800" dirty="0"/>
            </a:br>
            <a:r>
              <a:rPr lang="ar-SA" sz="1800" dirty="0"/>
              <a:t>مُحَــافظة دِمَشـْــق</a:t>
            </a:r>
            <a:br>
              <a:rPr lang="ar-SY" sz="1800" dirty="0"/>
            </a:br>
            <a:r>
              <a:rPr lang="ar-SY" sz="1800" dirty="0"/>
              <a:t>مديرية التنمية الإدارية</a:t>
            </a:r>
            <a:br>
              <a:rPr lang="ar-SY" sz="1800" dirty="0"/>
            </a:br>
            <a:r>
              <a:rPr lang="ar-SY" sz="1800" dirty="0"/>
              <a:t>دائرة التنظيم المؤسساتي</a:t>
            </a:r>
            <a:br>
              <a:rPr lang="ar-SY" sz="1800" dirty="0"/>
            </a:br>
            <a:br>
              <a:rPr lang="ar-SY" sz="1800" dirty="0"/>
            </a:br>
            <a:br>
              <a:rPr lang="ar-SY" sz="1800" dirty="0"/>
            </a:br>
            <a:br>
              <a:rPr lang="ar-SY" sz="1800" dirty="0"/>
            </a:br>
            <a:br>
              <a:rPr lang="ar-SY" sz="1800" dirty="0"/>
            </a:br>
            <a:endParaRPr lang="en-US" sz="1800" dirty="0"/>
          </a:p>
        </p:txBody>
      </p:sp>
      <p:sp>
        <p:nvSpPr>
          <p:cNvPr id="6" name="Date Placeholder 5">
            <a:extLst>
              <a:ext uri="{FF2B5EF4-FFF2-40B4-BE49-F238E27FC236}">
                <a16:creationId xmlns:a16="http://schemas.microsoft.com/office/drawing/2014/main" id="{6FB5DB39-13B4-9368-5694-8D68D6AE09A7}"/>
              </a:ext>
            </a:extLst>
          </p:cNvPr>
          <p:cNvSpPr>
            <a:spLocks noGrp="1"/>
          </p:cNvSpPr>
          <p:nvPr>
            <p:ph type="dt" sz="half" idx="10"/>
          </p:nvPr>
        </p:nvSpPr>
        <p:spPr/>
        <p:txBody>
          <a:bodyPr/>
          <a:lstStyle/>
          <a:p>
            <a:fld id="{82121A79-6C51-4AEB-942B-3F2B48000E45}" type="datetime8">
              <a:rPr lang="ar-SY" smtClean="0"/>
              <a:t>28 تشرين الأول، 26</a:t>
            </a:fld>
            <a:endParaRPr lang="ar-SY" dirty="0"/>
          </a:p>
        </p:txBody>
      </p:sp>
      <p:sp>
        <p:nvSpPr>
          <p:cNvPr id="7" name="Footer Placeholder 6">
            <a:extLst>
              <a:ext uri="{FF2B5EF4-FFF2-40B4-BE49-F238E27FC236}">
                <a16:creationId xmlns:a16="http://schemas.microsoft.com/office/drawing/2014/main" id="{1DEF78BD-006E-70FC-5FA5-CA6EECC69E18}"/>
              </a:ext>
            </a:extLst>
          </p:cNvPr>
          <p:cNvSpPr>
            <a:spLocks noGrp="1"/>
          </p:cNvSpPr>
          <p:nvPr>
            <p:ph type="ftr" sz="quarter" idx="11"/>
          </p:nvPr>
        </p:nvSpPr>
        <p:spPr/>
        <p:txBody>
          <a:bodyPr/>
          <a:lstStyle/>
          <a:p>
            <a:r>
              <a:rPr lang="ar-SY"/>
              <a:t>التعريف العام بمحافظة دمشق</a:t>
            </a:r>
          </a:p>
        </p:txBody>
      </p:sp>
      <p:sp>
        <p:nvSpPr>
          <p:cNvPr id="8" name="Slide Number Placeholder 7">
            <a:extLst>
              <a:ext uri="{FF2B5EF4-FFF2-40B4-BE49-F238E27FC236}">
                <a16:creationId xmlns:a16="http://schemas.microsoft.com/office/drawing/2014/main" id="{4D45E1A2-D109-4741-8D50-98DB3AE30DDB}"/>
              </a:ext>
            </a:extLst>
          </p:cNvPr>
          <p:cNvSpPr>
            <a:spLocks noGrp="1"/>
          </p:cNvSpPr>
          <p:nvPr>
            <p:ph type="sldNum" sz="quarter" idx="12"/>
          </p:nvPr>
        </p:nvSpPr>
        <p:spPr/>
        <p:txBody>
          <a:bodyPr/>
          <a:lstStyle/>
          <a:p>
            <a:fld id="{065EBCF0-071A-41B4-9C48-9ADF70E893B6}" type="slidenum">
              <a:rPr lang="ar-SY" smtClean="0"/>
              <a:pPr/>
              <a:t>1</a:t>
            </a:fld>
            <a:endParaRPr lang="ar-SY"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هدف</a:t>
            </a:r>
            <a:r>
              <a:rPr dirty="0"/>
              <a:t> </a:t>
            </a:r>
            <a:r>
              <a:rPr dirty="0" err="1"/>
              <a:t>العرض</a:t>
            </a:r>
            <a:endParaRPr dirty="0"/>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Ø"/>
            </a:pPr>
            <a:r>
              <a:rPr sz="3200" dirty="0" err="1"/>
              <a:t>تقديم</a:t>
            </a:r>
            <a:r>
              <a:rPr sz="3200" dirty="0"/>
              <a:t> </a:t>
            </a:r>
            <a:r>
              <a:rPr sz="3200" dirty="0" err="1"/>
              <a:t>صورة</a:t>
            </a:r>
            <a:r>
              <a:rPr sz="3200" dirty="0"/>
              <a:t> </a:t>
            </a:r>
            <a:r>
              <a:rPr sz="3200" dirty="0" err="1"/>
              <a:t>شاملة</a:t>
            </a:r>
            <a:r>
              <a:rPr sz="3200" dirty="0"/>
              <a:t> </a:t>
            </a:r>
            <a:r>
              <a:rPr sz="3200" dirty="0" err="1"/>
              <a:t>عن</a:t>
            </a:r>
            <a:r>
              <a:rPr sz="3200" dirty="0"/>
              <a:t> </a:t>
            </a:r>
            <a:r>
              <a:rPr sz="3200" dirty="0" err="1"/>
              <a:t>محافظة</a:t>
            </a:r>
            <a:r>
              <a:rPr sz="3200" dirty="0"/>
              <a:t> </a:t>
            </a:r>
            <a:r>
              <a:rPr sz="3200" dirty="0" err="1"/>
              <a:t>دمشق</a:t>
            </a:r>
            <a:r>
              <a:rPr sz="3200" dirty="0"/>
              <a:t> </a:t>
            </a:r>
            <a:r>
              <a:rPr sz="3200" dirty="0" err="1"/>
              <a:t>وهيكليتها</a:t>
            </a:r>
            <a:r>
              <a:rPr sz="3200" dirty="0"/>
              <a:t> </a:t>
            </a:r>
            <a:r>
              <a:rPr sz="3200" dirty="0" err="1"/>
              <a:t>التنظيمية</a:t>
            </a:r>
            <a:endParaRPr sz="3200" dirty="0"/>
          </a:p>
          <a:p>
            <a:pPr>
              <a:lnSpc>
                <a:spcPct val="150000"/>
              </a:lnSpc>
              <a:buFont typeface="Wingdings" panose="05000000000000000000" pitchFamily="2" charset="2"/>
              <a:buChar char="Ø"/>
            </a:pPr>
            <a:r>
              <a:rPr sz="3200" dirty="0" err="1"/>
              <a:t>توضيح</a:t>
            </a:r>
            <a:r>
              <a:rPr sz="3200" dirty="0"/>
              <a:t> </a:t>
            </a:r>
            <a:r>
              <a:rPr sz="3200" dirty="0" err="1"/>
              <a:t>أدوار</a:t>
            </a:r>
            <a:r>
              <a:rPr sz="3200" dirty="0"/>
              <a:t> </a:t>
            </a:r>
            <a:r>
              <a:rPr sz="3200" dirty="0" err="1"/>
              <a:t>المديريات</a:t>
            </a:r>
            <a:r>
              <a:rPr sz="3200" dirty="0"/>
              <a:t> </a:t>
            </a:r>
            <a:r>
              <a:rPr sz="3200" dirty="0" err="1"/>
              <a:t>المختلفة</a:t>
            </a:r>
            <a:r>
              <a:rPr sz="3200" dirty="0"/>
              <a:t> </a:t>
            </a:r>
            <a:r>
              <a:rPr sz="3200" dirty="0" err="1"/>
              <a:t>وتصنيفها</a:t>
            </a:r>
            <a:r>
              <a:rPr sz="3200" dirty="0"/>
              <a:t> </a:t>
            </a:r>
            <a:r>
              <a:rPr sz="3200" dirty="0" err="1"/>
              <a:t>الوظيفي</a:t>
            </a:r>
            <a:endParaRPr sz="3200" dirty="0"/>
          </a:p>
          <a:p>
            <a:pPr>
              <a:lnSpc>
                <a:spcPct val="150000"/>
              </a:lnSpc>
              <a:buFont typeface="Wingdings" panose="05000000000000000000" pitchFamily="2" charset="2"/>
              <a:buChar char="Ø"/>
            </a:pPr>
            <a:r>
              <a:rPr sz="3200" dirty="0" err="1"/>
              <a:t>توحيد</a:t>
            </a:r>
            <a:r>
              <a:rPr sz="3200" dirty="0"/>
              <a:t> </a:t>
            </a:r>
            <a:r>
              <a:rPr sz="3200" dirty="0" err="1"/>
              <a:t>الفهم</a:t>
            </a:r>
            <a:r>
              <a:rPr sz="3200" dirty="0"/>
              <a:t> </a:t>
            </a:r>
            <a:r>
              <a:rPr sz="3200" dirty="0" err="1"/>
              <a:t>المؤسسي</a:t>
            </a:r>
            <a:r>
              <a:rPr sz="3200" dirty="0"/>
              <a:t> </a:t>
            </a:r>
            <a:r>
              <a:rPr sz="3200" dirty="0" err="1"/>
              <a:t>لبنية</a:t>
            </a:r>
            <a:r>
              <a:rPr sz="3200" dirty="0"/>
              <a:t> </a:t>
            </a:r>
            <a:r>
              <a:rPr sz="3200" dirty="0" err="1"/>
              <a:t>المحافظة</a:t>
            </a:r>
            <a:endParaRPr sz="3200" dirty="0"/>
          </a:p>
          <a:p>
            <a:pPr>
              <a:lnSpc>
                <a:spcPct val="150000"/>
              </a:lnSpc>
              <a:buFont typeface="Wingdings" panose="05000000000000000000" pitchFamily="2" charset="2"/>
              <a:buChar char="Ø"/>
            </a:pPr>
            <a:r>
              <a:rPr sz="3200" dirty="0" err="1"/>
              <a:t>توفير</a:t>
            </a:r>
            <a:r>
              <a:rPr sz="3200" dirty="0"/>
              <a:t> </a:t>
            </a:r>
            <a:r>
              <a:rPr sz="3200" dirty="0" err="1"/>
              <a:t>أساس</a:t>
            </a:r>
            <a:r>
              <a:rPr sz="3200" dirty="0"/>
              <a:t> </a:t>
            </a:r>
            <a:r>
              <a:rPr sz="3200" dirty="0" err="1"/>
              <a:t>معرفي</a:t>
            </a:r>
            <a:r>
              <a:rPr sz="3200" dirty="0"/>
              <a:t> </a:t>
            </a:r>
            <a:r>
              <a:rPr sz="3200" dirty="0" err="1"/>
              <a:t>لمسارات</a:t>
            </a:r>
            <a:r>
              <a:rPr sz="3200" dirty="0"/>
              <a:t> </a:t>
            </a:r>
            <a:r>
              <a:rPr sz="3200" dirty="0" err="1"/>
              <a:t>التطوير</a:t>
            </a:r>
            <a:r>
              <a:rPr sz="3200" dirty="0"/>
              <a:t> </a:t>
            </a:r>
            <a:r>
              <a:rPr sz="3200" dirty="0" err="1"/>
              <a:t>الإداري</a:t>
            </a:r>
            <a:endParaRPr sz="3200" dirty="0"/>
          </a:p>
        </p:txBody>
      </p:sp>
      <p:sp>
        <p:nvSpPr>
          <p:cNvPr id="4" name="Date Placeholder 3">
            <a:extLst>
              <a:ext uri="{FF2B5EF4-FFF2-40B4-BE49-F238E27FC236}">
                <a16:creationId xmlns:a16="http://schemas.microsoft.com/office/drawing/2014/main" id="{D2663395-F62F-BA2E-3759-59450C982D61}"/>
              </a:ext>
            </a:extLst>
          </p:cNvPr>
          <p:cNvSpPr>
            <a:spLocks noGrp="1"/>
          </p:cNvSpPr>
          <p:nvPr>
            <p:ph type="dt" sz="half" idx="10"/>
          </p:nvPr>
        </p:nvSpPr>
        <p:spPr/>
        <p:txBody>
          <a:bodyPr/>
          <a:lstStyle/>
          <a:p>
            <a:fld id="{7363ADDB-3BE8-4C5E-AF82-CEE850B58D90}" type="datetime8">
              <a:rPr lang="ar-SY" smtClean="0"/>
              <a:t>28 تشرين الأول، 26</a:t>
            </a:fld>
            <a:endParaRPr lang="ar-SY" dirty="0"/>
          </a:p>
        </p:txBody>
      </p:sp>
      <p:sp>
        <p:nvSpPr>
          <p:cNvPr id="5" name="Footer Placeholder 4">
            <a:extLst>
              <a:ext uri="{FF2B5EF4-FFF2-40B4-BE49-F238E27FC236}">
                <a16:creationId xmlns:a16="http://schemas.microsoft.com/office/drawing/2014/main" id="{B6075A2E-4C70-A774-53D9-46FF25A80ADE}"/>
              </a:ext>
            </a:extLst>
          </p:cNvPr>
          <p:cNvSpPr>
            <a:spLocks noGrp="1"/>
          </p:cNvSpPr>
          <p:nvPr>
            <p:ph type="ftr" sz="quarter" idx="11"/>
          </p:nvPr>
        </p:nvSpPr>
        <p:spPr/>
        <p:txBody>
          <a:bodyPr/>
          <a:lstStyle/>
          <a:p>
            <a:r>
              <a:rPr lang="ar-SY"/>
              <a:t>التعريف العام بمحافظة دمشق</a:t>
            </a:r>
          </a:p>
        </p:txBody>
      </p:sp>
      <p:sp>
        <p:nvSpPr>
          <p:cNvPr id="6" name="Slide Number Placeholder 5">
            <a:extLst>
              <a:ext uri="{FF2B5EF4-FFF2-40B4-BE49-F238E27FC236}">
                <a16:creationId xmlns:a16="http://schemas.microsoft.com/office/drawing/2014/main" id="{5CAA83E3-8C3A-A58D-68B0-4C6A79363E3A}"/>
              </a:ext>
            </a:extLst>
          </p:cNvPr>
          <p:cNvSpPr>
            <a:spLocks noGrp="1"/>
          </p:cNvSpPr>
          <p:nvPr>
            <p:ph type="sldNum" sz="quarter" idx="12"/>
          </p:nvPr>
        </p:nvSpPr>
        <p:spPr/>
        <p:txBody>
          <a:bodyPr/>
          <a:lstStyle/>
          <a:p>
            <a:fld id="{065EBCF0-071A-41B4-9C48-9ADF70E893B6}" type="slidenum">
              <a:rPr lang="ar-SY" smtClean="0"/>
              <a:pPr/>
              <a:t>2</a:t>
            </a:fld>
            <a:endParaRPr lang="ar-SY"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محافظة دمشق – لمحة عامة</a:t>
            </a:r>
          </a:p>
        </p:txBody>
      </p:sp>
      <p:sp>
        <p:nvSpPr>
          <p:cNvPr id="3" name="Content Placeholder 2"/>
          <p:cNvSpPr>
            <a:spLocks noGrp="1"/>
          </p:cNvSpPr>
          <p:nvPr>
            <p:ph idx="1"/>
          </p:nvPr>
        </p:nvSpPr>
        <p:spPr>
          <a:xfrm>
            <a:off x="1097279" y="1845734"/>
            <a:ext cx="10418445" cy="4440766"/>
          </a:xfrm>
        </p:spPr>
        <p:txBody>
          <a:bodyPr>
            <a:normAutofit fontScale="70000" lnSpcReduction="20000"/>
          </a:bodyPr>
          <a:lstStyle/>
          <a:p>
            <a:pPr>
              <a:lnSpc>
                <a:spcPct val="200000"/>
              </a:lnSpc>
            </a:pPr>
            <a:r>
              <a:rPr lang="ar-SY" b="1" dirty="0"/>
              <a:t>محافظة دمشق</a:t>
            </a:r>
            <a:r>
              <a:rPr lang="ar-SY" dirty="0"/>
              <a:t> هي الجهة الإدارية العليا المسؤولة عن إدارة شؤون مدينة دمشق وتنظيم عمل المديريات التابعة لها. تقوم المحافظة بتنسيق الجهود بين المديريات التنظيمية، الخدمية، الفنية، والرقابية لضمان تقديم الخدمات للمواطنين بشكل متكامل ومنظم. وتشرف على التخطيط العمراني، إدارة المرافق العامة، وتنفيذ السياسات والقرارات الصادرة عن الجهات المركزية. وتتميّز دمشق بخصوصيتها التاريخية والعمرانية، ما يفرض على المحافظة تحقيق توازن بين الحفاظ على طابع المدينة وتلبية احتياجات التطور والخدمات. كما تعمل المحافظة على تحسين جودة الخدمات وتعزيز كفاءة العمل الإداري بما يخدم سكان المدينة.</a:t>
            </a:r>
            <a:endParaRPr dirty="0"/>
          </a:p>
        </p:txBody>
      </p:sp>
      <p:sp>
        <p:nvSpPr>
          <p:cNvPr id="4" name="Date Placeholder 3">
            <a:extLst>
              <a:ext uri="{FF2B5EF4-FFF2-40B4-BE49-F238E27FC236}">
                <a16:creationId xmlns:a16="http://schemas.microsoft.com/office/drawing/2014/main" id="{F039F4D2-45B4-F6EF-14B1-6F03789CF667}"/>
              </a:ext>
            </a:extLst>
          </p:cNvPr>
          <p:cNvSpPr>
            <a:spLocks noGrp="1"/>
          </p:cNvSpPr>
          <p:nvPr>
            <p:ph type="dt" sz="half" idx="10"/>
          </p:nvPr>
        </p:nvSpPr>
        <p:spPr/>
        <p:txBody>
          <a:bodyPr/>
          <a:lstStyle/>
          <a:p>
            <a:fld id="{E0AA76CC-E918-4FAC-B6EC-55FAA3AEB9D9}" type="datetime8">
              <a:rPr lang="ar-SY" smtClean="0"/>
              <a:t>28 تشرين الأول، 26</a:t>
            </a:fld>
            <a:endParaRPr lang="ar-SY" dirty="0"/>
          </a:p>
        </p:txBody>
      </p:sp>
      <p:sp>
        <p:nvSpPr>
          <p:cNvPr id="5" name="Footer Placeholder 4">
            <a:extLst>
              <a:ext uri="{FF2B5EF4-FFF2-40B4-BE49-F238E27FC236}">
                <a16:creationId xmlns:a16="http://schemas.microsoft.com/office/drawing/2014/main" id="{A4F77827-176B-5A1C-340D-CACEDBB7CDA4}"/>
              </a:ext>
            </a:extLst>
          </p:cNvPr>
          <p:cNvSpPr>
            <a:spLocks noGrp="1"/>
          </p:cNvSpPr>
          <p:nvPr>
            <p:ph type="ftr" sz="quarter" idx="11"/>
          </p:nvPr>
        </p:nvSpPr>
        <p:spPr/>
        <p:txBody>
          <a:bodyPr/>
          <a:lstStyle/>
          <a:p>
            <a:r>
              <a:rPr lang="ar-SY"/>
              <a:t>التعريف العام بمحافظة دمشق</a:t>
            </a:r>
          </a:p>
        </p:txBody>
      </p:sp>
      <p:sp>
        <p:nvSpPr>
          <p:cNvPr id="6" name="Slide Number Placeholder 5">
            <a:extLst>
              <a:ext uri="{FF2B5EF4-FFF2-40B4-BE49-F238E27FC236}">
                <a16:creationId xmlns:a16="http://schemas.microsoft.com/office/drawing/2014/main" id="{3E303548-0CA0-DA8D-ED78-2E5E14914693}"/>
              </a:ext>
            </a:extLst>
          </p:cNvPr>
          <p:cNvSpPr>
            <a:spLocks noGrp="1"/>
          </p:cNvSpPr>
          <p:nvPr>
            <p:ph type="sldNum" sz="quarter" idx="12"/>
          </p:nvPr>
        </p:nvSpPr>
        <p:spPr/>
        <p:txBody>
          <a:bodyPr/>
          <a:lstStyle/>
          <a:p>
            <a:fld id="{065EBCF0-071A-41B4-9C48-9ADF70E893B6}" type="slidenum">
              <a:rPr lang="ar-SY" smtClean="0"/>
              <a:pPr/>
              <a:t>3</a:t>
            </a:fld>
            <a:endParaRPr lang="ar-SY"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الدور الإداري والخدمي للمحافظة</a:t>
            </a:r>
          </a:p>
        </p:txBody>
      </p:sp>
      <p:pic>
        <p:nvPicPr>
          <p:cNvPr id="10" name="Content Placeholder 9" descr="Two men in uniform standing outside of a building&#10;&#10;AI-generated content may be incorrect.">
            <a:extLst>
              <a:ext uri="{FF2B5EF4-FFF2-40B4-BE49-F238E27FC236}">
                <a16:creationId xmlns:a16="http://schemas.microsoft.com/office/drawing/2014/main" id="{05D7AF0E-88F1-15D6-DC48-E9A97A1A797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22471" y="2362445"/>
            <a:ext cx="4346876" cy="302180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8" name="Content Placeholder 7">
            <a:extLst>
              <a:ext uri="{FF2B5EF4-FFF2-40B4-BE49-F238E27FC236}">
                <a16:creationId xmlns:a16="http://schemas.microsoft.com/office/drawing/2014/main" id="{AA98B332-2286-CCA4-E86A-C46495C309BA}"/>
              </a:ext>
            </a:extLst>
          </p:cNvPr>
          <p:cNvSpPr>
            <a:spLocks noGrp="1"/>
          </p:cNvSpPr>
          <p:nvPr>
            <p:ph sz="half" idx="2"/>
          </p:nvPr>
        </p:nvSpPr>
        <p:spPr/>
        <p:txBody>
          <a:bodyPr>
            <a:normAutofit fontScale="85000" lnSpcReduction="10000"/>
          </a:bodyPr>
          <a:lstStyle/>
          <a:p>
            <a:pPr>
              <a:lnSpc>
                <a:spcPct val="150000"/>
              </a:lnSpc>
              <a:buFont typeface="Wingdings" panose="05000000000000000000" pitchFamily="2" charset="2"/>
              <a:buChar char="Ø"/>
            </a:pPr>
            <a:r>
              <a:rPr lang="ar-SY" dirty="0"/>
              <a:t>إدارة وتنسيق الخدمات الأساسية</a:t>
            </a:r>
          </a:p>
          <a:p>
            <a:pPr>
              <a:lnSpc>
                <a:spcPct val="150000"/>
              </a:lnSpc>
              <a:buFont typeface="Wingdings" panose="05000000000000000000" pitchFamily="2" charset="2"/>
              <a:buChar char="Ø"/>
            </a:pPr>
            <a:r>
              <a:rPr lang="ar-SY" dirty="0"/>
              <a:t>تنظيم الشؤون العمرانية والبيئية والصحية</a:t>
            </a:r>
          </a:p>
          <a:p>
            <a:pPr>
              <a:lnSpc>
                <a:spcPct val="150000"/>
              </a:lnSpc>
              <a:buFont typeface="Wingdings" panose="05000000000000000000" pitchFamily="2" charset="2"/>
              <a:buChar char="Ø"/>
            </a:pPr>
            <a:r>
              <a:rPr lang="ar-SY" dirty="0"/>
              <a:t>الإشراف على المرافق العامة والبنى التحتية</a:t>
            </a:r>
          </a:p>
          <a:p>
            <a:pPr>
              <a:lnSpc>
                <a:spcPct val="150000"/>
              </a:lnSpc>
              <a:buFont typeface="Wingdings" panose="05000000000000000000" pitchFamily="2" charset="2"/>
              <a:buChar char="Ø"/>
            </a:pPr>
            <a:r>
              <a:rPr lang="ar-SY" dirty="0"/>
              <a:t>تنفيذ سياسات وزارة الإدارة المحلية والبيئة</a:t>
            </a:r>
          </a:p>
          <a:p>
            <a:endParaRPr lang="ar-SY" dirty="0"/>
          </a:p>
        </p:txBody>
      </p:sp>
      <p:sp>
        <p:nvSpPr>
          <p:cNvPr id="4" name="Date Placeholder 3">
            <a:extLst>
              <a:ext uri="{FF2B5EF4-FFF2-40B4-BE49-F238E27FC236}">
                <a16:creationId xmlns:a16="http://schemas.microsoft.com/office/drawing/2014/main" id="{6A5B5172-FD2B-C83E-4998-1BED42454EDC}"/>
              </a:ext>
            </a:extLst>
          </p:cNvPr>
          <p:cNvSpPr>
            <a:spLocks noGrp="1"/>
          </p:cNvSpPr>
          <p:nvPr>
            <p:ph type="dt" sz="half" idx="10"/>
          </p:nvPr>
        </p:nvSpPr>
        <p:spPr/>
        <p:txBody>
          <a:bodyPr/>
          <a:lstStyle/>
          <a:p>
            <a:fld id="{DF71B13A-AD3B-4196-9013-BB4DCAFCD04F}" type="datetime8">
              <a:rPr lang="ar-SY" smtClean="0"/>
              <a:t>28 تشرين الأول، 26</a:t>
            </a:fld>
            <a:endParaRPr lang="ar-SY" dirty="0"/>
          </a:p>
        </p:txBody>
      </p:sp>
      <p:sp>
        <p:nvSpPr>
          <p:cNvPr id="5" name="Footer Placeholder 4">
            <a:extLst>
              <a:ext uri="{FF2B5EF4-FFF2-40B4-BE49-F238E27FC236}">
                <a16:creationId xmlns:a16="http://schemas.microsoft.com/office/drawing/2014/main" id="{80CB36A5-E089-14B8-3291-B01696805C0B}"/>
              </a:ext>
            </a:extLst>
          </p:cNvPr>
          <p:cNvSpPr>
            <a:spLocks noGrp="1"/>
          </p:cNvSpPr>
          <p:nvPr>
            <p:ph type="ftr" sz="quarter" idx="11"/>
          </p:nvPr>
        </p:nvSpPr>
        <p:spPr/>
        <p:txBody>
          <a:bodyPr/>
          <a:lstStyle/>
          <a:p>
            <a:r>
              <a:rPr lang="ar-SY"/>
              <a:t>التعريف العام بمحافظة دمشق</a:t>
            </a:r>
          </a:p>
        </p:txBody>
      </p:sp>
      <p:sp>
        <p:nvSpPr>
          <p:cNvPr id="6" name="Slide Number Placeholder 5">
            <a:extLst>
              <a:ext uri="{FF2B5EF4-FFF2-40B4-BE49-F238E27FC236}">
                <a16:creationId xmlns:a16="http://schemas.microsoft.com/office/drawing/2014/main" id="{78A1B9EF-3066-ADEE-F127-605872D95448}"/>
              </a:ext>
            </a:extLst>
          </p:cNvPr>
          <p:cNvSpPr>
            <a:spLocks noGrp="1"/>
          </p:cNvSpPr>
          <p:nvPr>
            <p:ph type="sldNum" sz="quarter" idx="12"/>
          </p:nvPr>
        </p:nvSpPr>
        <p:spPr/>
        <p:txBody>
          <a:bodyPr/>
          <a:lstStyle/>
          <a:p>
            <a:fld id="{065EBCF0-071A-41B4-9C48-9ADF70E893B6}" type="slidenum">
              <a:rPr lang="ar-SY" smtClean="0"/>
              <a:pPr/>
              <a:t>4</a:t>
            </a:fld>
            <a:endParaRPr lang="ar-SY"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B27040A-CC8F-4C5E-9CCF-A7D537B22CFE}"/>
              </a:ext>
            </a:extLst>
          </p:cNvPr>
          <p:cNvSpPr>
            <a:spLocks noGrp="1"/>
          </p:cNvSpPr>
          <p:nvPr>
            <p:ph type="title"/>
          </p:nvPr>
        </p:nvSpPr>
        <p:spPr/>
        <p:txBody>
          <a:bodyPr/>
          <a:lstStyle/>
          <a:p>
            <a:r>
              <a:rPr lang="ar-SY" dirty="0"/>
              <a:t>الهيكلية العامة لمحافظة دمشق</a:t>
            </a:r>
          </a:p>
        </p:txBody>
      </p:sp>
      <p:sp>
        <p:nvSpPr>
          <p:cNvPr id="5" name="Date Placeholder 4">
            <a:extLst>
              <a:ext uri="{FF2B5EF4-FFF2-40B4-BE49-F238E27FC236}">
                <a16:creationId xmlns:a16="http://schemas.microsoft.com/office/drawing/2014/main" id="{3D5B5F82-FA0C-A6DA-2501-4B0E824BB30E}"/>
              </a:ext>
            </a:extLst>
          </p:cNvPr>
          <p:cNvSpPr>
            <a:spLocks noGrp="1"/>
          </p:cNvSpPr>
          <p:nvPr>
            <p:ph type="dt" sz="half" idx="10"/>
          </p:nvPr>
        </p:nvSpPr>
        <p:spPr/>
        <p:txBody>
          <a:bodyPr/>
          <a:lstStyle/>
          <a:p>
            <a:fld id="{CF2CDC1C-42A5-4044-A226-26B8761C9F5B}" type="datetime8">
              <a:rPr lang="ar-SY" smtClean="0"/>
              <a:t>28 تشرين الأول، 26</a:t>
            </a:fld>
            <a:endParaRPr lang="ar-SY" dirty="0"/>
          </a:p>
        </p:txBody>
      </p:sp>
      <p:sp>
        <p:nvSpPr>
          <p:cNvPr id="6" name="Footer Placeholder 5">
            <a:extLst>
              <a:ext uri="{FF2B5EF4-FFF2-40B4-BE49-F238E27FC236}">
                <a16:creationId xmlns:a16="http://schemas.microsoft.com/office/drawing/2014/main" id="{78E20609-6D56-BE14-4D76-71ADECFE979E}"/>
              </a:ext>
            </a:extLst>
          </p:cNvPr>
          <p:cNvSpPr>
            <a:spLocks noGrp="1"/>
          </p:cNvSpPr>
          <p:nvPr>
            <p:ph type="ftr" sz="quarter" idx="11"/>
          </p:nvPr>
        </p:nvSpPr>
        <p:spPr/>
        <p:txBody>
          <a:bodyPr/>
          <a:lstStyle/>
          <a:p>
            <a:r>
              <a:rPr lang="ar-SY"/>
              <a:t>التعريف العام بمحافظة دمشق</a:t>
            </a:r>
          </a:p>
        </p:txBody>
      </p:sp>
      <p:sp>
        <p:nvSpPr>
          <p:cNvPr id="7" name="Slide Number Placeholder 6">
            <a:extLst>
              <a:ext uri="{FF2B5EF4-FFF2-40B4-BE49-F238E27FC236}">
                <a16:creationId xmlns:a16="http://schemas.microsoft.com/office/drawing/2014/main" id="{61911E71-6AFE-4C4F-FFA8-D5E0F5F19E30}"/>
              </a:ext>
            </a:extLst>
          </p:cNvPr>
          <p:cNvSpPr>
            <a:spLocks noGrp="1"/>
          </p:cNvSpPr>
          <p:nvPr>
            <p:ph type="sldNum" sz="quarter" idx="12"/>
          </p:nvPr>
        </p:nvSpPr>
        <p:spPr/>
        <p:txBody>
          <a:bodyPr/>
          <a:lstStyle/>
          <a:p>
            <a:fld id="{065EBCF0-071A-41B4-9C48-9ADF70E893B6}" type="slidenum">
              <a:rPr lang="ar-SY" smtClean="0"/>
              <a:pPr/>
              <a:t>5</a:t>
            </a:fld>
            <a:endParaRPr lang="ar-SY" dirty="0"/>
          </a:p>
        </p:txBody>
      </p:sp>
      <p:graphicFrame>
        <p:nvGraphicFramePr>
          <p:cNvPr id="10" name="Content Placeholder 3">
            <a:extLst>
              <a:ext uri="{FF2B5EF4-FFF2-40B4-BE49-F238E27FC236}">
                <a16:creationId xmlns:a16="http://schemas.microsoft.com/office/drawing/2014/main" id="{03DC1C40-95AE-FCBB-1DB0-2F0C5C4113AC}"/>
              </a:ext>
            </a:extLst>
          </p:cNvPr>
          <p:cNvGraphicFramePr>
            <a:graphicFrameLocks noGrp="1"/>
          </p:cNvGraphicFramePr>
          <p:nvPr>
            <p:ph idx="1"/>
            <p:extLst>
              <p:ext uri="{D42A27DB-BD31-4B8C-83A1-F6EECF244321}">
                <p14:modId xmlns:p14="http://schemas.microsoft.com/office/powerpoint/2010/main" val="182306201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712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Y" dirty="0"/>
              <a:t>مديريات محافظة دمشق</a:t>
            </a:r>
            <a:endParaRPr dirty="0"/>
          </a:p>
        </p:txBody>
      </p:sp>
      <p:graphicFrame>
        <p:nvGraphicFramePr>
          <p:cNvPr id="7" name="Content Placeholder 6">
            <a:extLst>
              <a:ext uri="{FF2B5EF4-FFF2-40B4-BE49-F238E27FC236}">
                <a16:creationId xmlns:a16="http://schemas.microsoft.com/office/drawing/2014/main" id="{5D0AD776-49F9-82AE-0135-E4FC51E2CBE0}"/>
              </a:ext>
            </a:extLst>
          </p:cNvPr>
          <p:cNvGraphicFramePr>
            <a:graphicFrameLocks noGrp="1"/>
          </p:cNvGraphicFramePr>
          <p:nvPr>
            <p:ph idx="1"/>
            <p:extLst>
              <p:ext uri="{D42A27DB-BD31-4B8C-83A1-F6EECF244321}">
                <p14:modId xmlns:p14="http://schemas.microsoft.com/office/powerpoint/2010/main" val="776892477"/>
              </p:ext>
            </p:extLst>
          </p:nvPr>
        </p:nvGraphicFramePr>
        <p:xfrm>
          <a:off x="643095" y="1999993"/>
          <a:ext cx="10349801" cy="3978773"/>
        </p:xfrm>
        <a:graphic>
          <a:graphicData uri="http://schemas.openxmlformats.org/drawingml/2006/table">
            <a:tbl>
              <a:tblPr rtl="1" bandRow="1">
                <a:tableStyleId>{616DA210-FB5B-4158-B5E0-FEB733F419BA}</a:tableStyleId>
              </a:tblPr>
              <a:tblGrid>
                <a:gridCol w="3559109">
                  <a:extLst>
                    <a:ext uri="{9D8B030D-6E8A-4147-A177-3AD203B41FA5}">
                      <a16:colId xmlns:a16="http://schemas.microsoft.com/office/drawing/2014/main" val="1742540046"/>
                    </a:ext>
                  </a:extLst>
                </a:gridCol>
                <a:gridCol w="3559109">
                  <a:extLst>
                    <a:ext uri="{9D8B030D-6E8A-4147-A177-3AD203B41FA5}">
                      <a16:colId xmlns:a16="http://schemas.microsoft.com/office/drawing/2014/main" val="1279668480"/>
                    </a:ext>
                  </a:extLst>
                </a:gridCol>
                <a:gridCol w="3231583">
                  <a:extLst>
                    <a:ext uri="{9D8B030D-6E8A-4147-A177-3AD203B41FA5}">
                      <a16:colId xmlns:a16="http://schemas.microsoft.com/office/drawing/2014/main" val="1526019750"/>
                    </a:ext>
                  </a:extLst>
                </a:gridCol>
              </a:tblGrid>
              <a:tr h="325979">
                <a:tc>
                  <a:txBody>
                    <a:bodyPr/>
                    <a:lstStyle/>
                    <a:p>
                      <a:pPr algn="ctr" rtl="1" fontAlgn="ctr">
                        <a:buNone/>
                      </a:pPr>
                      <a:r>
                        <a:rPr lang="ar-SY" sz="1800" u="none" strike="noStrike" dirty="0">
                          <a:effectLst/>
                        </a:rPr>
                        <a:t>مديرية مكتب السيد المحافظ</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دوائر الخدمات</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العلاقات العامة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4079948071"/>
                  </a:ext>
                </a:extLst>
              </a:tr>
              <a:tr h="325979">
                <a:tc>
                  <a:txBody>
                    <a:bodyPr/>
                    <a:lstStyle/>
                    <a:p>
                      <a:pPr algn="ctr" rtl="1" fontAlgn="ctr">
                        <a:buNone/>
                      </a:pPr>
                      <a:r>
                        <a:rPr lang="ar-SY" sz="1800" u="none" strike="noStrike">
                          <a:effectLst/>
                        </a:rPr>
                        <a:t>مديرية التنمية الإدارية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دمشق القديمة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الإعلام</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4200268157"/>
                  </a:ext>
                </a:extLst>
              </a:tr>
              <a:tr h="341146">
                <a:tc>
                  <a:txBody>
                    <a:bodyPr/>
                    <a:lstStyle/>
                    <a:p>
                      <a:pPr algn="ctr" rtl="1" fontAlgn="ctr">
                        <a:buNone/>
                      </a:pPr>
                      <a:r>
                        <a:rPr lang="ar-SY" sz="1800" u="none" strike="noStrike" dirty="0">
                          <a:effectLst/>
                        </a:rPr>
                        <a:t>مديرية المعلوماتية</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النظافة ومعالجة النفايات</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العلاقات الخارجية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475045755"/>
                  </a:ext>
                </a:extLst>
              </a:tr>
              <a:tr h="643148">
                <a:tc>
                  <a:txBody>
                    <a:bodyPr/>
                    <a:lstStyle/>
                    <a:p>
                      <a:pPr algn="ctr" rtl="1" fontAlgn="ctr">
                        <a:buNone/>
                      </a:pPr>
                      <a:r>
                        <a:rPr lang="ar-SY" sz="1800" u="none" strike="noStrike">
                          <a:effectLst/>
                        </a:rPr>
                        <a:t>مديرية دعم القرار والتخطيط الإقليمي</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الحدائق</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الأنشطة الرياضية والثقافية والاجتماعية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735028913"/>
                  </a:ext>
                </a:extLst>
              </a:tr>
              <a:tr h="341146">
                <a:tc>
                  <a:txBody>
                    <a:bodyPr/>
                    <a:lstStyle/>
                    <a:p>
                      <a:pPr algn="ctr" rtl="1" fontAlgn="ctr">
                        <a:buNone/>
                      </a:pPr>
                      <a:r>
                        <a:rPr lang="ar-SY" sz="1800" u="none" strike="noStrike" dirty="0">
                          <a:effectLst/>
                        </a:rPr>
                        <a:t>مديرية الشؤون المالية للقطاع البلدي</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dirty="0">
                          <a:effectLst/>
                        </a:rPr>
                        <a:t>مديرية الصيانة والإنارة</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دار الكرامة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1056018213"/>
                  </a:ext>
                </a:extLst>
              </a:tr>
              <a:tr h="341146">
                <a:tc>
                  <a:txBody>
                    <a:bodyPr/>
                    <a:lstStyle/>
                    <a:p>
                      <a:pPr algn="ctr" rtl="1" fontAlgn="ctr">
                        <a:buNone/>
                      </a:pPr>
                      <a:r>
                        <a:rPr lang="ar-SY" sz="1800" u="none" strike="noStrike">
                          <a:effectLst/>
                        </a:rPr>
                        <a:t>مديرية القضايا والشؤون القانونية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المركبات والرحبات</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مراكز خدمة المواطن</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1786967479"/>
                  </a:ext>
                </a:extLst>
              </a:tr>
              <a:tr h="341146">
                <a:tc>
                  <a:txBody>
                    <a:bodyPr/>
                    <a:lstStyle/>
                    <a:p>
                      <a:pPr algn="ctr" rtl="1" fontAlgn="ctr">
                        <a:buNone/>
                      </a:pPr>
                      <a:r>
                        <a:rPr lang="ar-SY" sz="1800" u="none" strike="noStrike" dirty="0">
                          <a:effectLst/>
                        </a:rPr>
                        <a:t>مديرية الرقابة الداخلية</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هندسة المرور والنقل</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الشكاوى والتظلم</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653299850"/>
                  </a:ext>
                </a:extLst>
              </a:tr>
              <a:tr h="325979">
                <a:tc>
                  <a:txBody>
                    <a:bodyPr/>
                    <a:lstStyle/>
                    <a:p>
                      <a:pPr algn="ctr" rtl="1" fontAlgn="ctr">
                        <a:buNone/>
                      </a:pPr>
                      <a:r>
                        <a:rPr lang="ar-SY" sz="1800" u="none" strike="noStrike">
                          <a:effectLst/>
                        </a:rPr>
                        <a:t>مديرية الأملاك</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dirty="0">
                          <a:effectLst/>
                        </a:rPr>
                        <a:t>مديرية الشؤون الصحية</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المجالس المحلية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1039148401"/>
                  </a:ext>
                </a:extLst>
              </a:tr>
              <a:tr h="325979">
                <a:tc>
                  <a:txBody>
                    <a:bodyPr/>
                    <a:lstStyle/>
                    <a:p>
                      <a:pPr algn="ctr" rtl="1" fontAlgn="ctr">
                        <a:buNone/>
                      </a:pPr>
                      <a:r>
                        <a:rPr lang="ar-SY" sz="1800" u="none" strike="noStrike">
                          <a:effectLst/>
                        </a:rPr>
                        <a:t>مديرية السجل المؤقت</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دفن الموتى</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dirty="0">
                          <a:effectLst/>
                        </a:rPr>
                        <a:t>مكتب لجان الأحياء</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656617454"/>
                  </a:ext>
                </a:extLst>
              </a:tr>
              <a:tr h="325979">
                <a:tc>
                  <a:txBody>
                    <a:bodyPr/>
                    <a:lstStyle/>
                    <a:p>
                      <a:pPr algn="ctr" rtl="1" fontAlgn="ctr">
                        <a:buNone/>
                      </a:pPr>
                      <a:r>
                        <a:rPr lang="ar-SY" sz="1800" u="none" strike="noStrike" dirty="0">
                          <a:effectLst/>
                        </a:rPr>
                        <a:t>مديرية تنفيذ المرسوم 66</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البيئة</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0" fontAlgn="ctr">
                        <a:buNone/>
                      </a:pPr>
                      <a:r>
                        <a:rPr lang="ar-SY" sz="1800" b="0" i="0" u="none" strike="noStrike" dirty="0">
                          <a:solidFill>
                            <a:srgbClr val="000000"/>
                          </a:solidFill>
                          <a:effectLst/>
                          <a:latin typeface="Sakkal Majalla" panose="02000000000000000000" pitchFamily="2" charset="-78"/>
                          <a:cs typeface="Sakkal Majalla" panose="02000000000000000000" pitchFamily="2" charset="-78"/>
                        </a:rPr>
                        <a:t>مديرية الدراسات الفنية</a:t>
                      </a:r>
                      <a:endParaRPr lang="en-US"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891216087"/>
                  </a:ext>
                </a:extLst>
              </a:tr>
              <a:tr h="341146">
                <a:tc>
                  <a:txBody>
                    <a:bodyPr/>
                    <a:lstStyle/>
                    <a:p>
                      <a:pPr algn="ctr" rtl="1" fontAlgn="ctr">
                        <a:buNone/>
                      </a:pPr>
                      <a:r>
                        <a:rPr lang="ar-SY" sz="1800" u="none" strike="noStrike" dirty="0">
                          <a:effectLst/>
                        </a:rPr>
                        <a:t>مديرية الشؤون المالية للأمانة العامة</a:t>
                      </a: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1" fontAlgn="ctr">
                        <a:buNone/>
                      </a:pPr>
                      <a:r>
                        <a:rPr lang="ar-SY" sz="1800" u="none" strike="noStrike">
                          <a:effectLst/>
                        </a:rPr>
                        <a:t>مديرية التنظيم والتخطيط العمراني</a:t>
                      </a:r>
                      <a:endParaRPr lang="ar-SY" sz="1800" b="0" i="0" u="none" strike="noStrike">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tc>
                  <a:txBody>
                    <a:bodyPr/>
                    <a:lstStyle/>
                    <a:p>
                      <a:pPr algn="ctr" rtl="0" fontAlgn="ctr">
                        <a:buNone/>
                      </a:pPr>
                      <a:endParaRPr lang="ar-SY" sz="18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tc>
                <a:extLst>
                  <a:ext uri="{0D108BD9-81ED-4DB2-BD59-A6C34878D82A}">
                    <a16:rowId xmlns:a16="http://schemas.microsoft.com/office/drawing/2014/main" val="3026744373"/>
                  </a:ext>
                </a:extLst>
              </a:tr>
            </a:tbl>
          </a:graphicData>
        </a:graphic>
      </p:graphicFrame>
      <p:sp>
        <p:nvSpPr>
          <p:cNvPr id="4" name="Date Placeholder 3">
            <a:extLst>
              <a:ext uri="{FF2B5EF4-FFF2-40B4-BE49-F238E27FC236}">
                <a16:creationId xmlns:a16="http://schemas.microsoft.com/office/drawing/2014/main" id="{739DD238-014D-95D7-A005-5F0DE0D6F3A1}"/>
              </a:ext>
            </a:extLst>
          </p:cNvPr>
          <p:cNvSpPr>
            <a:spLocks noGrp="1"/>
          </p:cNvSpPr>
          <p:nvPr>
            <p:ph type="dt" sz="half" idx="10"/>
          </p:nvPr>
        </p:nvSpPr>
        <p:spPr/>
        <p:txBody>
          <a:bodyPr/>
          <a:lstStyle/>
          <a:p>
            <a:fld id="{602CDD0E-1584-4B5C-A399-550A4B668E7D}" type="datetime8">
              <a:rPr lang="ar-SY" smtClean="0"/>
              <a:t>28 تشرين الأول، 26</a:t>
            </a:fld>
            <a:endParaRPr lang="ar-SY" dirty="0"/>
          </a:p>
        </p:txBody>
      </p:sp>
      <p:sp>
        <p:nvSpPr>
          <p:cNvPr id="5" name="Footer Placeholder 4">
            <a:extLst>
              <a:ext uri="{FF2B5EF4-FFF2-40B4-BE49-F238E27FC236}">
                <a16:creationId xmlns:a16="http://schemas.microsoft.com/office/drawing/2014/main" id="{2A12EBAF-F9A1-CA0F-1F4A-B6C75DBAF656}"/>
              </a:ext>
            </a:extLst>
          </p:cNvPr>
          <p:cNvSpPr>
            <a:spLocks noGrp="1"/>
          </p:cNvSpPr>
          <p:nvPr>
            <p:ph type="ftr" sz="quarter" idx="11"/>
          </p:nvPr>
        </p:nvSpPr>
        <p:spPr/>
        <p:txBody>
          <a:bodyPr/>
          <a:lstStyle/>
          <a:p>
            <a:r>
              <a:rPr lang="ar-SY"/>
              <a:t>التعريف العام بمحافظة دمشق</a:t>
            </a:r>
          </a:p>
        </p:txBody>
      </p:sp>
      <p:sp>
        <p:nvSpPr>
          <p:cNvPr id="6" name="Slide Number Placeholder 5">
            <a:extLst>
              <a:ext uri="{FF2B5EF4-FFF2-40B4-BE49-F238E27FC236}">
                <a16:creationId xmlns:a16="http://schemas.microsoft.com/office/drawing/2014/main" id="{0CC7C90D-9481-468D-6D31-3E146F73BD77}"/>
              </a:ext>
            </a:extLst>
          </p:cNvPr>
          <p:cNvSpPr>
            <a:spLocks noGrp="1"/>
          </p:cNvSpPr>
          <p:nvPr>
            <p:ph type="sldNum" sz="quarter" idx="12"/>
          </p:nvPr>
        </p:nvSpPr>
        <p:spPr/>
        <p:txBody>
          <a:bodyPr/>
          <a:lstStyle/>
          <a:p>
            <a:fld id="{065EBCF0-071A-41B4-9C48-9ADF70E893B6}" type="slidenum">
              <a:rPr lang="ar-SY" smtClean="0"/>
              <a:pPr/>
              <a:t>6</a:t>
            </a:fld>
            <a:endParaRPr lang="ar-SY"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مربع نص 6">
            <a:extLst>
              <a:ext uri="{FF2B5EF4-FFF2-40B4-BE49-F238E27FC236}">
                <a16:creationId xmlns:a16="http://schemas.microsoft.com/office/drawing/2014/main" id="{983B1AF2-0BAE-D80E-F634-3F0D9B7FC110}"/>
              </a:ext>
            </a:extLst>
          </p:cNvPr>
          <p:cNvSpPr txBox="1"/>
          <p:nvPr/>
        </p:nvSpPr>
        <p:spPr>
          <a:xfrm>
            <a:off x="4054850" y="706735"/>
            <a:ext cx="184731" cy="584775"/>
          </a:xfrm>
          <a:prstGeom prst="rect">
            <a:avLst/>
          </a:prstGeom>
          <a:noFill/>
        </p:spPr>
        <p:txBody>
          <a:bodyPr wrap="none" rtlCol="1">
            <a:spAutoFit/>
          </a:bodyPr>
          <a:lstStyle/>
          <a:p>
            <a:pPr defTabSz="457200">
              <a:defRPr/>
            </a:pPr>
            <a:endParaRPr lang="ar-SY" sz="3200" b="1" dirty="0">
              <a:solidFill>
                <a:schemeClr val="accent2"/>
              </a:solidFill>
            </a:endParaRPr>
          </a:p>
        </p:txBody>
      </p:sp>
      <p:sp>
        <p:nvSpPr>
          <p:cNvPr id="8" name="Title 7">
            <a:extLst>
              <a:ext uri="{FF2B5EF4-FFF2-40B4-BE49-F238E27FC236}">
                <a16:creationId xmlns:a16="http://schemas.microsoft.com/office/drawing/2014/main" id="{37F53CB1-CA9A-858F-0B0E-3C1FA353CFAF}"/>
              </a:ext>
            </a:extLst>
          </p:cNvPr>
          <p:cNvSpPr>
            <a:spLocks noGrp="1"/>
          </p:cNvSpPr>
          <p:nvPr>
            <p:ph type="title"/>
          </p:nvPr>
        </p:nvSpPr>
        <p:spPr>
          <a:xfrm>
            <a:off x="955009" y="320675"/>
            <a:ext cx="10515600" cy="1325563"/>
          </a:xfrm>
        </p:spPr>
        <p:txBody>
          <a:bodyPr>
            <a:normAutofit/>
          </a:bodyPr>
          <a:lstStyle/>
          <a:p>
            <a:r>
              <a:rPr lang="ar-SY" dirty="0"/>
              <a:t>مديرية دوائر الخدمات</a:t>
            </a:r>
          </a:p>
        </p:txBody>
      </p:sp>
      <p:sp>
        <p:nvSpPr>
          <p:cNvPr id="9" name="Content Placeholder 8">
            <a:extLst>
              <a:ext uri="{FF2B5EF4-FFF2-40B4-BE49-F238E27FC236}">
                <a16:creationId xmlns:a16="http://schemas.microsoft.com/office/drawing/2014/main" id="{9E49853E-190F-9626-A65F-C804A517DA85}"/>
              </a:ext>
            </a:extLst>
          </p:cNvPr>
          <p:cNvSpPr>
            <a:spLocks noGrp="1"/>
          </p:cNvSpPr>
          <p:nvPr>
            <p:ph idx="1"/>
          </p:nvPr>
        </p:nvSpPr>
        <p:spPr>
          <a:xfrm>
            <a:off x="955009" y="2032298"/>
            <a:ext cx="10515600" cy="4351338"/>
          </a:xfrm>
        </p:spPr>
        <p:txBody>
          <a:bodyPr>
            <a:normAutofit fontScale="92500" lnSpcReduction="20000"/>
          </a:bodyPr>
          <a:lstStyle/>
          <a:p>
            <a:pPr marL="0" indent="0">
              <a:buNone/>
            </a:pPr>
            <a:r>
              <a:rPr lang="ar-SY" sz="3200" dirty="0"/>
              <a:t>هي جهة خدمية مركزية في محافظة دمشق، مقرها مبنى الخدمات في </a:t>
            </a:r>
            <a:r>
              <a:rPr lang="ar-SY" sz="3200" dirty="0" err="1"/>
              <a:t>كفرسوسة</a:t>
            </a:r>
            <a:r>
              <a:rPr lang="ar-SY" sz="3200" dirty="0"/>
              <a:t>، وتشرف على عمل دوائر الخدمات.</a:t>
            </a:r>
            <a:br>
              <a:rPr lang="ar-SY" sz="3200" dirty="0"/>
            </a:br>
            <a:r>
              <a:rPr lang="ar-SY" sz="3200" dirty="0"/>
              <a:t>تتولى متابعة تنفيذ الأعمال الخدمية المخططة والطارئة، ومعالجة شكاوى المواطنين المتعلقة بالخدمات.</a:t>
            </a:r>
            <a:br>
              <a:rPr lang="ar-SY" sz="3200" dirty="0"/>
            </a:br>
            <a:r>
              <a:rPr lang="ar-SY" sz="3200" dirty="0"/>
              <a:t>تشرف على مخالفات البناء، منح إجازات السكن والإكساء، وتدقيق الضبوط والمعاملات الفنية.</a:t>
            </a:r>
            <a:br>
              <a:rPr lang="ar-SY" sz="3200" dirty="0"/>
            </a:br>
            <a:r>
              <a:rPr lang="ar-SY" sz="3200" dirty="0"/>
              <a:t>تنسّق مع المديريات المختصة لوضع الخطط السنوية لأعمال الصيانة والخدمات.</a:t>
            </a:r>
            <a:br>
              <a:rPr lang="ar-SY" sz="3200" dirty="0"/>
            </a:br>
            <a:r>
              <a:rPr lang="ar-SY" sz="3200" dirty="0"/>
              <a:t>تضم عدة دوائر ولجان مركزية تُعنى برقابة الأبنية، المرافق، الشؤون الإدارية والقانونية.</a:t>
            </a:r>
          </a:p>
        </p:txBody>
      </p:sp>
      <p:sp>
        <p:nvSpPr>
          <p:cNvPr id="4" name="Date Placeholder 3">
            <a:extLst>
              <a:ext uri="{FF2B5EF4-FFF2-40B4-BE49-F238E27FC236}">
                <a16:creationId xmlns:a16="http://schemas.microsoft.com/office/drawing/2014/main" id="{32335281-F9DC-69E4-D536-5963B889F767}"/>
              </a:ext>
            </a:extLst>
          </p:cNvPr>
          <p:cNvSpPr>
            <a:spLocks noGrp="1"/>
          </p:cNvSpPr>
          <p:nvPr>
            <p:ph type="dt" sz="half" idx="10"/>
          </p:nvPr>
        </p:nvSpPr>
        <p:spPr/>
        <p:txBody>
          <a:bodyPr/>
          <a:lstStyle/>
          <a:p>
            <a:fld id="{5F20E337-25BD-452A-AB38-8BBA9A4F1351}" type="datetime8">
              <a:rPr lang="ar-SY" smtClean="0"/>
              <a:t>28 تشرين الأول، 26</a:t>
            </a:fld>
            <a:endParaRPr lang="ar-SY" dirty="0"/>
          </a:p>
        </p:txBody>
      </p:sp>
      <p:sp>
        <p:nvSpPr>
          <p:cNvPr id="5" name="Footer Placeholder 4">
            <a:extLst>
              <a:ext uri="{FF2B5EF4-FFF2-40B4-BE49-F238E27FC236}">
                <a16:creationId xmlns:a16="http://schemas.microsoft.com/office/drawing/2014/main" id="{64D73483-1CA0-4F0A-603F-1C579D2C33A5}"/>
              </a:ext>
            </a:extLst>
          </p:cNvPr>
          <p:cNvSpPr>
            <a:spLocks noGrp="1"/>
          </p:cNvSpPr>
          <p:nvPr>
            <p:ph type="ftr" sz="quarter" idx="11"/>
          </p:nvPr>
        </p:nvSpPr>
        <p:spPr/>
        <p:txBody>
          <a:bodyPr/>
          <a:lstStyle/>
          <a:p>
            <a:r>
              <a:rPr lang="ar-SY"/>
              <a:t>التعريف العام بمحافظة دمشق</a:t>
            </a:r>
          </a:p>
        </p:txBody>
      </p:sp>
      <p:sp>
        <p:nvSpPr>
          <p:cNvPr id="6" name="Slide Number Placeholder 5">
            <a:extLst>
              <a:ext uri="{FF2B5EF4-FFF2-40B4-BE49-F238E27FC236}">
                <a16:creationId xmlns:a16="http://schemas.microsoft.com/office/drawing/2014/main" id="{9B00D8C0-A6BD-018C-2EDE-04757F15B7B7}"/>
              </a:ext>
            </a:extLst>
          </p:cNvPr>
          <p:cNvSpPr>
            <a:spLocks noGrp="1"/>
          </p:cNvSpPr>
          <p:nvPr>
            <p:ph type="sldNum" sz="quarter" idx="12"/>
          </p:nvPr>
        </p:nvSpPr>
        <p:spPr/>
        <p:txBody>
          <a:bodyPr/>
          <a:lstStyle/>
          <a:p>
            <a:fld id="{065EBCF0-071A-41B4-9C48-9ADF70E893B6}" type="slidenum">
              <a:rPr lang="ar-SY" smtClean="0"/>
              <a:pPr/>
              <a:t>7</a:t>
            </a:fld>
            <a:endParaRPr lang="ar-SY" dirty="0"/>
          </a:p>
        </p:txBody>
      </p:sp>
    </p:spTree>
    <p:extLst>
      <p:ext uri="{BB962C8B-B14F-4D97-AF65-F5344CB8AC3E}">
        <p14:creationId xmlns:p14="http://schemas.microsoft.com/office/powerpoint/2010/main" val="167637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291863" y="78713"/>
            <a:ext cx="11404149" cy="6384794"/>
            <a:chOff x="291863" y="106423"/>
            <a:chExt cx="11404149" cy="6384794"/>
          </a:xfrm>
        </p:grpSpPr>
        <p:sp>
          <p:nvSpPr>
            <p:cNvPr id="13" name="مستطيل 12">
              <a:extLst>
                <a:ext uri="{FF2B5EF4-FFF2-40B4-BE49-F238E27FC236}">
                  <a16:creationId xmlns:a16="http://schemas.microsoft.com/office/drawing/2014/main" id="{A5C26464-24E0-44AC-B988-79191DAE4A72}"/>
                </a:ext>
              </a:extLst>
            </p:cNvPr>
            <p:cNvSpPr/>
            <p:nvPr/>
          </p:nvSpPr>
          <p:spPr>
            <a:xfrm>
              <a:off x="10472012" y="285446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رقابة البناء</a:t>
              </a:r>
            </a:p>
          </p:txBody>
        </p:sp>
        <p:sp>
          <p:nvSpPr>
            <p:cNvPr id="17" name="مستطيل 16">
              <a:extLst>
                <a:ext uri="{FF2B5EF4-FFF2-40B4-BE49-F238E27FC236}">
                  <a16:creationId xmlns:a16="http://schemas.microsoft.com/office/drawing/2014/main" id="{747072EF-2A54-4197-9E24-0A6723BEF0E6}"/>
                </a:ext>
              </a:extLst>
            </p:cNvPr>
            <p:cNvSpPr/>
            <p:nvPr/>
          </p:nvSpPr>
          <p:spPr>
            <a:xfrm>
              <a:off x="10189895" y="421468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الشكاوى والمتابعة </a:t>
              </a:r>
            </a:p>
          </p:txBody>
        </p:sp>
        <p:cxnSp>
          <p:nvCxnSpPr>
            <p:cNvPr id="31" name="موصل: على شكل مرفق 30">
              <a:extLst>
                <a:ext uri="{FF2B5EF4-FFF2-40B4-BE49-F238E27FC236}">
                  <a16:creationId xmlns:a16="http://schemas.microsoft.com/office/drawing/2014/main" id="{496E7D6C-B412-43BE-B798-EEF7C2DCCF6D}"/>
                </a:ext>
              </a:extLst>
            </p:cNvPr>
            <p:cNvCxnSpPr>
              <a:cxnSpLocks/>
              <a:stCxn id="13" idx="2"/>
              <a:endCxn id="76" idx="3"/>
            </p:cNvCxnSpPr>
            <p:nvPr/>
          </p:nvCxnSpPr>
          <p:spPr>
            <a:xfrm rot="5400000">
              <a:off x="10820582" y="3543582"/>
              <a:ext cx="412549" cy="1143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1" name="مستطيل 50">
              <a:extLst>
                <a:ext uri="{FF2B5EF4-FFF2-40B4-BE49-F238E27FC236}">
                  <a16:creationId xmlns:a16="http://schemas.microsoft.com/office/drawing/2014/main" id="{5210A856-F4F0-429A-8A44-B2D7C64F16CE}"/>
                </a:ext>
              </a:extLst>
            </p:cNvPr>
            <p:cNvSpPr/>
            <p:nvPr/>
          </p:nvSpPr>
          <p:spPr>
            <a:xfrm>
              <a:off x="8477942" y="2819179"/>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الدائرة القانونية</a:t>
              </a:r>
            </a:p>
          </p:txBody>
        </p:sp>
        <p:sp>
          <p:nvSpPr>
            <p:cNvPr id="199" name="مستطيل 198">
              <a:extLst>
                <a:ext uri="{FF2B5EF4-FFF2-40B4-BE49-F238E27FC236}">
                  <a16:creationId xmlns:a16="http://schemas.microsoft.com/office/drawing/2014/main" id="{EBEE7F71-AAF2-4EE5-A6B1-2FD803A94C52}"/>
                </a:ext>
              </a:extLst>
            </p:cNvPr>
            <p:cNvSpPr/>
            <p:nvPr/>
          </p:nvSpPr>
          <p:spPr>
            <a:xfrm>
              <a:off x="4753435" y="106423"/>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مديرية دوائر الخدمات </a:t>
              </a: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p:cNvCxnSpPr>
            <p:nvPr/>
          </p:nvCxnSpPr>
          <p:spPr>
            <a:xfrm rot="16200000" flipH="1">
              <a:off x="7485986" y="-798982"/>
              <a:ext cx="2208041" cy="498801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61448027-CAF4-444F-96C7-9DB6F22B5A60}"/>
                </a:ext>
              </a:extLst>
            </p:cNvPr>
            <p:cNvCxnSpPr>
              <a:cxnSpLocks/>
            </p:cNvCxnSpPr>
            <p:nvPr/>
          </p:nvCxnSpPr>
          <p:spPr>
            <a:xfrm rot="16200000" flipH="1">
              <a:off x="6541828" y="159031"/>
              <a:ext cx="2172756" cy="306441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75">
              <a:extLst>
                <a:ext uri="{FF2B5EF4-FFF2-40B4-BE49-F238E27FC236}">
                  <a16:creationId xmlns:a16="http://schemas.microsoft.com/office/drawing/2014/main" id="{34C64E4E-BBA0-4263-9FA1-F66BABF7C40A}"/>
                </a:ext>
              </a:extLst>
            </p:cNvPr>
            <p:cNvSpPr/>
            <p:nvPr/>
          </p:nvSpPr>
          <p:spPr>
            <a:xfrm>
              <a:off x="10218467" y="3488459"/>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الهدم المركزية </a:t>
              </a:r>
            </a:p>
          </p:txBody>
        </p:sp>
        <p:cxnSp>
          <p:nvCxnSpPr>
            <p:cNvPr id="77" name="موصل: على شكل مرفق 76">
              <a:extLst>
                <a:ext uri="{FF2B5EF4-FFF2-40B4-BE49-F238E27FC236}">
                  <a16:creationId xmlns:a16="http://schemas.microsoft.com/office/drawing/2014/main" id="{4D85285C-BE2C-44B0-A805-E67E9A399983}"/>
                </a:ext>
              </a:extLst>
            </p:cNvPr>
            <p:cNvCxnSpPr>
              <a:cxnSpLocks/>
              <a:stCxn id="13" idx="2"/>
              <a:endCxn id="17" idx="3"/>
            </p:cNvCxnSpPr>
            <p:nvPr/>
          </p:nvCxnSpPr>
          <p:spPr>
            <a:xfrm rot="5400000">
              <a:off x="10461816" y="3905740"/>
              <a:ext cx="1133472" cy="11092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 name="موصل: على شكل مرفق 3">
              <a:extLst>
                <a:ext uri="{FF2B5EF4-FFF2-40B4-BE49-F238E27FC236}">
                  <a16:creationId xmlns:a16="http://schemas.microsoft.com/office/drawing/2014/main" id="{3E926946-6BC5-82C3-2EC2-5ABA22DD1D7B}"/>
                </a:ext>
              </a:extLst>
            </p:cNvPr>
            <p:cNvCxnSpPr>
              <a:cxnSpLocks/>
              <a:stCxn id="6" idx="2"/>
              <a:endCxn id="44" idx="3"/>
            </p:cNvCxnSpPr>
            <p:nvPr/>
          </p:nvCxnSpPr>
          <p:spPr>
            <a:xfrm rot="5400000">
              <a:off x="6810633" y="3526381"/>
              <a:ext cx="543930" cy="10645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5">
              <a:extLst>
                <a:ext uri="{FF2B5EF4-FFF2-40B4-BE49-F238E27FC236}">
                  <a16:creationId xmlns:a16="http://schemas.microsoft.com/office/drawing/2014/main" id="{04CAA827-6FF2-60E9-72BB-D77BE9660531}"/>
                </a:ext>
              </a:extLst>
            </p:cNvPr>
            <p:cNvSpPr/>
            <p:nvPr/>
          </p:nvSpPr>
          <p:spPr>
            <a:xfrm>
              <a:off x="6523825" y="2767643"/>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الشؤون الادارية</a:t>
              </a:r>
            </a:p>
          </p:txBody>
        </p:sp>
        <p:sp>
          <p:nvSpPr>
            <p:cNvPr id="8" name="مستطيل 7">
              <a:extLst>
                <a:ext uri="{FF2B5EF4-FFF2-40B4-BE49-F238E27FC236}">
                  <a16:creationId xmlns:a16="http://schemas.microsoft.com/office/drawing/2014/main" id="{2E3F783C-950C-0210-DAC4-32F86A15248B}"/>
                </a:ext>
              </a:extLst>
            </p:cNvPr>
            <p:cNvSpPr/>
            <p:nvPr/>
          </p:nvSpPr>
          <p:spPr>
            <a:xfrm>
              <a:off x="6256578" y="4278941"/>
              <a:ext cx="765760" cy="77435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الديوان والأرشيف</a:t>
              </a:r>
            </a:p>
            <a:p>
              <a:pPr algn="ct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10" name="مستطيل 9">
              <a:extLst>
                <a:ext uri="{FF2B5EF4-FFF2-40B4-BE49-F238E27FC236}">
                  <a16:creationId xmlns:a16="http://schemas.microsoft.com/office/drawing/2014/main" id="{5F3C967E-317D-3984-7809-9795E1F3D80F}"/>
                </a:ext>
              </a:extLst>
            </p:cNvPr>
            <p:cNvSpPr/>
            <p:nvPr/>
          </p:nvSpPr>
          <p:spPr>
            <a:xfrm>
              <a:off x="8116134" y="3560691"/>
              <a:ext cx="723615"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شاغلي </a:t>
              </a: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الأبنية </a:t>
              </a: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8" name="موصل: على شكل مرفق 17">
              <a:extLst>
                <a:ext uri="{FF2B5EF4-FFF2-40B4-BE49-F238E27FC236}">
                  <a16:creationId xmlns:a16="http://schemas.microsoft.com/office/drawing/2014/main" id="{C18D934F-70BD-EB1B-21DC-496D19E2A126}"/>
                </a:ext>
              </a:extLst>
            </p:cNvPr>
            <p:cNvCxnSpPr>
              <a:cxnSpLocks/>
              <a:stCxn id="51" idx="2"/>
              <a:endCxn id="10" idx="3"/>
            </p:cNvCxnSpPr>
            <p:nvPr/>
          </p:nvCxnSpPr>
          <p:spPr>
            <a:xfrm rot="5400000">
              <a:off x="8739041" y="3459886"/>
              <a:ext cx="522078" cy="32066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4" name="مستطيل 43">
              <a:extLst>
                <a:ext uri="{FF2B5EF4-FFF2-40B4-BE49-F238E27FC236}">
                  <a16:creationId xmlns:a16="http://schemas.microsoft.com/office/drawing/2014/main" id="{EA44F1D8-5ADF-DC7C-5F1B-745FFBCA465A}"/>
                </a:ext>
              </a:extLst>
            </p:cNvPr>
            <p:cNvSpPr/>
            <p:nvPr/>
          </p:nvSpPr>
          <p:spPr>
            <a:xfrm>
              <a:off x="6263610" y="3488459"/>
              <a:ext cx="765760" cy="72622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شؤون العاملين</a:t>
              </a:r>
            </a:p>
          </p:txBody>
        </p:sp>
        <p:cxnSp>
          <p:nvCxnSpPr>
            <p:cNvPr id="45" name="موصل: على شكل مرفق 44">
              <a:extLst>
                <a:ext uri="{FF2B5EF4-FFF2-40B4-BE49-F238E27FC236}">
                  <a16:creationId xmlns:a16="http://schemas.microsoft.com/office/drawing/2014/main" id="{42F183D4-BA4E-D2CA-4BEE-ABBB0CF25597}"/>
                </a:ext>
              </a:extLst>
            </p:cNvPr>
            <p:cNvCxnSpPr>
              <a:cxnSpLocks/>
              <a:stCxn id="6" idx="2"/>
              <a:endCxn id="8" idx="3"/>
            </p:cNvCxnSpPr>
            <p:nvPr/>
          </p:nvCxnSpPr>
          <p:spPr>
            <a:xfrm rot="5400000">
              <a:off x="6399845" y="3930137"/>
              <a:ext cx="1358474" cy="11348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72">
              <a:extLst>
                <a:ext uri="{FF2B5EF4-FFF2-40B4-BE49-F238E27FC236}">
                  <a16:creationId xmlns:a16="http://schemas.microsoft.com/office/drawing/2014/main" id="{F242E45A-9D6B-6DCC-E3A3-EF4996252171}"/>
                </a:ext>
              </a:extLst>
            </p:cNvPr>
            <p:cNvSpPr/>
            <p:nvPr/>
          </p:nvSpPr>
          <p:spPr>
            <a:xfrm>
              <a:off x="8082857" y="5826188"/>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الشكاوى</a:t>
              </a:r>
            </a:p>
          </p:txBody>
        </p:sp>
        <p:cxnSp>
          <p:nvCxnSpPr>
            <p:cNvPr id="94" name="موصل: على شكل مرفق 93">
              <a:extLst>
                <a:ext uri="{FF2B5EF4-FFF2-40B4-BE49-F238E27FC236}">
                  <a16:creationId xmlns:a16="http://schemas.microsoft.com/office/drawing/2014/main" id="{F8EEE417-0BAD-D3C2-18B6-993C6AE50961}"/>
                </a:ext>
              </a:extLst>
            </p:cNvPr>
            <p:cNvCxnSpPr>
              <a:cxnSpLocks/>
              <a:stCxn id="51" idx="2"/>
              <a:endCxn id="22" idx="3"/>
            </p:cNvCxnSpPr>
            <p:nvPr/>
          </p:nvCxnSpPr>
          <p:spPr>
            <a:xfrm rot="5400000">
              <a:off x="7978312" y="4214957"/>
              <a:ext cx="2037878" cy="32632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36" name="موصل: على شكل مرفق 135">
              <a:extLst>
                <a:ext uri="{FF2B5EF4-FFF2-40B4-BE49-F238E27FC236}">
                  <a16:creationId xmlns:a16="http://schemas.microsoft.com/office/drawing/2014/main" id="{C0DED952-31F3-8C78-693C-54C5907603E2}"/>
                </a:ext>
              </a:extLst>
            </p:cNvPr>
            <p:cNvCxnSpPr>
              <a:cxnSpLocks/>
              <a:stCxn id="199" idx="2"/>
              <a:endCxn id="6" idx="0"/>
            </p:cNvCxnSpPr>
            <p:nvPr/>
          </p:nvCxnSpPr>
          <p:spPr>
            <a:xfrm rot="16200000" flipH="1">
              <a:off x="5555302" y="1187120"/>
              <a:ext cx="2121220" cy="103982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موصل: على شكل مرفق 29">
              <a:extLst>
                <a:ext uri="{FF2B5EF4-FFF2-40B4-BE49-F238E27FC236}">
                  <a16:creationId xmlns:a16="http://schemas.microsoft.com/office/drawing/2014/main" id="{6E42AD42-1F3C-59E0-B9A4-D4D290BE2F68}"/>
                </a:ext>
              </a:extLst>
            </p:cNvPr>
            <p:cNvCxnSpPr>
              <a:cxnSpLocks/>
              <a:stCxn id="32" idx="2"/>
              <a:endCxn id="35" idx="3"/>
            </p:cNvCxnSpPr>
            <p:nvPr/>
          </p:nvCxnSpPr>
          <p:spPr>
            <a:xfrm rot="5400000">
              <a:off x="2596446" y="3812957"/>
              <a:ext cx="1177042" cy="10876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A670E44A-C4FC-5D9F-06D4-EF28D6FEE8FE}"/>
                </a:ext>
              </a:extLst>
            </p:cNvPr>
            <p:cNvSpPr/>
            <p:nvPr/>
          </p:nvSpPr>
          <p:spPr>
            <a:xfrm>
              <a:off x="2627350" y="273881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رقابة الخدمات </a:t>
              </a:r>
            </a:p>
          </p:txBody>
        </p:sp>
        <p:sp>
          <p:nvSpPr>
            <p:cNvPr id="35" name="مستطيل 34">
              <a:extLst>
                <a:ext uri="{FF2B5EF4-FFF2-40B4-BE49-F238E27FC236}">
                  <a16:creationId xmlns:a16="http://schemas.microsoft.com/office/drawing/2014/main" id="{E0CCCF07-0AE5-7F7D-F681-4ED7CF06112B}"/>
                </a:ext>
              </a:extLst>
            </p:cNvPr>
            <p:cNvSpPr/>
            <p:nvPr/>
          </p:nvSpPr>
          <p:spPr>
            <a:xfrm>
              <a:off x="2365285" y="4084157"/>
              <a:ext cx="765298" cy="74340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الإشغالات المركزية</a:t>
              </a:r>
            </a:p>
            <a:p>
              <a:pPr algn="ct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36" name="مستطيل 35">
              <a:extLst>
                <a:ext uri="{FF2B5EF4-FFF2-40B4-BE49-F238E27FC236}">
                  <a16:creationId xmlns:a16="http://schemas.microsoft.com/office/drawing/2014/main" id="{67A86EFF-A1E9-0D4D-2F9E-8C758BEB192D}"/>
                </a:ext>
              </a:extLst>
            </p:cNvPr>
            <p:cNvSpPr/>
            <p:nvPr/>
          </p:nvSpPr>
          <p:spPr>
            <a:xfrm>
              <a:off x="2366306" y="3388288"/>
              <a:ext cx="765298"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a:t>
              </a: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مراكز الخدمات</a:t>
              </a: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37" name="موصل: على شكل مرفق 36">
              <a:extLst>
                <a:ext uri="{FF2B5EF4-FFF2-40B4-BE49-F238E27FC236}">
                  <a16:creationId xmlns:a16="http://schemas.microsoft.com/office/drawing/2014/main" id="{B98384BF-9F18-25A9-13C1-D7879C2DFE65}"/>
                </a:ext>
              </a:extLst>
            </p:cNvPr>
            <p:cNvCxnSpPr>
              <a:cxnSpLocks/>
              <a:stCxn id="32" idx="2"/>
              <a:endCxn id="36" idx="3"/>
            </p:cNvCxnSpPr>
            <p:nvPr/>
          </p:nvCxnSpPr>
          <p:spPr>
            <a:xfrm rot="5400000">
              <a:off x="2977997" y="3432426"/>
              <a:ext cx="414961" cy="10774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موصل: على شكل مرفق 38">
              <a:extLst>
                <a:ext uri="{FF2B5EF4-FFF2-40B4-BE49-F238E27FC236}">
                  <a16:creationId xmlns:a16="http://schemas.microsoft.com/office/drawing/2014/main" id="{812D1E63-5EC8-A9ED-6C16-69A3D656212B}"/>
                </a:ext>
              </a:extLst>
            </p:cNvPr>
            <p:cNvCxnSpPr>
              <a:cxnSpLocks/>
              <a:stCxn id="199" idx="2"/>
              <a:endCxn id="32" idx="0"/>
            </p:cNvCxnSpPr>
            <p:nvPr/>
          </p:nvCxnSpPr>
          <p:spPr>
            <a:xfrm rot="5400000">
              <a:off x="3621477" y="264296"/>
              <a:ext cx="2092396" cy="285665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4EE19D90-603E-FE4E-580D-2F099C138B65}"/>
                </a:ext>
              </a:extLst>
            </p:cNvPr>
            <p:cNvSpPr/>
            <p:nvPr/>
          </p:nvSpPr>
          <p:spPr>
            <a:xfrm>
              <a:off x="3435869" y="874598"/>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المعاون لشؤون الخدمات والتسوية </a:t>
              </a: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endCxn id="66" idx="3"/>
            </p:cNvCxnSpPr>
            <p:nvPr/>
          </p:nvCxnSpPr>
          <p:spPr>
            <a:xfrm rot="5400000">
              <a:off x="5235791" y="284389"/>
              <a:ext cx="284288" cy="143613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1" name="مستطيل 10">
              <a:extLst>
                <a:ext uri="{FF2B5EF4-FFF2-40B4-BE49-F238E27FC236}">
                  <a16:creationId xmlns:a16="http://schemas.microsoft.com/office/drawing/2014/main" id="{99CA8562-5878-73E6-2551-3C608C4D1FAF}"/>
                </a:ext>
              </a:extLst>
            </p:cNvPr>
            <p:cNvSpPr/>
            <p:nvPr/>
          </p:nvSpPr>
          <p:spPr>
            <a:xfrm>
              <a:off x="7560213" y="873126"/>
              <a:ext cx="1224000" cy="539999"/>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المعاون لرقابة البناء</a:t>
              </a: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والشؤون القانونية</a:t>
              </a: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2" name="موصل: على شكل مرفق 66">
              <a:extLst>
                <a:ext uri="{FF2B5EF4-FFF2-40B4-BE49-F238E27FC236}">
                  <a16:creationId xmlns:a16="http://schemas.microsoft.com/office/drawing/2014/main" id="{6457CCFE-9437-FB0B-22E0-9E431ED9D6EF}"/>
                </a:ext>
              </a:extLst>
            </p:cNvPr>
            <p:cNvCxnSpPr>
              <a:cxnSpLocks/>
              <a:endCxn id="11" idx="1"/>
            </p:cNvCxnSpPr>
            <p:nvPr/>
          </p:nvCxnSpPr>
          <p:spPr>
            <a:xfrm rot="16200000" flipH="1">
              <a:off x="6686698" y="269611"/>
              <a:ext cx="282816" cy="146421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1" name="مستطيل 20">
              <a:extLst>
                <a:ext uri="{FF2B5EF4-FFF2-40B4-BE49-F238E27FC236}">
                  <a16:creationId xmlns:a16="http://schemas.microsoft.com/office/drawing/2014/main" id="{ABF43F53-8943-D531-37C3-053A18F092D3}"/>
                </a:ext>
              </a:extLst>
            </p:cNvPr>
            <p:cNvSpPr/>
            <p:nvPr/>
          </p:nvSpPr>
          <p:spPr>
            <a:xfrm>
              <a:off x="8083784" y="4289261"/>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الدراسات القانونية</a:t>
              </a:r>
            </a:p>
          </p:txBody>
        </p:sp>
        <p:sp>
          <p:nvSpPr>
            <p:cNvPr id="22" name="مستطيل 21">
              <a:extLst>
                <a:ext uri="{FF2B5EF4-FFF2-40B4-BE49-F238E27FC236}">
                  <a16:creationId xmlns:a16="http://schemas.microsoft.com/office/drawing/2014/main" id="{13F54B66-DDD8-00B5-44FC-960AF80FDB1C}"/>
                </a:ext>
              </a:extLst>
            </p:cNvPr>
            <p:cNvSpPr/>
            <p:nvPr/>
          </p:nvSpPr>
          <p:spPr>
            <a:xfrm>
              <a:off x="8110475" y="5053293"/>
              <a:ext cx="723615" cy="68752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الاشراف </a:t>
              </a:r>
            </a:p>
          </p:txBody>
        </p:sp>
        <p:cxnSp>
          <p:nvCxnSpPr>
            <p:cNvPr id="23" name="موصل: على شكل مرفق 17">
              <a:extLst>
                <a:ext uri="{FF2B5EF4-FFF2-40B4-BE49-F238E27FC236}">
                  <a16:creationId xmlns:a16="http://schemas.microsoft.com/office/drawing/2014/main" id="{E4BDECA6-1E06-C9D4-4670-BEFE2BE2AB9D}"/>
                </a:ext>
              </a:extLst>
            </p:cNvPr>
            <p:cNvCxnSpPr>
              <a:cxnSpLocks/>
              <a:stCxn id="51" idx="2"/>
              <a:endCxn id="21" idx="3"/>
            </p:cNvCxnSpPr>
            <p:nvPr/>
          </p:nvCxnSpPr>
          <p:spPr>
            <a:xfrm rot="5400000">
              <a:off x="8366415" y="3827780"/>
              <a:ext cx="1262598" cy="32539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5" name="موصل: على شكل مرفق 3">
              <a:extLst>
                <a:ext uri="{FF2B5EF4-FFF2-40B4-BE49-F238E27FC236}">
                  <a16:creationId xmlns:a16="http://schemas.microsoft.com/office/drawing/2014/main" id="{0E534BD4-5452-E218-2DEA-FDECA2C27EDD}"/>
                </a:ext>
              </a:extLst>
            </p:cNvPr>
            <p:cNvCxnSpPr>
              <a:cxnSpLocks/>
              <a:stCxn id="51" idx="2"/>
              <a:endCxn id="73" idx="3"/>
            </p:cNvCxnSpPr>
            <p:nvPr/>
          </p:nvCxnSpPr>
          <p:spPr>
            <a:xfrm rot="5400000">
              <a:off x="7597489" y="4595780"/>
              <a:ext cx="2799525" cy="32632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00" name="مستطيل 99">
              <a:extLst>
                <a:ext uri="{FF2B5EF4-FFF2-40B4-BE49-F238E27FC236}">
                  <a16:creationId xmlns:a16="http://schemas.microsoft.com/office/drawing/2014/main" id="{A6ACE464-21DE-98A1-FBD3-FBA756B6CC23}"/>
                </a:ext>
              </a:extLst>
            </p:cNvPr>
            <p:cNvSpPr/>
            <p:nvPr/>
          </p:nvSpPr>
          <p:spPr>
            <a:xfrm>
              <a:off x="4574815" y="276873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التسوية</a:t>
              </a:r>
            </a:p>
          </p:txBody>
        </p:sp>
        <p:sp>
          <p:nvSpPr>
            <p:cNvPr id="108" name="مستطيل 107">
              <a:extLst>
                <a:ext uri="{FF2B5EF4-FFF2-40B4-BE49-F238E27FC236}">
                  <a16:creationId xmlns:a16="http://schemas.microsoft.com/office/drawing/2014/main" id="{20668953-8EA5-68D7-2A5B-E0927A264C9B}"/>
                </a:ext>
              </a:extLst>
            </p:cNvPr>
            <p:cNvSpPr/>
            <p:nvPr/>
          </p:nvSpPr>
          <p:spPr>
            <a:xfrm>
              <a:off x="6269786" y="5136016"/>
              <a:ext cx="765760" cy="72622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a:t>
              </a: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الشؤون المالية</a:t>
              </a: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09" name="موصل: على شكل مرفق 44">
              <a:extLst>
                <a:ext uri="{FF2B5EF4-FFF2-40B4-BE49-F238E27FC236}">
                  <a16:creationId xmlns:a16="http://schemas.microsoft.com/office/drawing/2014/main" id="{F8783B6F-5966-ECF2-E003-262D3B3DE9F1}"/>
                </a:ext>
              </a:extLst>
            </p:cNvPr>
            <p:cNvCxnSpPr>
              <a:cxnSpLocks/>
              <a:stCxn id="6" idx="2"/>
              <a:endCxn id="108" idx="3"/>
            </p:cNvCxnSpPr>
            <p:nvPr/>
          </p:nvCxnSpPr>
          <p:spPr>
            <a:xfrm rot="5400000">
              <a:off x="5989943" y="4353247"/>
              <a:ext cx="2191487" cy="10027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2" name="موصل: على شكل مرفق 29">
              <a:extLst>
                <a:ext uri="{FF2B5EF4-FFF2-40B4-BE49-F238E27FC236}">
                  <a16:creationId xmlns:a16="http://schemas.microsoft.com/office/drawing/2014/main" id="{2B368298-54FD-6095-DC37-5148441F6F6F}"/>
                </a:ext>
              </a:extLst>
            </p:cNvPr>
            <p:cNvCxnSpPr>
              <a:cxnSpLocks/>
              <a:endCxn id="100" idx="0"/>
            </p:cNvCxnSpPr>
            <p:nvPr/>
          </p:nvCxnSpPr>
          <p:spPr>
            <a:xfrm rot="5400000">
              <a:off x="4936455" y="1609186"/>
              <a:ext cx="1409909" cy="909187"/>
            </a:xfrm>
            <a:prstGeom prst="bentConnector3">
              <a:avLst>
                <a:gd name="adj1" fmla="val 23653"/>
              </a:avLst>
            </a:prstGeom>
            <a:ln w="19050">
              <a:tailEnd type="triangle"/>
            </a:ln>
          </p:spPr>
          <p:style>
            <a:lnRef idx="1">
              <a:schemeClr val="dk1"/>
            </a:lnRef>
            <a:fillRef idx="0">
              <a:schemeClr val="dk1"/>
            </a:fillRef>
            <a:effectRef idx="0">
              <a:schemeClr val="dk1"/>
            </a:effectRef>
            <a:fontRef idx="minor">
              <a:schemeClr val="tx1"/>
            </a:fontRef>
          </p:style>
        </p:cxnSp>
        <p:sp>
          <p:nvSpPr>
            <p:cNvPr id="127" name="مستطيل 126">
              <a:extLst>
                <a:ext uri="{FF2B5EF4-FFF2-40B4-BE49-F238E27FC236}">
                  <a16:creationId xmlns:a16="http://schemas.microsoft.com/office/drawing/2014/main" id="{A011A1EB-6BDD-7134-3BAC-6E9089F70C8F}"/>
                </a:ext>
              </a:extLst>
            </p:cNvPr>
            <p:cNvSpPr/>
            <p:nvPr/>
          </p:nvSpPr>
          <p:spPr>
            <a:xfrm>
              <a:off x="4281526" y="3550290"/>
              <a:ext cx="79658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تدقيق </a:t>
              </a: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الضبوط</a:t>
              </a: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128" name="مستطيل 127">
              <a:extLst>
                <a:ext uri="{FF2B5EF4-FFF2-40B4-BE49-F238E27FC236}">
                  <a16:creationId xmlns:a16="http://schemas.microsoft.com/office/drawing/2014/main" id="{02C67C9A-A042-A612-E560-38AE31DFD870}"/>
                </a:ext>
              </a:extLst>
            </p:cNvPr>
            <p:cNvSpPr/>
            <p:nvPr/>
          </p:nvSpPr>
          <p:spPr>
            <a:xfrm>
              <a:off x="4283116" y="4236730"/>
              <a:ext cx="796583" cy="74340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تدقيق المصورات الافرازية</a:t>
              </a:r>
            </a:p>
            <a:p>
              <a:pPr algn="ct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29" name="موصل: على شكل مرفق 29">
              <a:extLst>
                <a:ext uri="{FF2B5EF4-FFF2-40B4-BE49-F238E27FC236}">
                  <a16:creationId xmlns:a16="http://schemas.microsoft.com/office/drawing/2014/main" id="{FDE484C0-0532-2432-316B-7854DA9CA9E7}"/>
                </a:ext>
              </a:extLst>
            </p:cNvPr>
            <p:cNvCxnSpPr>
              <a:cxnSpLocks/>
              <a:stCxn id="100" idx="2"/>
              <a:endCxn id="127" idx="3"/>
            </p:cNvCxnSpPr>
            <p:nvPr/>
          </p:nvCxnSpPr>
          <p:spPr>
            <a:xfrm rot="5400000">
              <a:off x="4858938" y="3527905"/>
              <a:ext cx="547048" cy="1087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34" name="موصل: على شكل مرفق 29">
              <a:extLst>
                <a:ext uri="{FF2B5EF4-FFF2-40B4-BE49-F238E27FC236}">
                  <a16:creationId xmlns:a16="http://schemas.microsoft.com/office/drawing/2014/main" id="{FF8461B2-36BF-251B-B075-7651AE0CF180}"/>
                </a:ext>
              </a:extLst>
            </p:cNvPr>
            <p:cNvCxnSpPr>
              <a:cxnSpLocks/>
              <a:stCxn id="100" idx="2"/>
              <a:endCxn id="128" idx="3"/>
            </p:cNvCxnSpPr>
            <p:nvPr/>
          </p:nvCxnSpPr>
          <p:spPr>
            <a:xfrm rot="5400000">
              <a:off x="4483407" y="3905026"/>
              <a:ext cx="1299701" cy="10711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39" name="مستطيل 138">
              <a:extLst>
                <a:ext uri="{FF2B5EF4-FFF2-40B4-BE49-F238E27FC236}">
                  <a16:creationId xmlns:a16="http://schemas.microsoft.com/office/drawing/2014/main" id="{39994A6E-91C7-818D-EF29-08FE95857693}"/>
                </a:ext>
              </a:extLst>
            </p:cNvPr>
            <p:cNvSpPr/>
            <p:nvPr/>
          </p:nvSpPr>
          <p:spPr>
            <a:xfrm>
              <a:off x="4281420" y="5055595"/>
              <a:ext cx="79658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a:t>
              </a: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ديوان التسوية</a:t>
              </a: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40" name="موصل: على شكل مرفق 29">
              <a:extLst>
                <a:ext uri="{FF2B5EF4-FFF2-40B4-BE49-F238E27FC236}">
                  <a16:creationId xmlns:a16="http://schemas.microsoft.com/office/drawing/2014/main" id="{C7F5E33B-0C58-5172-84DC-D7DD6478FAC6}"/>
                </a:ext>
              </a:extLst>
            </p:cNvPr>
            <p:cNvCxnSpPr>
              <a:cxnSpLocks/>
              <a:stCxn id="100" idx="2"/>
              <a:endCxn id="139" idx="3"/>
            </p:cNvCxnSpPr>
            <p:nvPr/>
          </p:nvCxnSpPr>
          <p:spPr>
            <a:xfrm rot="5400000">
              <a:off x="4106233" y="4280504"/>
              <a:ext cx="2052353" cy="1088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67" name="مستطيل 166">
              <a:extLst>
                <a:ext uri="{FF2B5EF4-FFF2-40B4-BE49-F238E27FC236}">
                  <a16:creationId xmlns:a16="http://schemas.microsoft.com/office/drawing/2014/main" id="{839D753A-CD85-FB89-2924-1222BF6B28B1}"/>
                </a:ext>
              </a:extLst>
            </p:cNvPr>
            <p:cNvSpPr/>
            <p:nvPr/>
          </p:nvSpPr>
          <p:spPr>
            <a:xfrm>
              <a:off x="561357" y="272587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الخدمات الفرعية ١٨</a:t>
              </a:r>
            </a:p>
          </p:txBody>
        </p:sp>
        <p:sp>
          <p:nvSpPr>
            <p:cNvPr id="169" name="مستطيل 168">
              <a:extLst>
                <a:ext uri="{FF2B5EF4-FFF2-40B4-BE49-F238E27FC236}">
                  <a16:creationId xmlns:a16="http://schemas.microsoft.com/office/drawing/2014/main" id="{BBB83F5E-D2FD-50AC-1CFB-197EC00DA780}"/>
                </a:ext>
              </a:extLst>
            </p:cNvPr>
            <p:cNvSpPr/>
            <p:nvPr/>
          </p:nvSpPr>
          <p:spPr>
            <a:xfrm>
              <a:off x="291863" y="3381533"/>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a:t>
              </a: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رقابة البناء</a:t>
              </a: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170" name="مستطيل 169">
              <a:extLst>
                <a:ext uri="{FF2B5EF4-FFF2-40B4-BE49-F238E27FC236}">
                  <a16:creationId xmlns:a16="http://schemas.microsoft.com/office/drawing/2014/main" id="{5B2492D4-5D97-F3BE-F5E4-D7880D1BE815}"/>
                </a:ext>
              </a:extLst>
            </p:cNvPr>
            <p:cNvSpPr/>
            <p:nvPr/>
          </p:nvSpPr>
          <p:spPr>
            <a:xfrm>
              <a:off x="296150" y="4073630"/>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رقابة الخدمات </a:t>
              </a:r>
            </a:p>
          </p:txBody>
        </p:sp>
        <p:cxnSp>
          <p:nvCxnSpPr>
            <p:cNvPr id="171" name="موصل: على شكل مرفق 38">
              <a:extLst>
                <a:ext uri="{FF2B5EF4-FFF2-40B4-BE49-F238E27FC236}">
                  <a16:creationId xmlns:a16="http://schemas.microsoft.com/office/drawing/2014/main" id="{E7DF0954-8A8D-6697-4CBA-459572C59CA7}"/>
                </a:ext>
              </a:extLst>
            </p:cNvPr>
            <p:cNvCxnSpPr>
              <a:cxnSpLocks/>
            </p:cNvCxnSpPr>
            <p:nvPr/>
          </p:nvCxnSpPr>
          <p:spPr>
            <a:xfrm rot="5400000">
              <a:off x="2594955" y="-775174"/>
              <a:ext cx="2079448" cy="49226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92" name="مستطيل 191">
              <a:extLst>
                <a:ext uri="{FF2B5EF4-FFF2-40B4-BE49-F238E27FC236}">
                  <a16:creationId xmlns:a16="http://schemas.microsoft.com/office/drawing/2014/main" id="{5DE0B170-E794-D5FC-F152-42F669A1DCE3}"/>
                </a:ext>
              </a:extLst>
            </p:cNvPr>
            <p:cNvSpPr/>
            <p:nvPr/>
          </p:nvSpPr>
          <p:spPr>
            <a:xfrm>
              <a:off x="2343755" y="4902856"/>
              <a:ext cx="765298" cy="74340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الدراسات والتخطيط</a:t>
              </a:r>
            </a:p>
            <a:p>
              <a:pPr algn="ctr"/>
              <a:endPar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194" name="مستطيل 193">
              <a:extLst>
                <a:ext uri="{FF2B5EF4-FFF2-40B4-BE49-F238E27FC236}">
                  <a16:creationId xmlns:a16="http://schemas.microsoft.com/office/drawing/2014/main" id="{E2FB92EC-0311-47F7-094D-2D3D808BC4B8}"/>
                </a:ext>
              </a:extLst>
            </p:cNvPr>
            <p:cNvSpPr/>
            <p:nvPr/>
          </p:nvSpPr>
          <p:spPr>
            <a:xfrm>
              <a:off x="305593" y="4751531"/>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الشؤون الادارية</a:t>
              </a:r>
            </a:p>
          </p:txBody>
        </p:sp>
        <p:cxnSp>
          <p:nvCxnSpPr>
            <p:cNvPr id="195" name="موصل: على شكل مرفق 29">
              <a:extLst>
                <a:ext uri="{FF2B5EF4-FFF2-40B4-BE49-F238E27FC236}">
                  <a16:creationId xmlns:a16="http://schemas.microsoft.com/office/drawing/2014/main" id="{CBB80AD4-8BEE-D73C-B070-85E379C53F10}"/>
                </a:ext>
              </a:extLst>
            </p:cNvPr>
            <p:cNvCxnSpPr>
              <a:cxnSpLocks/>
              <a:stCxn id="167" idx="2"/>
              <a:endCxn id="169" idx="3"/>
            </p:cNvCxnSpPr>
            <p:nvPr/>
          </p:nvCxnSpPr>
          <p:spPr>
            <a:xfrm rot="5400000">
              <a:off x="902834" y="3420660"/>
              <a:ext cx="425312" cy="11573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6" name="موصل: على شكل مرفق 29">
              <a:extLst>
                <a:ext uri="{FF2B5EF4-FFF2-40B4-BE49-F238E27FC236}">
                  <a16:creationId xmlns:a16="http://schemas.microsoft.com/office/drawing/2014/main" id="{6AD51D37-78AF-524C-9D01-2A5E7F73C232}"/>
                </a:ext>
              </a:extLst>
            </p:cNvPr>
            <p:cNvCxnSpPr>
              <a:cxnSpLocks/>
              <a:stCxn id="167" idx="2"/>
              <a:endCxn id="170" idx="3"/>
            </p:cNvCxnSpPr>
            <p:nvPr/>
          </p:nvCxnSpPr>
          <p:spPr>
            <a:xfrm rot="5400000">
              <a:off x="558930" y="3768852"/>
              <a:ext cx="1117409" cy="11144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7" name="موصل: على شكل مرفق 29">
              <a:extLst>
                <a:ext uri="{FF2B5EF4-FFF2-40B4-BE49-F238E27FC236}">
                  <a16:creationId xmlns:a16="http://schemas.microsoft.com/office/drawing/2014/main" id="{656A35CB-57DC-8C3F-229F-4624C0776706}"/>
                </a:ext>
              </a:extLst>
            </p:cNvPr>
            <p:cNvCxnSpPr>
              <a:cxnSpLocks/>
              <a:stCxn id="167" idx="2"/>
              <a:endCxn id="194" idx="3"/>
            </p:cNvCxnSpPr>
            <p:nvPr/>
          </p:nvCxnSpPr>
          <p:spPr>
            <a:xfrm rot="5400000">
              <a:off x="224700" y="4112524"/>
              <a:ext cx="1795310" cy="10200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09" name="مستطيل 208">
              <a:extLst>
                <a:ext uri="{FF2B5EF4-FFF2-40B4-BE49-F238E27FC236}">
                  <a16:creationId xmlns:a16="http://schemas.microsoft.com/office/drawing/2014/main" id="{3FBB4A85-9D4F-6037-67FE-815588A03675}"/>
                </a:ext>
              </a:extLst>
            </p:cNvPr>
            <p:cNvSpPr/>
            <p:nvPr/>
          </p:nvSpPr>
          <p:spPr>
            <a:xfrm>
              <a:off x="4916094" y="1225635"/>
              <a:ext cx="992932" cy="36933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مدير المكتب</a:t>
              </a:r>
            </a:p>
          </p:txBody>
        </p:sp>
        <p:cxnSp>
          <p:nvCxnSpPr>
            <p:cNvPr id="210" name="موصل: على شكل مرفق 29">
              <a:extLst>
                <a:ext uri="{FF2B5EF4-FFF2-40B4-BE49-F238E27FC236}">
                  <a16:creationId xmlns:a16="http://schemas.microsoft.com/office/drawing/2014/main" id="{5FAD47C5-EC66-6353-CB96-50B5D2395C21}"/>
                </a:ext>
              </a:extLst>
            </p:cNvPr>
            <p:cNvCxnSpPr>
              <a:cxnSpLocks/>
              <a:stCxn id="199" idx="2"/>
              <a:endCxn id="209" idx="3"/>
            </p:cNvCxnSpPr>
            <p:nvPr/>
          </p:nvCxnSpPr>
          <p:spPr>
            <a:xfrm rot="5400000">
              <a:off x="5620574" y="934875"/>
              <a:ext cx="763878" cy="18697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1" name="موصل: على شكل مرفق 29">
              <a:extLst>
                <a:ext uri="{FF2B5EF4-FFF2-40B4-BE49-F238E27FC236}">
                  <a16:creationId xmlns:a16="http://schemas.microsoft.com/office/drawing/2014/main" id="{220C1C90-55ED-610C-8E18-9A2912161607}"/>
                </a:ext>
              </a:extLst>
            </p:cNvPr>
            <p:cNvCxnSpPr>
              <a:cxnSpLocks/>
              <a:stCxn id="32" idx="2"/>
              <a:endCxn id="192" idx="3"/>
            </p:cNvCxnSpPr>
            <p:nvPr/>
          </p:nvCxnSpPr>
          <p:spPr>
            <a:xfrm rot="5400000">
              <a:off x="2176332" y="4211541"/>
              <a:ext cx="1995741" cy="13029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grpSp>
      <p:sp>
        <p:nvSpPr>
          <p:cNvPr id="2" name="Date Placeholder 1">
            <a:extLst>
              <a:ext uri="{FF2B5EF4-FFF2-40B4-BE49-F238E27FC236}">
                <a16:creationId xmlns:a16="http://schemas.microsoft.com/office/drawing/2014/main" id="{85FD783E-EF76-A31D-5441-008B55D773D7}"/>
              </a:ext>
            </a:extLst>
          </p:cNvPr>
          <p:cNvSpPr>
            <a:spLocks noGrp="1"/>
          </p:cNvSpPr>
          <p:nvPr>
            <p:ph type="dt" sz="half" idx="10"/>
          </p:nvPr>
        </p:nvSpPr>
        <p:spPr/>
        <p:txBody>
          <a:bodyPr/>
          <a:lstStyle/>
          <a:p>
            <a:fld id="{5AC6B530-BC07-4071-B89A-CBD0BABE5FF5}"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EFE6774A-EAB5-1430-C358-5A748AB1B7BA}"/>
              </a:ext>
            </a:extLst>
          </p:cNvPr>
          <p:cNvSpPr>
            <a:spLocks noGrp="1"/>
          </p:cNvSpPr>
          <p:nvPr>
            <p:ph type="ftr" sz="quarter" idx="11"/>
          </p:nvPr>
        </p:nvSpPr>
        <p:spPr/>
        <p:txBody>
          <a:bodyPr/>
          <a:lstStyle/>
          <a:p>
            <a:r>
              <a:rPr lang="ar-SY"/>
              <a:t>التعريف العام بمحافظة دمشق</a:t>
            </a:r>
          </a:p>
        </p:txBody>
      </p:sp>
      <p:sp>
        <p:nvSpPr>
          <p:cNvPr id="5" name="Slide Number Placeholder 4">
            <a:extLst>
              <a:ext uri="{FF2B5EF4-FFF2-40B4-BE49-F238E27FC236}">
                <a16:creationId xmlns:a16="http://schemas.microsoft.com/office/drawing/2014/main" id="{AF6ED668-BD47-2193-7547-FCF47340B1A9}"/>
              </a:ext>
            </a:extLst>
          </p:cNvPr>
          <p:cNvSpPr>
            <a:spLocks noGrp="1"/>
          </p:cNvSpPr>
          <p:nvPr>
            <p:ph type="sldNum" sz="quarter" idx="12"/>
          </p:nvPr>
        </p:nvSpPr>
        <p:spPr/>
        <p:txBody>
          <a:bodyPr/>
          <a:lstStyle/>
          <a:p>
            <a:fld id="{065EBCF0-071A-41B4-9C48-9ADF70E893B6}" type="slidenum">
              <a:rPr lang="ar-SY" smtClean="0"/>
              <a:pPr/>
              <a:t>8</a:t>
            </a:fld>
            <a:endParaRPr lang="ar-SY" dirty="0"/>
          </a:p>
        </p:txBody>
      </p:sp>
    </p:spTree>
    <p:extLst>
      <p:ext uri="{BB962C8B-B14F-4D97-AF65-F5344CB8AC3E}">
        <p14:creationId xmlns:p14="http://schemas.microsoft.com/office/powerpoint/2010/main" val="4213418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C2069A-5952-92F4-08C3-F188CBE70A89}"/>
              </a:ext>
            </a:extLst>
          </p:cNvPr>
          <p:cNvSpPr>
            <a:spLocks noGrp="1"/>
          </p:cNvSpPr>
          <p:nvPr>
            <p:ph type="title"/>
          </p:nvPr>
        </p:nvSpPr>
        <p:spPr/>
        <p:txBody>
          <a:bodyPr/>
          <a:lstStyle/>
          <a:p>
            <a:r>
              <a:rPr lang="ar-SY" dirty="0"/>
              <a:t>مديرية النظافة</a:t>
            </a:r>
          </a:p>
        </p:txBody>
      </p:sp>
      <p:sp>
        <p:nvSpPr>
          <p:cNvPr id="6" name="Content Placeholder 5">
            <a:extLst>
              <a:ext uri="{FF2B5EF4-FFF2-40B4-BE49-F238E27FC236}">
                <a16:creationId xmlns:a16="http://schemas.microsoft.com/office/drawing/2014/main" id="{0B18BC49-EDFD-33B1-054E-CCE0BD2DA975}"/>
              </a:ext>
            </a:extLst>
          </p:cNvPr>
          <p:cNvSpPr>
            <a:spLocks noGrp="1"/>
          </p:cNvSpPr>
          <p:nvPr>
            <p:ph idx="1"/>
          </p:nvPr>
        </p:nvSpPr>
        <p:spPr/>
        <p:txBody>
          <a:bodyPr/>
          <a:lstStyle/>
          <a:p>
            <a:pPr marL="0" indent="0">
              <a:lnSpc>
                <a:spcPct val="150000"/>
              </a:lnSpc>
              <a:buNone/>
            </a:pPr>
            <a:r>
              <a:rPr lang="ar-SY" dirty="0"/>
              <a:t>هي الجهة المختصة بالقيام بأعمال جمع وتنظيف ونقل وترحيل النفايات من كافة مناطق وأحياء وشوارع مدينة دمشق، وتنظيف الشوارع آليًا ويدويًا، ومعالجة شكاوى المواطنين وضبط مخالفات النظافة، بما يضمن الحفاظ على الصحة العامة والمظهر الحضاري للمدينة.</a:t>
            </a:r>
          </a:p>
        </p:txBody>
      </p:sp>
      <p:sp>
        <p:nvSpPr>
          <p:cNvPr id="2" name="Date Placeholder 1">
            <a:extLst>
              <a:ext uri="{FF2B5EF4-FFF2-40B4-BE49-F238E27FC236}">
                <a16:creationId xmlns:a16="http://schemas.microsoft.com/office/drawing/2014/main" id="{7D9C5FF9-DF8E-780E-1798-EF5BEB9435B7}"/>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23917FF1-243C-0488-7ECA-CDD135CF8834}"/>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DA25999B-FC38-C917-E0B2-3D081FA6B648}"/>
              </a:ext>
            </a:extLst>
          </p:cNvPr>
          <p:cNvSpPr>
            <a:spLocks noGrp="1"/>
          </p:cNvSpPr>
          <p:nvPr>
            <p:ph type="sldNum" sz="quarter" idx="12"/>
          </p:nvPr>
        </p:nvSpPr>
        <p:spPr/>
        <p:txBody>
          <a:bodyPr/>
          <a:lstStyle/>
          <a:p>
            <a:fld id="{065EBCF0-071A-41B4-9C48-9ADF70E893B6}" type="slidenum">
              <a:rPr lang="ar-SY" smtClean="0"/>
              <a:pPr/>
              <a:t>9</a:t>
            </a:fld>
            <a:endParaRPr lang="ar-SY" dirty="0"/>
          </a:p>
        </p:txBody>
      </p:sp>
    </p:spTree>
    <p:extLst>
      <p:ext uri="{BB962C8B-B14F-4D97-AF65-F5344CB8AC3E}">
        <p14:creationId xmlns:p14="http://schemas.microsoft.com/office/powerpoint/2010/main" val="1004269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رسم تخطيطي 5">
            <a:extLst>
              <a:ext uri="{FF2B5EF4-FFF2-40B4-BE49-F238E27FC236}">
                <a16:creationId xmlns:a16="http://schemas.microsoft.com/office/drawing/2014/main" id="{F2D070EF-D597-1123-1EE7-CD78B53AFFDB}"/>
              </a:ext>
            </a:extLst>
          </p:cNvPr>
          <p:cNvGraphicFramePr/>
          <p:nvPr/>
        </p:nvGraphicFramePr>
        <p:xfrm>
          <a:off x="140677" y="0"/>
          <a:ext cx="11907297"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Date Placeholder 1">
            <a:extLst>
              <a:ext uri="{FF2B5EF4-FFF2-40B4-BE49-F238E27FC236}">
                <a16:creationId xmlns:a16="http://schemas.microsoft.com/office/drawing/2014/main" id="{30F03E52-3DF8-26F0-EC84-9AA380B3C2C1}"/>
              </a:ext>
            </a:extLst>
          </p:cNvPr>
          <p:cNvSpPr>
            <a:spLocks noGrp="1"/>
          </p:cNvSpPr>
          <p:nvPr>
            <p:ph type="dt" sz="half" idx="10"/>
          </p:nvPr>
        </p:nvSpPr>
        <p:spPr/>
        <p:txBody>
          <a:bodyPr/>
          <a:lstStyle/>
          <a:p>
            <a:fld id="{AF78B57C-E5ED-4A59-B62A-0E754AAACD60}"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ECBBA9C1-AFBA-C7CA-BB63-0C02499EF266}"/>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3F8995FD-4AF3-D8AA-EE1C-B9CBADF7D2C2}"/>
              </a:ext>
            </a:extLst>
          </p:cNvPr>
          <p:cNvSpPr>
            <a:spLocks noGrp="1"/>
          </p:cNvSpPr>
          <p:nvPr>
            <p:ph type="sldNum" sz="quarter" idx="12"/>
          </p:nvPr>
        </p:nvSpPr>
        <p:spPr/>
        <p:txBody>
          <a:bodyPr/>
          <a:lstStyle/>
          <a:p>
            <a:fld id="{065EBCF0-071A-41B4-9C48-9ADF70E893B6}" type="slidenum">
              <a:rPr lang="ar-SY" smtClean="0"/>
              <a:pPr/>
              <a:t>10</a:t>
            </a:fld>
            <a:endParaRPr lang="ar-SY" dirty="0"/>
          </a:p>
        </p:txBody>
      </p:sp>
    </p:spTree>
    <p:extLst>
      <p:ext uri="{BB962C8B-B14F-4D97-AF65-F5344CB8AC3E}">
        <p14:creationId xmlns:p14="http://schemas.microsoft.com/office/powerpoint/2010/main" val="1720985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D5AB37-A6A8-8C8C-BF61-F552A8BD13FB}"/>
              </a:ext>
            </a:extLst>
          </p:cNvPr>
          <p:cNvSpPr>
            <a:spLocks noGrp="1"/>
          </p:cNvSpPr>
          <p:nvPr>
            <p:ph type="title"/>
          </p:nvPr>
        </p:nvSpPr>
        <p:spPr/>
        <p:txBody>
          <a:bodyPr/>
          <a:lstStyle/>
          <a:p>
            <a:r>
              <a:rPr lang="ar-SY" dirty="0"/>
              <a:t>مديرية معالجة النفايات الصلبة</a:t>
            </a:r>
          </a:p>
        </p:txBody>
      </p:sp>
      <p:sp>
        <p:nvSpPr>
          <p:cNvPr id="6" name="Content Placeholder 5">
            <a:extLst>
              <a:ext uri="{FF2B5EF4-FFF2-40B4-BE49-F238E27FC236}">
                <a16:creationId xmlns:a16="http://schemas.microsoft.com/office/drawing/2014/main" id="{5C1725AA-F909-F8E1-9E29-85A1F28A98E3}"/>
              </a:ext>
            </a:extLst>
          </p:cNvPr>
          <p:cNvSpPr>
            <a:spLocks noGrp="1"/>
          </p:cNvSpPr>
          <p:nvPr>
            <p:ph idx="1"/>
          </p:nvPr>
        </p:nvSpPr>
        <p:spPr>
          <a:xfrm>
            <a:off x="838200" y="2005012"/>
            <a:ext cx="10515600" cy="4351338"/>
          </a:xfrm>
        </p:spPr>
        <p:txBody>
          <a:bodyPr/>
          <a:lstStyle/>
          <a:p>
            <a:pPr marL="0" indent="0">
              <a:buNone/>
            </a:pPr>
            <a:r>
              <a:rPr lang="ar-SY" dirty="0"/>
              <a:t>هي الجهة المسؤولة عن </a:t>
            </a:r>
            <a:r>
              <a:rPr lang="ar-SA" dirty="0">
                <a:latin typeface="Simplified Arabic" panose="02020603050405020304" pitchFamily="18" charset="-78"/>
                <a:cs typeface="Simplified Arabic" panose="02020603050405020304" pitchFamily="18" charset="-78"/>
              </a:rPr>
              <a:t>معالجة كافة أنواع النفايات الصلبة ضمن مركز المعالجة القائم بمنطقة </a:t>
            </a:r>
            <a:r>
              <a:rPr lang="ar-SA" dirty="0" err="1">
                <a:latin typeface="Simplified Arabic" panose="02020603050405020304" pitchFamily="18" charset="-78"/>
                <a:cs typeface="Simplified Arabic" panose="02020603050405020304" pitchFamily="18" charset="-78"/>
              </a:rPr>
              <a:t>الغزلانية</a:t>
            </a:r>
            <a:r>
              <a:rPr lang="ar-SA" dirty="0">
                <a:latin typeface="Simplified Arabic" panose="02020603050405020304" pitchFamily="18" charset="-78"/>
                <a:cs typeface="Simplified Arabic" panose="02020603050405020304" pitchFamily="18" charset="-78"/>
              </a:rPr>
              <a:t> - دير الحجر </a:t>
            </a:r>
            <a:endParaRPr lang="en-US" dirty="0">
              <a:latin typeface="Simplified Arabic" panose="02020603050405020304" pitchFamily="18" charset="-78"/>
              <a:cs typeface="Simplified Arabic" panose="02020603050405020304" pitchFamily="18" charset="-78"/>
            </a:endParaRPr>
          </a:p>
          <a:p>
            <a:pPr marL="0" indent="0">
              <a:buNone/>
            </a:pPr>
            <a:endParaRPr lang="ar-SY" dirty="0"/>
          </a:p>
        </p:txBody>
      </p:sp>
      <p:sp>
        <p:nvSpPr>
          <p:cNvPr id="2" name="Date Placeholder 1">
            <a:extLst>
              <a:ext uri="{FF2B5EF4-FFF2-40B4-BE49-F238E27FC236}">
                <a16:creationId xmlns:a16="http://schemas.microsoft.com/office/drawing/2014/main" id="{AB9D3B14-D330-7206-A31E-7FC92277103A}"/>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55DA46B5-6E8A-120D-AFB9-5BCEF527DAA4}"/>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0B33880F-DC9C-74F6-56F4-EA96A15925DC}"/>
              </a:ext>
            </a:extLst>
          </p:cNvPr>
          <p:cNvSpPr>
            <a:spLocks noGrp="1"/>
          </p:cNvSpPr>
          <p:nvPr>
            <p:ph type="sldNum" sz="quarter" idx="12"/>
          </p:nvPr>
        </p:nvSpPr>
        <p:spPr/>
        <p:txBody>
          <a:bodyPr/>
          <a:lstStyle/>
          <a:p>
            <a:fld id="{065EBCF0-071A-41B4-9C48-9ADF70E893B6}" type="slidenum">
              <a:rPr lang="ar-SY" smtClean="0"/>
              <a:pPr/>
              <a:t>11</a:t>
            </a:fld>
            <a:endParaRPr lang="ar-SY" dirty="0"/>
          </a:p>
        </p:txBody>
      </p:sp>
    </p:spTree>
    <p:extLst>
      <p:ext uri="{BB962C8B-B14F-4D97-AF65-F5344CB8AC3E}">
        <p14:creationId xmlns:p14="http://schemas.microsoft.com/office/powerpoint/2010/main" val="1319692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رسم تخطيطي 5">
            <a:extLst>
              <a:ext uri="{FF2B5EF4-FFF2-40B4-BE49-F238E27FC236}">
                <a16:creationId xmlns:a16="http://schemas.microsoft.com/office/drawing/2014/main" id="{F2D070EF-D597-1123-1EE7-CD78B53AFFDB}"/>
              </a:ext>
            </a:extLst>
          </p:cNvPr>
          <p:cNvGraphicFramePr/>
          <p:nvPr/>
        </p:nvGraphicFramePr>
        <p:xfrm>
          <a:off x="823965" y="331596"/>
          <a:ext cx="10902461" cy="579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a:extLst>
              <a:ext uri="{FF2B5EF4-FFF2-40B4-BE49-F238E27FC236}">
                <a16:creationId xmlns:a16="http://schemas.microsoft.com/office/drawing/2014/main" id="{F9E4FCD0-65AE-477E-49C0-52EBCAA144F7}"/>
              </a:ext>
            </a:extLst>
          </p:cNvPr>
          <p:cNvSpPr>
            <a:spLocks noGrp="1"/>
          </p:cNvSpPr>
          <p:nvPr>
            <p:ph type="dt" sz="half" idx="10"/>
          </p:nvPr>
        </p:nvSpPr>
        <p:spPr/>
        <p:txBody>
          <a:bodyPr/>
          <a:lstStyle/>
          <a:p>
            <a:fld id="{E677E3A4-26AD-4271-92F2-8AE87B51A45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64836E44-411F-E395-0972-833A40B27E1D}"/>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44C77835-6C69-633B-A641-B4AC54F2F0FE}"/>
              </a:ext>
            </a:extLst>
          </p:cNvPr>
          <p:cNvSpPr>
            <a:spLocks noGrp="1"/>
          </p:cNvSpPr>
          <p:nvPr>
            <p:ph type="sldNum" sz="quarter" idx="12"/>
          </p:nvPr>
        </p:nvSpPr>
        <p:spPr/>
        <p:txBody>
          <a:bodyPr/>
          <a:lstStyle/>
          <a:p>
            <a:fld id="{065EBCF0-071A-41B4-9C48-9ADF70E893B6}" type="slidenum">
              <a:rPr lang="ar-SY" smtClean="0"/>
              <a:pPr/>
              <a:t>12</a:t>
            </a:fld>
            <a:endParaRPr lang="ar-SY" dirty="0"/>
          </a:p>
        </p:txBody>
      </p:sp>
    </p:spTree>
    <p:extLst>
      <p:ext uri="{BB962C8B-B14F-4D97-AF65-F5344CB8AC3E}">
        <p14:creationId xmlns:p14="http://schemas.microsoft.com/office/powerpoint/2010/main" val="168016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995039-10B3-42A3-A84C-061B45885A03}"/>
              </a:ext>
            </a:extLst>
          </p:cNvPr>
          <p:cNvSpPr>
            <a:spLocks noGrp="1"/>
          </p:cNvSpPr>
          <p:nvPr>
            <p:ph type="title"/>
          </p:nvPr>
        </p:nvSpPr>
        <p:spPr/>
        <p:txBody>
          <a:bodyPr/>
          <a:lstStyle/>
          <a:p>
            <a:r>
              <a:rPr lang="ar-SY" dirty="0"/>
              <a:t>مديرية الحدائق</a:t>
            </a:r>
          </a:p>
        </p:txBody>
      </p:sp>
      <p:sp>
        <p:nvSpPr>
          <p:cNvPr id="6" name="Content Placeholder 5">
            <a:extLst>
              <a:ext uri="{FF2B5EF4-FFF2-40B4-BE49-F238E27FC236}">
                <a16:creationId xmlns:a16="http://schemas.microsoft.com/office/drawing/2014/main" id="{8ED2EEF1-E31F-E247-0DF1-44D377AAD91E}"/>
              </a:ext>
            </a:extLst>
          </p:cNvPr>
          <p:cNvSpPr>
            <a:spLocks noGrp="1"/>
          </p:cNvSpPr>
          <p:nvPr>
            <p:ph idx="1"/>
          </p:nvPr>
        </p:nvSpPr>
        <p:spPr/>
        <p:txBody>
          <a:bodyPr>
            <a:normAutofit fontScale="77500" lnSpcReduction="20000"/>
          </a:bodyPr>
          <a:lstStyle/>
          <a:p>
            <a:r>
              <a:rPr lang="ar-SY" dirty="0"/>
              <a:t>مديرية الحدائق هي إحدى المديريات الخدمية في محافظة دمشق، تُعنى بزيادة وحماية وصيانة المساحات الخضراء والمتنزهات باعتبارها رئة المدينة ومتنفسها البيئي. تتولى المديرية تنفيذ وصيانة الحدائق العامة، والأحراش، وأشجار الشوارع والمنصفات والساحات المزروعة، وإنشاء حدائق جديدة وفق المخطط التنظيمي، باستخدام أساليب علمية وحضارية حديثة. كما تعمل على تنفيذ شبكات ري حديثة لترشيد استهلاك المياه، وتأمين مستلزمات الحدائق من نظافة وإنارة وتجهيزات خدمية، وذلك ضمن خطط زمنية ومادية مبرمجة وبالتنسيق مع المديريات المعنية، بما يسهم في تحسين البيئة الحضرية وجودة الحياة في المدينة.</a:t>
            </a:r>
          </a:p>
        </p:txBody>
      </p:sp>
      <p:sp>
        <p:nvSpPr>
          <p:cNvPr id="2" name="Date Placeholder 1">
            <a:extLst>
              <a:ext uri="{FF2B5EF4-FFF2-40B4-BE49-F238E27FC236}">
                <a16:creationId xmlns:a16="http://schemas.microsoft.com/office/drawing/2014/main" id="{8A58ABEF-8767-DB21-8A2D-F5C324A44A34}"/>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F4219329-924E-3236-CEA3-48CCAB9EFA27}"/>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A755ECBB-480C-E2E9-EB09-C5220296A484}"/>
              </a:ext>
            </a:extLst>
          </p:cNvPr>
          <p:cNvSpPr>
            <a:spLocks noGrp="1"/>
          </p:cNvSpPr>
          <p:nvPr>
            <p:ph type="sldNum" sz="quarter" idx="12"/>
          </p:nvPr>
        </p:nvSpPr>
        <p:spPr/>
        <p:txBody>
          <a:bodyPr/>
          <a:lstStyle/>
          <a:p>
            <a:fld id="{065EBCF0-071A-41B4-9C48-9ADF70E893B6}" type="slidenum">
              <a:rPr lang="ar-SY" smtClean="0"/>
              <a:pPr/>
              <a:t>13</a:t>
            </a:fld>
            <a:endParaRPr lang="ar-SY" dirty="0"/>
          </a:p>
        </p:txBody>
      </p:sp>
    </p:spTree>
    <p:extLst>
      <p:ext uri="{BB962C8B-B14F-4D97-AF65-F5344CB8AC3E}">
        <p14:creationId xmlns:p14="http://schemas.microsoft.com/office/powerpoint/2010/main" val="1607671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12">
            <a:extLst>
              <a:ext uri="{FF2B5EF4-FFF2-40B4-BE49-F238E27FC236}">
                <a16:creationId xmlns:a16="http://schemas.microsoft.com/office/drawing/2014/main" id="{0A36E464-B446-4E5A-9012-9C7E58177D1F}"/>
              </a:ext>
            </a:extLst>
          </p:cNvPr>
          <p:cNvSpPr/>
          <p:nvPr/>
        </p:nvSpPr>
        <p:spPr>
          <a:xfrm>
            <a:off x="10926787" y="221150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 </a:t>
            </a:r>
            <a:r>
              <a:rPr lang="ar-SA" sz="1200" b="1" dirty="0">
                <a:ln w="0"/>
                <a:solidFill>
                  <a:schemeClr val="tx1"/>
                </a:solidFill>
                <a:effectLst>
                  <a:outerShdw blurRad="38100" dist="38100" dir="2700000" algn="tl">
                    <a:srgbClr val="000000">
                      <a:alpha val="43137"/>
                    </a:srgbClr>
                  </a:outerShdw>
                </a:effectLst>
              </a:rPr>
              <a:t>الشؤون الفنية</a:t>
            </a:r>
            <a:endParaRPr lang="ar-SY" sz="1200" b="1" dirty="0">
              <a:ln w="0"/>
              <a:solidFill>
                <a:schemeClr val="tx1"/>
              </a:solidFill>
              <a:effectLst>
                <a:outerShdw blurRad="38100" dist="38100" dir="2700000" algn="tl">
                  <a:srgbClr val="000000">
                    <a:alpha val="43137"/>
                  </a:srgbClr>
                </a:outerShdw>
              </a:effectLst>
            </a:endParaRPr>
          </a:p>
        </p:txBody>
      </p:sp>
      <p:sp>
        <p:nvSpPr>
          <p:cNvPr id="3" name="مستطيل 16">
            <a:extLst>
              <a:ext uri="{FF2B5EF4-FFF2-40B4-BE49-F238E27FC236}">
                <a16:creationId xmlns:a16="http://schemas.microsoft.com/office/drawing/2014/main" id="{AF8FAD08-D127-4EAA-A7FF-03497DDF343A}"/>
              </a:ext>
            </a:extLst>
          </p:cNvPr>
          <p:cNvSpPr/>
          <p:nvPr/>
        </p:nvSpPr>
        <p:spPr>
          <a:xfrm>
            <a:off x="10499354" y="385760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العقود والسجلات</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4" name="موصل: على شكل مرفق 30">
            <a:extLst>
              <a:ext uri="{FF2B5EF4-FFF2-40B4-BE49-F238E27FC236}">
                <a16:creationId xmlns:a16="http://schemas.microsoft.com/office/drawing/2014/main" id="{DD7AA3BE-0F92-4AFD-B2E3-EADB67FCA56C}"/>
              </a:ext>
            </a:extLst>
          </p:cNvPr>
          <p:cNvCxnSpPr>
            <a:cxnSpLocks/>
            <a:stCxn id="2" idx="2"/>
            <a:endCxn id="27" idx="3"/>
          </p:cNvCxnSpPr>
          <p:nvPr/>
        </p:nvCxnSpPr>
        <p:spPr>
          <a:xfrm rot="5400000">
            <a:off x="10186571" y="3847486"/>
            <a:ext cx="2448197" cy="25623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50">
            <a:extLst>
              <a:ext uri="{FF2B5EF4-FFF2-40B4-BE49-F238E27FC236}">
                <a16:creationId xmlns:a16="http://schemas.microsoft.com/office/drawing/2014/main" id="{FB9444A0-4C34-4201-BFFA-468014E7765F}"/>
              </a:ext>
            </a:extLst>
          </p:cNvPr>
          <p:cNvSpPr/>
          <p:nvPr/>
        </p:nvSpPr>
        <p:spPr>
          <a:xfrm>
            <a:off x="7852263" y="2226018"/>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الاليات</a:t>
            </a:r>
            <a:endParaRPr lang="ar-SY" sz="1200" b="1" dirty="0">
              <a:ln w="0"/>
              <a:solidFill>
                <a:schemeClr val="tx1"/>
              </a:solidFill>
              <a:effectLst>
                <a:outerShdw blurRad="38100" dist="38100" dir="2700000" algn="tl">
                  <a:srgbClr val="000000">
                    <a:alpha val="43137"/>
                  </a:srgbClr>
                </a:outerShdw>
              </a:effectLst>
            </a:endParaRPr>
          </a:p>
        </p:txBody>
      </p:sp>
      <p:sp>
        <p:nvSpPr>
          <p:cNvPr id="6" name="مستطيل 198">
            <a:extLst>
              <a:ext uri="{FF2B5EF4-FFF2-40B4-BE49-F238E27FC236}">
                <a16:creationId xmlns:a16="http://schemas.microsoft.com/office/drawing/2014/main" id="{84231856-4C26-492E-B49D-96A66566A5C0}"/>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rPr>
              <a:t>مديرية الحدائق</a:t>
            </a:r>
            <a:endParaRPr lang="ar-SY" sz="1400" b="1" dirty="0">
              <a:ln w="0"/>
              <a:solidFill>
                <a:schemeClr val="tx1"/>
              </a:solidFill>
              <a:effectLst>
                <a:outerShdw blurRad="38100" dist="38100" dir="2700000" algn="tl">
                  <a:srgbClr val="000000">
                    <a:alpha val="43137"/>
                  </a:srgbClr>
                </a:outerShdw>
              </a:effectLst>
            </a:endParaRPr>
          </a:p>
        </p:txBody>
      </p:sp>
      <p:cxnSp>
        <p:nvCxnSpPr>
          <p:cNvPr id="7" name="موصل: على شكل مرفق 199">
            <a:extLst>
              <a:ext uri="{FF2B5EF4-FFF2-40B4-BE49-F238E27FC236}">
                <a16:creationId xmlns:a16="http://schemas.microsoft.com/office/drawing/2014/main" id="{AD63A5FA-4337-4DD1-AE72-10A60A7BA1C0}"/>
              </a:ext>
            </a:extLst>
          </p:cNvPr>
          <p:cNvCxnSpPr>
            <a:cxnSpLocks/>
            <a:stCxn id="6" idx="2"/>
            <a:endCxn id="2" idx="0"/>
          </p:cNvCxnSpPr>
          <p:nvPr/>
        </p:nvCxnSpPr>
        <p:spPr>
          <a:xfrm rot="16200000" flipH="1">
            <a:off x="8065705" y="-1261577"/>
            <a:ext cx="1540787" cy="540537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203">
            <a:extLst>
              <a:ext uri="{FF2B5EF4-FFF2-40B4-BE49-F238E27FC236}">
                <a16:creationId xmlns:a16="http://schemas.microsoft.com/office/drawing/2014/main" id="{96FD9BBA-3D9F-4AA6-8362-B1E57B6B14AE}"/>
              </a:ext>
            </a:extLst>
          </p:cNvPr>
          <p:cNvCxnSpPr>
            <a:cxnSpLocks/>
            <a:stCxn id="6" idx="2"/>
            <a:endCxn id="5" idx="0"/>
          </p:cNvCxnSpPr>
          <p:nvPr/>
        </p:nvCxnSpPr>
        <p:spPr>
          <a:xfrm rot="16200000" flipH="1">
            <a:off x="6556421" y="247706"/>
            <a:ext cx="1555299" cy="240132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0C56CE39-CBDE-44E5-8F84-DBB7EB8A4FD0}"/>
              </a:ext>
            </a:extLst>
          </p:cNvPr>
          <p:cNvSpPr/>
          <p:nvPr/>
        </p:nvSpPr>
        <p:spPr>
          <a:xfrm>
            <a:off x="10515629" y="2980692"/>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اللجان الفنية</a:t>
            </a:r>
          </a:p>
        </p:txBody>
      </p:sp>
      <p:cxnSp>
        <p:nvCxnSpPr>
          <p:cNvPr id="10" name="موصل: على شكل مرفق 76">
            <a:extLst>
              <a:ext uri="{FF2B5EF4-FFF2-40B4-BE49-F238E27FC236}">
                <a16:creationId xmlns:a16="http://schemas.microsoft.com/office/drawing/2014/main" id="{91E32F88-FCA2-41A8-B50F-4EE7D26EC749}"/>
              </a:ext>
            </a:extLst>
          </p:cNvPr>
          <p:cNvCxnSpPr>
            <a:cxnSpLocks/>
            <a:stCxn id="2" idx="2"/>
            <a:endCxn id="9" idx="3"/>
          </p:cNvCxnSpPr>
          <p:nvPr/>
        </p:nvCxnSpPr>
        <p:spPr>
          <a:xfrm rot="5400000">
            <a:off x="11128955" y="2889414"/>
            <a:ext cx="547740" cy="27192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1" name="مستطيل 5">
            <a:extLst>
              <a:ext uri="{FF2B5EF4-FFF2-40B4-BE49-F238E27FC236}">
                <a16:creationId xmlns:a16="http://schemas.microsoft.com/office/drawing/2014/main" id="{534AD195-4C58-4CD2-B97B-B07B40A289F8}"/>
              </a:ext>
            </a:extLst>
          </p:cNvPr>
          <p:cNvSpPr/>
          <p:nvPr/>
        </p:nvSpPr>
        <p:spPr>
          <a:xfrm>
            <a:off x="3707046" y="222164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المشاتل</a:t>
            </a:r>
            <a:endParaRPr lang="ar-SY" sz="1200" b="1" dirty="0">
              <a:ln w="0"/>
              <a:solidFill>
                <a:schemeClr val="tx1"/>
              </a:solidFill>
              <a:effectLst>
                <a:outerShdw blurRad="38100" dist="38100" dir="2700000" algn="tl">
                  <a:srgbClr val="000000">
                    <a:alpha val="43137"/>
                  </a:srgbClr>
                </a:outerShdw>
              </a:effectLst>
            </a:endParaRPr>
          </a:p>
        </p:txBody>
      </p:sp>
      <p:sp>
        <p:nvSpPr>
          <p:cNvPr id="12" name="مستطيل 9">
            <a:extLst>
              <a:ext uri="{FF2B5EF4-FFF2-40B4-BE49-F238E27FC236}">
                <a16:creationId xmlns:a16="http://schemas.microsoft.com/office/drawing/2014/main" id="{F5EA3FD6-B247-425C-AC6A-846EEE490F05}"/>
              </a:ext>
            </a:extLst>
          </p:cNvPr>
          <p:cNvSpPr/>
          <p:nvPr/>
        </p:nvSpPr>
        <p:spPr>
          <a:xfrm>
            <a:off x="7610715" y="3841872"/>
            <a:ext cx="723615"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التقليم</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3" name="موصل: على شكل مرفق 17">
            <a:extLst>
              <a:ext uri="{FF2B5EF4-FFF2-40B4-BE49-F238E27FC236}">
                <a16:creationId xmlns:a16="http://schemas.microsoft.com/office/drawing/2014/main" id="{656BF509-D1F5-4DB9-A1ED-8D7346345CC9}"/>
              </a:ext>
            </a:extLst>
          </p:cNvPr>
          <p:cNvCxnSpPr>
            <a:cxnSpLocks/>
            <a:stCxn id="5" idx="2"/>
            <a:endCxn id="12" idx="3"/>
          </p:cNvCxnSpPr>
          <p:nvPr/>
        </p:nvCxnSpPr>
        <p:spPr>
          <a:xfrm rot="5400000">
            <a:off x="7736321" y="3364026"/>
            <a:ext cx="1396420" cy="20040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4" name="مستطيل 72">
            <a:extLst>
              <a:ext uri="{FF2B5EF4-FFF2-40B4-BE49-F238E27FC236}">
                <a16:creationId xmlns:a16="http://schemas.microsoft.com/office/drawing/2014/main" id="{695042C0-59E0-4DF8-A847-2FD88B968A67}"/>
              </a:ext>
            </a:extLst>
          </p:cNvPr>
          <p:cNvSpPr/>
          <p:nvPr/>
        </p:nvSpPr>
        <p:spPr>
          <a:xfrm>
            <a:off x="7562431" y="2986961"/>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الحركة</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5" name="موصل: على شكل مرفق 93">
            <a:extLst>
              <a:ext uri="{FF2B5EF4-FFF2-40B4-BE49-F238E27FC236}">
                <a16:creationId xmlns:a16="http://schemas.microsoft.com/office/drawing/2014/main" id="{0EF82174-F688-4BFC-8627-5DD5B2362376}"/>
              </a:ext>
            </a:extLst>
          </p:cNvPr>
          <p:cNvCxnSpPr>
            <a:cxnSpLocks/>
            <a:stCxn id="5" idx="2"/>
            <a:endCxn id="14" idx="3"/>
          </p:cNvCxnSpPr>
          <p:nvPr/>
        </p:nvCxnSpPr>
        <p:spPr>
          <a:xfrm rot="5400000">
            <a:off x="8147469" y="2932212"/>
            <a:ext cx="553459" cy="22106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موصل: على شكل مرفق 29">
            <a:extLst>
              <a:ext uri="{FF2B5EF4-FFF2-40B4-BE49-F238E27FC236}">
                <a16:creationId xmlns:a16="http://schemas.microsoft.com/office/drawing/2014/main" id="{5508520F-9B7F-44CC-88E4-5A0F7E7C89B7}"/>
              </a:ext>
            </a:extLst>
          </p:cNvPr>
          <p:cNvCxnSpPr>
            <a:cxnSpLocks/>
            <a:stCxn id="17" idx="2"/>
            <a:endCxn id="18" idx="3"/>
          </p:cNvCxnSpPr>
          <p:nvPr/>
        </p:nvCxnSpPr>
        <p:spPr>
          <a:xfrm rot="5400000">
            <a:off x="1452402" y="3544048"/>
            <a:ext cx="2017199" cy="41822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7" name="مستطيل 31">
            <a:extLst>
              <a:ext uri="{FF2B5EF4-FFF2-40B4-BE49-F238E27FC236}">
                <a16:creationId xmlns:a16="http://schemas.microsoft.com/office/drawing/2014/main" id="{D47EF0F6-E520-4B80-B495-2BC0EC9EEFD3}"/>
              </a:ext>
            </a:extLst>
          </p:cNvPr>
          <p:cNvSpPr/>
          <p:nvPr/>
        </p:nvSpPr>
        <p:spPr>
          <a:xfrm>
            <a:off x="2058112" y="2204560"/>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a:t>
            </a:r>
            <a:r>
              <a:rPr lang="ar-SA" sz="1200" b="1" dirty="0">
                <a:ln w="0"/>
                <a:solidFill>
                  <a:schemeClr val="tx1"/>
                </a:solidFill>
                <a:effectLst>
                  <a:outerShdw blurRad="38100" dist="38100" dir="2700000" algn="tl">
                    <a:srgbClr val="000000">
                      <a:alpha val="43137"/>
                    </a:srgbClr>
                  </a:outerShdw>
                </a:effectLst>
              </a:rPr>
              <a:t> القطاعات الزراعية</a:t>
            </a:r>
            <a:endParaRPr lang="ar-SY" sz="1200" b="1" dirty="0">
              <a:ln w="0"/>
              <a:solidFill>
                <a:schemeClr val="tx1"/>
              </a:solidFill>
              <a:effectLst>
                <a:outerShdw blurRad="38100" dist="38100" dir="2700000" algn="tl">
                  <a:srgbClr val="000000">
                    <a:alpha val="43137"/>
                  </a:srgbClr>
                </a:outerShdw>
              </a:effectLst>
            </a:endParaRPr>
          </a:p>
        </p:txBody>
      </p:sp>
      <p:sp>
        <p:nvSpPr>
          <p:cNvPr id="18" name="مستطيل 34">
            <a:extLst>
              <a:ext uri="{FF2B5EF4-FFF2-40B4-BE49-F238E27FC236}">
                <a16:creationId xmlns:a16="http://schemas.microsoft.com/office/drawing/2014/main" id="{933F87AF-F4A3-4452-955A-270C60D2B7F8}"/>
              </a:ext>
            </a:extLst>
          </p:cNvPr>
          <p:cNvSpPr/>
          <p:nvPr/>
        </p:nvSpPr>
        <p:spPr>
          <a:xfrm>
            <a:off x="1523087" y="4456267"/>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مهندس المنطقة (شعبة) </a:t>
            </a:r>
          </a:p>
        </p:txBody>
      </p:sp>
      <p:sp>
        <p:nvSpPr>
          <p:cNvPr id="19" name="مستطيل 35">
            <a:extLst>
              <a:ext uri="{FF2B5EF4-FFF2-40B4-BE49-F238E27FC236}">
                <a16:creationId xmlns:a16="http://schemas.microsoft.com/office/drawing/2014/main" id="{19BAD200-AE1F-4754-BBAF-EBF25C431CD3}"/>
              </a:ext>
            </a:extLst>
          </p:cNvPr>
          <p:cNvSpPr/>
          <p:nvPr/>
        </p:nvSpPr>
        <p:spPr>
          <a:xfrm>
            <a:off x="1525385" y="2875642"/>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إدارة القطاع</a:t>
            </a:r>
          </a:p>
        </p:txBody>
      </p:sp>
      <p:cxnSp>
        <p:nvCxnSpPr>
          <p:cNvPr id="20" name="موصل: على شكل مرفق 36">
            <a:extLst>
              <a:ext uri="{FF2B5EF4-FFF2-40B4-BE49-F238E27FC236}">
                <a16:creationId xmlns:a16="http://schemas.microsoft.com/office/drawing/2014/main" id="{08C699AD-193F-4783-9AFF-A77CC4670916}"/>
              </a:ext>
            </a:extLst>
          </p:cNvPr>
          <p:cNvCxnSpPr>
            <a:cxnSpLocks/>
            <a:stCxn id="17" idx="2"/>
            <a:endCxn id="19" idx="3"/>
          </p:cNvCxnSpPr>
          <p:nvPr/>
        </p:nvCxnSpPr>
        <p:spPr>
          <a:xfrm rot="5400000">
            <a:off x="2260263" y="2775443"/>
            <a:ext cx="440732" cy="37896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1" name="مستطيل 65">
            <a:extLst>
              <a:ext uri="{FF2B5EF4-FFF2-40B4-BE49-F238E27FC236}">
                <a16:creationId xmlns:a16="http://schemas.microsoft.com/office/drawing/2014/main" id="{EC3E3FF3-D386-443E-836A-27687831F870}"/>
              </a:ext>
            </a:extLst>
          </p:cNvPr>
          <p:cNvSpPr/>
          <p:nvPr/>
        </p:nvSpPr>
        <p:spPr>
          <a:xfrm>
            <a:off x="3402467" y="676981"/>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معاون للشؤون الفنية</a:t>
            </a:r>
          </a:p>
        </p:txBody>
      </p:sp>
      <p:cxnSp>
        <p:nvCxnSpPr>
          <p:cNvPr id="22" name="موصل: على شكل مرفق 66">
            <a:extLst>
              <a:ext uri="{FF2B5EF4-FFF2-40B4-BE49-F238E27FC236}">
                <a16:creationId xmlns:a16="http://schemas.microsoft.com/office/drawing/2014/main" id="{E965D7DC-27C7-42F1-8528-2FC384090D61}"/>
              </a:ext>
            </a:extLst>
          </p:cNvPr>
          <p:cNvCxnSpPr>
            <a:cxnSpLocks/>
            <a:stCxn id="6" idx="2"/>
            <a:endCxn id="21" idx="3"/>
          </p:cNvCxnSpPr>
          <p:nvPr/>
        </p:nvCxnSpPr>
        <p:spPr>
          <a:xfrm rot="5400000">
            <a:off x="5241807" y="55379"/>
            <a:ext cx="276262" cy="150694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3" name="موصل: على شكل مرفق 1">
            <a:extLst>
              <a:ext uri="{FF2B5EF4-FFF2-40B4-BE49-F238E27FC236}">
                <a16:creationId xmlns:a16="http://schemas.microsoft.com/office/drawing/2014/main" id="{73B10F88-0E72-4D9B-8748-B121C62E2EFC}"/>
              </a:ext>
            </a:extLst>
          </p:cNvPr>
          <p:cNvCxnSpPr>
            <a:cxnSpLocks/>
            <a:stCxn id="6" idx="2"/>
            <a:endCxn id="24" idx="1"/>
          </p:cNvCxnSpPr>
          <p:nvPr/>
        </p:nvCxnSpPr>
        <p:spPr>
          <a:xfrm rot="16200000" flipH="1">
            <a:off x="7021630" y="-217502"/>
            <a:ext cx="284513" cy="206095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4" name="مستطيل 8">
            <a:extLst>
              <a:ext uri="{FF2B5EF4-FFF2-40B4-BE49-F238E27FC236}">
                <a16:creationId xmlns:a16="http://schemas.microsoft.com/office/drawing/2014/main" id="{0441F2A9-6981-489B-A5A3-F02135A2AA25}"/>
              </a:ext>
            </a:extLst>
          </p:cNvPr>
          <p:cNvSpPr/>
          <p:nvPr/>
        </p:nvSpPr>
        <p:spPr>
          <a:xfrm>
            <a:off x="8194363" y="685232"/>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معاون لشؤون القطاعات</a:t>
            </a:r>
          </a:p>
        </p:txBody>
      </p:sp>
      <p:cxnSp>
        <p:nvCxnSpPr>
          <p:cNvPr id="25" name="موصل: على شكل مرفق 15">
            <a:extLst>
              <a:ext uri="{FF2B5EF4-FFF2-40B4-BE49-F238E27FC236}">
                <a16:creationId xmlns:a16="http://schemas.microsoft.com/office/drawing/2014/main" id="{C7E82D51-7745-4CC2-831D-48F4A1C0A3DB}"/>
              </a:ext>
            </a:extLst>
          </p:cNvPr>
          <p:cNvCxnSpPr>
            <a:cxnSpLocks/>
            <a:stCxn id="6" idx="2"/>
            <a:endCxn id="26" idx="1"/>
          </p:cNvCxnSpPr>
          <p:nvPr/>
        </p:nvCxnSpPr>
        <p:spPr>
          <a:xfrm rot="16200000" flipH="1">
            <a:off x="6059194" y="744934"/>
            <a:ext cx="519211" cy="37078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6" name="مستطيل 21">
            <a:extLst>
              <a:ext uri="{FF2B5EF4-FFF2-40B4-BE49-F238E27FC236}">
                <a16:creationId xmlns:a16="http://schemas.microsoft.com/office/drawing/2014/main" id="{E057182E-508C-4A2D-BB7E-483F09D1F37A}"/>
              </a:ext>
            </a:extLst>
          </p:cNvPr>
          <p:cNvSpPr/>
          <p:nvPr/>
        </p:nvSpPr>
        <p:spPr>
          <a:xfrm>
            <a:off x="6504189" y="919930"/>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مكتب مدير المديرية</a:t>
            </a:r>
          </a:p>
        </p:txBody>
      </p:sp>
      <p:sp>
        <p:nvSpPr>
          <p:cNvPr id="27" name="مستطيل 40">
            <a:extLst>
              <a:ext uri="{FF2B5EF4-FFF2-40B4-BE49-F238E27FC236}">
                <a16:creationId xmlns:a16="http://schemas.microsoft.com/office/drawing/2014/main" id="{5A8293EA-F8C2-42D9-9E89-16F7CC687A11}"/>
              </a:ext>
            </a:extLst>
          </p:cNvPr>
          <p:cNvSpPr/>
          <p:nvPr/>
        </p:nvSpPr>
        <p:spPr>
          <a:xfrm>
            <a:off x="10499354" y="4704997"/>
            <a:ext cx="783196" cy="98941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مكتب الاعداد والتوجيه والدعم الفني</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28" name="موصل: على شكل مرفق 57">
            <a:extLst>
              <a:ext uri="{FF2B5EF4-FFF2-40B4-BE49-F238E27FC236}">
                <a16:creationId xmlns:a16="http://schemas.microsoft.com/office/drawing/2014/main" id="{E09F43AC-EE03-4B3D-A61E-43720D13D7DC}"/>
              </a:ext>
            </a:extLst>
          </p:cNvPr>
          <p:cNvCxnSpPr>
            <a:cxnSpLocks/>
            <a:stCxn id="2" idx="2"/>
            <a:endCxn id="3" idx="3"/>
          </p:cNvCxnSpPr>
          <p:nvPr/>
        </p:nvCxnSpPr>
        <p:spPr>
          <a:xfrm rot="5400000">
            <a:off x="10700995" y="3333062"/>
            <a:ext cx="1419349" cy="25623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9" name="مستطيل 62">
            <a:extLst>
              <a:ext uri="{FF2B5EF4-FFF2-40B4-BE49-F238E27FC236}">
                <a16:creationId xmlns:a16="http://schemas.microsoft.com/office/drawing/2014/main" id="{290CFC80-A708-4152-9A3C-652D1167F221}"/>
              </a:ext>
            </a:extLst>
          </p:cNvPr>
          <p:cNvSpPr/>
          <p:nvPr/>
        </p:nvSpPr>
        <p:spPr>
          <a:xfrm>
            <a:off x="9375027" y="2211506"/>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الصيانة</a:t>
            </a:r>
            <a:endParaRPr lang="ar-SY" sz="1200" b="1" dirty="0">
              <a:ln w="0"/>
              <a:solidFill>
                <a:schemeClr val="tx1"/>
              </a:solidFill>
              <a:effectLst>
                <a:outerShdw blurRad="38100" dist="38100" dir="2700000" algn="tl">
                  <a:srgbClr val="000000">
                    <a:alpha val="43137"/>
                  </a:srgbClr>
                </a:outerShdw>
              </a:effectLst>
            </a:endParaRPr>
          </a:p>
        </p:txBody>
      </p:sp>
      <p:cxnSp>
        <p:nvCxnSpPr>
          <p:cNvPr id="30" name="موصل: على شكل مرفق 63">
            <a:extLst>
              <a:ext uri="{FF2B5EF4-FFF2-40B4-BE49-F238E27FC236}">
                <a16:creationId xmlns:a16="http://schemas.microsoft.com/office/drawing/2014/main" id="{86AF2B77-A294-4ACD-984D-366B9A0F1321}"/>
              </a:ext>
            </a:extLst>
          </p:cNvPr>
          <p:cNvCxnSpPr>
            <a:cxnSpLocks/>
            <a:stCxn id="6" idx="2"/>
            <a:endCxn id="29" idx="0"/>
          </p:cNvCxnSpPr>
          <p:nvPr/>
        </p:nvCxnSpPr>
        <p:spPr>
          <a:xfrm rot="16200000" flipH="1">
            <a:off x="7325059" y="-520932"/>
            <a:ext cx="1540787" cy="392408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1" name="موصل: على شكل مرفق 69">
            <a:extLst>
              <a:ext uri="{FF2B5EF4-FFF2-40B4-BE49-F238E27FC236}">
                <a16:creationId xmlns:a16="http://schemas.microsoft.com/office/drawing/2014/main" id="{87B136B6-BA0F-4CE2-A5AC-179A70866D65}"/>
              </a:ext>
            </a:extLst>
          </p:cNvPr>
          <p:cNvCxnSpPr>
            <a:cxnSpLocks/>
            <a:stCxn id="29" idx="2"/>
            <a:endCxn id="33" idx="3"/>
          </p:cNvCxnSpPr>
          <p:nvPr/>
        </p:nvCxnSpPr>
        <p:spPr>
          <a:xfrm rot="5400000">
            <a:off x="9230117" y="3330566"/>
            <a:ext cx="1406440" cy="24831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موصل: على شكل مرفق 70">
            <a:extLst>
              <a:ext uri="{FF2B5EF4-FFF2-40B4-BE49-F238E27FC236}">
                <a16:creationId xmlns:a16="http://schemas.microsoft.com/office/drawing/2014/main" id="{7B2427EF-337F-4ABD-8324-F13EBDEA679F}"/>
              </a:ext>
            </a:extLst>
          </p:cNvPr>
          <p:cNvCxnSpPr>
            <a:cxnSpLocks/>
            <a:stCxn id="29" idx="2"/>
            <a:endCxn id="34" idx="3"/>
          </p:cNvCxnSpPr>
          <p:nvPr/>
        </p:nvCxnSpPr>
        <p:spPr>
          <a:xfrm rot="5400000">
            <a:off x="9637043" y="2886328"/>
            <a:ext cx="555277" cy="28563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مستطيل 71">
            <a:extLst>
              <a:ext uri="{FF2B5EF4-FFF2-40B4-BE49-F238E27FC236}">
                <a16:creationId xmlns:a16="http://schemas.microsoft.com/office/drawing/2014/main" id="{FCF693CD-C5A0-4A12-821D-C931E78FDCAA}"/>
              </a:ext>
            </a:extLst>
          </p:cNvPr>
          <p:cNvSpPr/>
          <p:nvPr/>
        </p:nvSpPr>
        <p:spPr>
          <a:xfrm>
            <a:off x="9057945" y="3839391"/>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الابار</a:t>
            </a:r>
          </a:p>
        </p:txBody>
      </p:sp>
      <p:sp>
        <p:nvSpPr>
          <p:cNvPr id="34" name="مستطيل 73">
            <a:extLst>
              <a:ext uri="{FF2B5EF4-FFF2-40B4-BE49-F238E27FC236}">
                <a16:creationId xmlns:a16="http://schemas.microsoft.com/office/drawing/2014/main" id="{AD0E9430-DFF7-4EE9-800A-71A202FBDC84}"/>
              </a:ext>
            </a:extLst>
          </p:cNvPr>
          <p:cNvSpPr/>
          <p:nvPr/>
        </p:nvSpPr>
        <p:spPr>
          <a:xfrm>
            <a:off x="9020633" y="2988228"/>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الحدادة</a:t>
            </a:r>
          </a:p>
        </p:txBody>
      </p:sp>
      <p:sp>
        <p:nvSpPr>
          <p:cNvPr id="35" name="مستطيل 84">
            <a:extLst>
              <a:ext uri="{FF2B5EF4-FFF2-40B4-BE49-F238E27FC236}">
                <a16:creationId xmlns:a16="http://schemas.microsoft.com/office/drawing/2014/main" id="{160E8304-0FF6-4027-B897-292EDDA8B594}"/>
              </a:ext>
            </a:extLst>
          </p:cNvPr>
          <p:cNvSpPr/>
          <p:nvPr/>
        </p:nvSpPr>
        <p:spPr>
          <a:xfrm>
            <a:off x="6416324" y="2214018"/>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الشؤون الادارية</a:t>
            </a:r>
            <a:endParaRPr lang="ar-SY" sz="1200" b="1" dirty="0">
              <a:ln w="0"/>
              <a:solidFill>
                <a:schemeClr val="tx1"/>
              </a:solidFill>
              <a:effectLst>
                <a:outerShdw blurRad="38100" dist="38100" dir="2700000" algn="tl">
                  <a:srgbClr val="000000">
                    <a:alpha val="43137"/>
                  </a:srgbClr>
                </a:outerShdw>
              </a:effectLst>
            </a:endParaRPr>
          </a:p>
        </p:txBody>
      </p:sp>
      <p:cxnSp>
        <p:nvCxnSpPr>
          <p:cNvPr id="36" name="موصل: على شكل مرفق 85">
            <a:extLst>
              <a:ext uri="{FF2B5EF4-FFF2-40B4-BE49-F238E27FC236}">
                <a16:creationId xmlns:a16="http://schemas.microsoft.com/office/drawing/2014/main" id="{3890FCEC-65EB-4F7D-B4B8-322E5233F95D}"/>
              </a:ext>
            </a:extLst>
          </p:cNvPr>
          <p:cNvCxnSpPr>
            <a:cxnSpLocks/>
            <a:stCxn id="6" idx="2"/>
            <a:endCxn id="35" idx="0"/>
          </p:cNvCxnSpPr>
          <p:nvPr/>
        </p:nvCxnSpPr>
        <p:spPr>
          <a:xfrm rot="16200000" flipH="1">
            <a:off x="5844452" y="959676"/>
            <a:ext cx="1543299" cy="96538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موصل: على شكل مرفق 90">
            <a:extLst>
              <a:ext uri="{FF2B5EF4-FFF2-40B4-BE49-F238E27FC236}">
                <a16:creationId xmlns:a16="http://schemas.microsoft.com/office/drawing/2014/main" id="{FDF1272B-1896-4EC9-8D9C-E39363823657}"/>
              </a:ext>
            </a:extLst>
          </p:cNvPr>
          <p:cNvCxnSpPr>
            <a:cxnSpLocks/>
            <a:stCxn id="35" idx="2"/>
            <a:endCxn id="42" idx="3"/>
          </p:cNvCxnSpPr>
          <p:nvPr/>
        </p:nvCxnSpPr>
        <p:spPr>
          <a:xfrm rot="5400000">
            <a:off x="6051857" y="3452497"/>
            <a:ext cx="1745416" cy="3484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8" name="موصل: على شكل مرفق 91">
            <a:extLst>
              <a:ext uri="{FF2B5EF4-FFF2-40B4-BE49-F238E27FC236}">
                <a16:creationId xmlns:a16="http://schemas.microsoft.com/office/drawing/2014/main" id="{801F0CA1-9617-433E-8955-E2960B430DD6}"/>
              </a:ext>
            </a:extLst>
          </p:cNvPr>
          <p:cNvCxnSpPr>
            <a:cxnSpLocks/>
            <a:stCxn id="35" idx="2"/>
            <a:endCxn id="41" idx="3"/>
          </p:cNvCxnSpPr>
          <p:nvPr/>
        </p:nvCxnSpPr>
        <p:spPr>
          <a:xfrm rot="5400000">
            <a:off x="6393798" y="3104494"/>
            <a:ext cx="1055472" cy="35451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موصل: على شكل مرفق 92">
            <a:extLst>
              <a:ext uri="{FF2B5EF4-FFF2-40B4-BE49-F238E27FC236}">
                <a16:creationId xmlns:a16="http://schemas.microsoft.com/office/drawing/2014/main" id="{D799D4EB-8AC2-40F8-BE29-7380551799AF}"/>
              </a:ext>
            </a:extLst>
          </p:cNvPr>
          <p:cNvCxnSpPr>
            <a:cxnSpLocks/>
            <a:stCxn id="35" idx="2"/>
            <a:endCxn id="40" idx="3"/>
          </p:cNvCxnSpPr>
          <p:nvPr/>
        </p:nvCxnSpPr>
        <p:spPr>
          <a:xfrm rot="5400000">
            <a:off x="6738753" y="2756285"/>
            <a:ext cx="362309" cy="35777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0" name="مستطيل 94">
            <a:extLst>
              <a:ext uri="{FF2B5EF4-FFF2-40B4-BE49-F238E27FC236}">
                <a16:creationId xmlns:a16="http://schemas.microsoft.com/office/drawing/2014/main" id="{8595B830-CE73-4C58-A591-51672E83047C}"/>
              </a:ext>
            </a:extLst>
          </p:cNvPr>
          <p:cNvSpPr/>
          <p:nvPr/>
        </p:nvSpPr>
        <p:spPr>
          <a:xfrm>
            <a:off x="5989788" y="2797772"/>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الديوان العام</a:t>
            </a:r>
          </a:p>
        </p:txBody>
      </p:sp>
      <p:sp>
        <p:nvSpPr>
          <p:cNvPr id="41" name="مستطيل 95">
            <a:extLst>
              <a:ext uri="{FF2B5EF4-FFF2-40B4-BE49-F238E27FC236}">
                <a16:creationId xmlns:a16="http://schemas.microsoft.com/office/drawing/2014/main" id="{7A1ABFA2-75E4-4F51-AADE-F533DAECEEBC}"/>
              </a:ext>
            </a:extLst>
          </p:cNvPr>
          <p:cNvSpPr/>
          <p:nvPr/>
        </p:nvSpPr>
        <p:spPr>
          <a:xfrm>
            <a:off x="5993042" y="3490935"/>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الذاتية</a:t>
            </a:r>
          </a:p>
        </p:txBody>
      </p:sp>
      <p:sp>
        <p:nvSpPr>
          <p:cNvPr id="42" name="مستطيل 99">
            <a:extLst>
              <a:ext uri="{FF2B5EF4-FFF2-40B4-BE49-F238E27FC236}">
                <a16:creationId xmlns:a16="http://schemas.microsoft.com/office/drawing/2014/main" id="{1C2DA1DF-7783-44EB-9E30-FBEDCD8C91B3}"/>
              </a:ext>
            </a:extLst>
          </p:cNvPr>
          <p:cNvSpPr/>
          <p:nvPr/>
        </p:nvSpPr>
        <p:spPr>
          <a:xfrm>
            <a:off x="5999104" y="4180879"/>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شؤون العاملين</a:t>
            </a:r>
          </a:p>
        </p:txBody>
      </p:sp>
      <p:sp>
        <p:nvSpPr>
          <p:cNvPr id="43" name="مستطيل 100">
            <a:extLst>
              <a:ext uri="{FF2B5EF4-FFF2-40B4-BE49-F238E27FC236}">
                <a16:creationId xmlns:a16="http://schemas.microsoft.com/office/drawing/2014/main" id="{0A3A1575-D9B1-4718-940D-B5E12E48C142}"/>
              </a:ext>
            </a:extLst>
          </p:cNvPr>
          <p:cNvSpPr/>
          <p:nvPr/>
        </p:nvSpPr>
        <p:spPr>
          <a:xfrm>
            <a:off x="6037491" y="6238287"/>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حديقة الحيوان</a:t>
            </a:r>
          </a:p>
        </p:txBody>
      </p:sp>
      <p:sp>
        <p:nvSpPr>
          <p:cNvPr id="44" name="مستطيل 101">
            <a:extLst>
              <a:ext uri="{FF2B5EF4-FFF2-40B4-BE49-F238E27FC236}">
                <a16:creationId xmlns:a16="http://schemas.microsoft.com/office/drawing/2014/main" id="{5C499689-4F4A-4247-AACB-EDF949735E40}"/>
              </a:ext>
            </a:extLst>
          </p:cNvPr>
          <p:cNvSpPr/>
          <p:nvPr/>
        </p:nvSpPr>
        <p:spPr>
          <a:xfrm>
            <a:off x="6008457" y="5545124"/>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الحراسة</a:t>
            </a:r>
          </a:p>
        </p:txBody>
      </p:sp>
      <p:sp>
        <p:nvSpPr>
          <p:cNvPr id="45" name="مستطيل 102">
            <a:extLst>
              <a:ext uri="{FF2B5EF4-FFF2-40B4-BE49-F238E27FC236}">
                <a16:creationId xmlns:a16="http://schemas.microsoft.com/office/drawing/2014/main" id="{B185C6A2-BAF8-4CD1-973B-1A71C5BF5498}"/>
              </a:ext>
            </a:extLst>
          </p:cNvPr>
          <p:cNvSpPr/>
          <p:nvPr/>
        </p:nvSpPr>
        <p:spPr>
          <a:xfrm>
            <a:off x="6014519" y="4846218"/>
            <a:ext cx="751234"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مستودعات القطاع العام</a:t>
            </a:r>
          </a:p>
        </p:txBody>
      </p:sp>
      <p:cxnSp>
        <p:nvCxnSpPr>
          <p:cNvPr id="46" name="موصل: على شكل مرفق 110">
            <a:extLst>
              <a:ext uri="{FF2B5EF4-FFF2-40B4-BE49-F238E27FC236}">
                <a16:creationId xmlns:a16="http://schemas.microsoft.com/office/drawing/2014/main" id="{16E4B092-2E79-432C-B4F5-603C5CFEF240}"/>
              </a:ext>
            </a:extLst>
          </p:cNvPr>
          <p:cNvCxnSpPr>
            <a:cxnSpLocks/>
            <a:stCxn id="35" idx="2"/>
            <a:endCxn id="44" idx="3"/>
          </p:cNvCxnSpPr>
          <p:nvPr/>
        </p:nvCxnSpPr>
        <p:spPr>
          <a:xfrm rot="5400000">
            <a:off x="5374412" y="4139296"/>
            <a:ext cx="3109661" cy="33910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موصل: على شكل مرفق 111">
            <a:extLst>
              <a:ext uri="{FF2B5EF4-FFF2-40B4-BE49-F238E27FC236}">
                <a16:creationId xmlns:a16="http://schemas.microsoft.com/office/drawing/2014/main" id="{FD223270-42A4-49A8-AFBF-EEEBD3244ECA}"/>
              </a:ext>
            </a:extLst>
          </p:cNvPr>
          <p:cNvCxnSpPr>
            <a:cxnSpLocks/>
            <a:stCxn id="35" idx="2"/>
            <a:endCxn id="45" idx="3"/>
          </p:cNvCxnSpPr>
          <p:nvPr/>
        </p:nvCxnSpPr>
        <p:spPr>
          <a:xfrm rot="5400000">
            <a:off x="5726896" y="3792874"/>
            <a:ext cx="2410755" cy="33304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8" name="موصل: على شكل مرفق 112">
            <a:extLst>
              <a:ext uri="{FF2B5EF4-FFF2-40B4-BE49-F238E27FC236}">
                <a16:creationId xmlns:a16="http://schemas.microsoft.com/office/drawing/2014/main" id="{ADD35A1E-3EE4-460B-9901-A60E8BED1A00}"/>
              </a:ext>
            </a:extLst>
          </p:cNvPr>
          <p:cNvCxnSpPr>
            <a:cxnSpLocks/>
            <a:stCxn id="35" idx="2"/>
            <a:endCxn id="43" idx="3"/>
          </p:cNvCxnSpPr>
          <p:nvPr/>
        </p:nvCxnSpPr>
        <p:spPr>
          <a:xfrm rot="5400000">
            <a:off x="5042347" y="4500395"/>
            <a:ext cx="3802824" cy="31006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9" name="مستطيل 125">
            <a:extLst>
              <a:ext uri="{FF2B5EF4-FFF2-40B4-BE49-F238E27FC236}">
                <a16:creationId xmlns:a16="http://schemas.microsoft.com/office/drawing/2014/main" id="{DD24B402-2FB0-4CD5-BAFF-4543C90028F0}"/>
              </a:ext>
            </a:extLst>
          </p:cNvPr>
          <p:cNvSpPr/>
          <p:nvPr/>
        </p:nvSpPr>
        <p:spPr>
          <a:xfrm>
            <a:off x="5008508" y="2216576"/>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التخطيط والرقابة</a:t>
            </a:r>
            <a:endParaRPr lang="ar-SY" sz="1200" b="1" dirty="0">
              <a:ln w="0"/>
              <a:solidFill>
                <a:schemeClr val="tx1"/>
              </a:solidFill>
              <a:effectLst>
                <a:outerShdw blurRad="38100" dist="38100" dir="2700000" algn="tl">
                  <a:srgbClr val="000000">
                    <a:alpha val="43137"/>
                  </a:srgbClr>
                </a:outerShdw>
              </a:effectLst>
            </a:endParaRPr>
          </a:p>
        </p:txBody>
      </p:sp>
      <p:cxnSp>
        <p:nvCxnSpPr>
          <p:cNvPr id="50" name="موصل: على شكل مرفق 127">
            <a:extLst>
              <a:ext uri="{FF2B5EF4-FFF2-40B4-BE49-F238E27FC236}">
                <a16:creationId xmlns:a16="http://schemas.microsoft.com/office/drawing/2014/main" id="{0B8CB41D-0259-4AA2-80A2-DAA2A9BC9A62}"/>
              </a:ext>
            </a:extLst>
          </p:cNvPr>
          <p:cNvCxnSpPr>
            <a:cxnSpLocks/>
            <a:stCxn id="6" idx="2"/>
            <a:endCxn id="49" idx="0"/>
          </p:cNvCxnSpPr>
          <p:nvPr/>
        </p:nvCxnSpPr>
        <p:spPr>
          <a:xfrm rot="5400000">
            <a:off x="5139265" y="1222431"/>
            <a:ext cx="1545857" cy="44243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1" name="موصل: على شكل مرفق 129">
            <a:extLst>
              <a:ext uri="{FF2B5EF4-FFF2-40B4-BE49-F238E27FC236}">
                <a16:creationId xmlns:a16="http://schemas.microsoft.com/office/drawing/2014/main" id="{903FAF94-B256-49BF-BE7D-571342050131}"/>
              </a:ext>
            </a:extLst>
          </p:cNvPr>
          <p:cNvCxnSpPr>
            <a:cxnSpLocks/>
            <a:stCxn id="49" idx="2"/>
            <a:endCxn id="52" idx="3"/>
          </p:cNvCxnSpPr>
          <p:nvPr/>
        </p:nvCxnSpPr>
        <p:spPr>
          <a:xfrm rot="5400000">
            <a:off x="4973985" y="3351717"/>
            <a:ext cx="1312135" cy="12185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2" name="مستطيل 130">
            <a:extLst>
              <a:ext uri="{FF2B5EF4-FFF2-40B4-BE49-F238E27FC236}">
                <a16:creationId xmlns:a16="http://schemas.microsoft.com/office/drawing/2014/main" id="{DC98266E-250D-4368-BDEE-405F8F8A0393}"/>
              </a:ext>
            </a:extLst>
          </p:cNvPr>
          <p:cNvSpPr/>
          <p:nvPr/>
        </p:nvSpPr>
        <p:spPr>
          <a:xfrm>
            <a:off x="4817894" y="3750156"/>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الشكاوى</a:t>
            </a:r>
          </a:p>
        </p:txBody>
      </p:sp>
      <p:cxnSp>
        <p:nvCxnSpPr>
          <p:cNvPr id="53" name="موصل: على شكل مرفق 131">
            <a:extLst>
              <a:ext uri="{FF2B5EF4-FFF2-40B4-BE49-F238E27FC236}">
                <a16:creationId xmlns:a16="http://schemas.microsoft.com/office/drawing/2014/main" id="{40E11824-5538-4995-B64E-B4EFC9128F8F}"/>
              </a:ext>
            </a:extLst>
          </p:cNvPr>
          <p:cNvCxnSpPr>
            <a:cxnSpLocks/>
            <a:stCxn id="49" idx="2"/>
            <a:endCxn id="54" idx="3"/>
          </p:cNvCxnSpPr>
          <p:nvPr/>
        </p:nvCxnSpPr>
        <p:spPr>
          <a:xfrm rot="5400000">
            <a:off x="5364207" y="2961495"/>
            <a:ext cx="531690" cy="12185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4" name="مستطيل 132">
            <a:extLst>
              <a:ext uri="{FF2B5EF4-FFF2-40B4-BE49-F238E27FC236}">
                <a16:creationId xmlns:a16="http://schemas.microsoft.com/office/drawing/2014/main" id="{2927605A-BB06-4BBC-BF1B-118112159DC2}"/>
              </a:ext>
            </a:extLst>
          </p:cNvPr>
          <p:cNvSpPr/>
          <p:nvPr/>
        </p:nvSpPr>
        <p:spPr>
          <a:xfrm>
            <a:off x="4817894" y="2969711"/>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الرقابة والمتابعة</a:t>
            </a:r>
          </a:p>
        </p:txBody>
      </p:sp>
      <p:cxnSp>
        <p:nvCxnSpPr>
          <p:cNvPr id="55" name="موصل: على شكل مرفق 137">
            <a:extLst>
              <a:ext uri="{FF2B5EF4-FFF2-40B4-BE49-F238E27FC236}">
                <a16:creationId xmlns:a16="http://schemas.microsoft.com/office/drawing/2014/main" id="{57EADA12-C5DC-44B8-8A1E-8D23B9609DB6}"/>
              </a:ext>
            </a:extLst>
          </p:cNvPr>
          <p:cNvCxnSpPr>
            <a:cxnSpLocks/>
            <a:stCxn id="11" idx="2"/>
            <a:endCxn id="62" idx="3"/>
          </p:cNvCxnSpPr>
          <p:nvPr/>
        </p:nvCxnSpPr>
        <p:spPr>
          <a:xfrm rot="5400000">
            <a:off x="2937852" y="3994661"/>
            <a:ext cx="2614211" cy="14817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موصل: على شكل مرفق 138">
            <a:extLst>
              <a:ext uri="{FF2B5EF4-FFF2-40B4-BE49-F238E27FC236}">
                <a16:creationId xmlns:a16="http://schemas.microsoft.com/office/drawing/2014/main" id="{89AC8BEF-A032-469B-96E9-9DE9F9D5AA77}"/>
              </a:ext>
            </a:extLst>
          </p:cNvPr>
          <p:cNvCxnSpPr>
            <a:cxnSpLocks/>
            <a:stCxn id="11" idx="2"/>
            <a:endCxn id="61" idx="3"/>
          </p:cNvCxnSpPr>
          <p:nvPr/>
        </p:nvCxnSpPr>
        <p:spPr>
          <a:xfrm rot="5400000">
            <a:off x="3306152" y="3635379"/>
            <a:ext cx="1886629" cy="13916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7" name="موصل: على شكل مرفق 139">
            <a:extLst>
              <a:ext uri="{FF2B5EF4-FFF2-40B4-BE49-F238E27FC236}">
                <a16:creationId xmlns:a16="http://schemas.microsoft.com/office/drawing/2014/main" id="{D0E20516-239E-4081-8773-11C5FCE283B5}"/>
              </a:ext>
            </a:extLst>
          </p:cNvPr>
          <p:cNvCxnSpPr>
            <a:cxnSpLocks/>
            <a:stCxn id="11" idx="2"/>
            <a:endCxn id="60" idx="3"/>
          </p:cNvCxnSpPr>
          <p:nvPr/>
        </p:nvCxnSpPr>
        <p:spPr>
          <a:xfrm rot="5400000">
            <a:off x="3683530" y="3240397"/>
            <a:ext cx="1114268" cy="15676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8" name="موصل: على شكل مرفق 140">
            <a:extLst>
              <a:ext uri="{FF2B5EF4-FFF2-40B4-BE49-F238E27FC236}">
                <a16:creationId xmlns:a16="http://schemas.microsoft.com/office/drawing/2014/main" id="{5A1D4A7B-4D12-4E34-9FC1-DC47DC475D26}"/>
              </a:ext>
            </a:extLst>
          </p:cNvPr>
          <p:cNvCxnSpPr>
            <a:cxnSpLocks/>
            <a:stCxn id="11" idx="2"/>
            <a:endCxn id="59" idx="3"/>
          </p:cNvCxnSpPr>
          <p:nvPr/>
        </p:nvCxnSpPr>
        <p:spPr>
          <a:xfrm rot="5400000">
            <a:off x="4038648" y="2878023"/>
            <a:ext cx="396776" cy="16402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9" name="مستطيل 141">
            <a:extLst>
              <a:ext uri="{FF2B5EF4-FFF2-40B4-BE49-F238E27FC236}">
                <a16:creationId xmlns:a16="http://schemas.microsoft.com/office/drawing/2014/main" id="{82105059-B47F-4F7D-A3BF-D5B7FB9BBB6A}"/>
              </a:ext>
            </a:extLst>
          </p:cNvPr>
          <p:cNvSpPr/>
          <p:nvPr/>
        </p:nvSpPr>
        <p:spPr>
          <a:xfrm>
            <a:off x="3403792" y="2825906"/>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الحوليات</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60" name="مستطيل 142">
            <a:extLst>
              <a:ext uri="{FF2B5EF4-FFF2-40B4-BE49-F238E27FC236}">
                <a16:creationId xmlns:a16="http://schemas.microsoft.com/office/drawing/2014/main" id="{2A67185F-F800-4B78-BC31-18CA769227C9}"/>
              </a:ext>
            </a:extLst>
          </p:cNvPr>
          <p:cNvSpPr/>
          <p:nvPr/>
        </p:nvSpPr>
        <p:spPr>
          <a:xfrm>
            <a:off x="3411048" y="3543398"/>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الشجيرات والاسيجة</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61" name="مستطيل 143">
            <a:extLst>
              <a:ext uri="{FF2B5EF4-FFF2-40B4-BE49-F238E27FC236}">
                <a16:creationId xmlns:a16="http://schemas.microsoft.com/office/drawing/2014/main" id="{2CB35DE3-493E-43D5-89F9-ABA064C2C0FC}"/>
              </a:ext>
            </a:extLst>
          </p:cNvPr>
          <p:cNvSpPr/>
          <p:nvPr/>
        </p:nvSpPr>
        <p:spPr>
          <a:xfrm>
            <a:off x="3379010" y="4315759"/>
            <a:ext cx="800876"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الأشجار و </a:t>
            </a:r>
            <a:r>
              <a:rPr lang="ar-SA" sz="1200" dirty="0" err="1">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الصالونيات</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62" name="مستطيل 144">
            <a:extLst>
              <a:ext uri="{FF2B5EF4-FFF2-40B4-BE49-F238E27FC236}">
                <a16:creationId xmlns:a16="http://schemas.microsoft.com/office/drawing/2014/main" id="{8E49FFF6-CF75-43D2-8701-B6B5039137B1}"/>
              </a:ext>
            </a:extLst>
          </p:cNvPr>
          <p:cNvSpPr/>
          <p:nvPr/>
        </p:nvSpPr>
        <p:spPr>
          <a:xfrm>
            <a:off x="3419635" y="5057302"/>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مستودع</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63" name="موصل: على شكل مرفق 152">
            <a:extLst>
              <a:ext uri="{FF2B5EF4-FFF2-40B4-BE49-F238E27FC236}">
                <a16:creationId xmlns:a16="http://schemas.microsoft.com/office/drawing/2014/main" id="{D2F21F68-FDE1-4A62-B941-B2EEA1FD95B1}"/>
              </a:ext>
            </a:extLst>
          </p:cNvPr>
          <p:cNvCxnSpPr>
            <a:cxnSpLocks/>
            <a:stCxn id="6" idx="2"/>
            <a:endCxn id="11" idx="0"/>
          </p:cNvCxnSpPr>
          <p:nvPr/>
        </p:nvCxnSpPr>
        <p:spPr>
          <a:xfrm rot="5400000">
            <a:off x="4450765" y="539001"/>
            <a:ext cx="1550926" cy="181436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4" name="موصل: على شكل مرفق 163">
            <a:extLst>
              <a:ext uri="{FF2B5EF4-FFF2-40B4-BE49-F238E27FC236}">
                <a16:creationId xmlns:a16="http://schemas.microsoft.com/office/drawing/2014/main" id="{B8A80B2A-9D59-4E87-BCF6-DE1633D1EF9A}"/>
              </a:ext>
            </a:extLst>
          </p:cNvPr>
          <p:cNvCxnSpPr>
            <a:cxnSpLocks/>
            <a:stCxn id="6" idx="2"/>
            <a:endCxn id="17" idx="0"/>
          </p:cNvCxnSpPr>
          <p:nvPr/>
        </p:nvCxnSpPr>
        <p:spPr>
          <a:xfrm rot="5400000">
            <a:off x="3634841" y="-294009"/>
            <a:ext cx="1533841" cy="346329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5" name="موصل: على شكل مرفق 172">
            <a:extLst>
              <a:ext uri="{FF2B5EF4-FFF2-40B4-BE49-F238E27FC236}">
                <a16:creationId xmlns:a16="http://schemas.microsoft.com/office/drawing/2014/main" id="{A3C02A90-534D-4379-B50F-582AB3CDBBA9}"/>
              </a:ext>
            </a:extLst>
          </p:cNvPr>
          <p:cNvCxnSpPr>
            <a:cxnSpLocks/>
            <a:stCxn id="17" idx="2"/>
            <a:endCxn id="66" idx="3"/>
          </p:cNvCxnSpPr>
          <p:nvPr/>
        </p:nvCxnSpPr>
        <p:spPr>
          <a:xfrm rot="5400000">
            <a:off x="1854233" y="3159725"/>
            <a:ext cx="1231044" cy="40071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174">
            <a:extLst>
              <a:ext uri="{FF2B5EF4-FFF2-40B4-BE49-F238E27FC236}">
                <a16:creationId xmlns:a16="http://schemas.microsoft.com/office/drawing/2014/main" id="{19CCE3A5-F59F-4CE2-BB74-534A053E40DF}"/>
              </a:ext>
            </a:extLst>
          </p:cNvPr>
          <p:cNvSpPr/>
          <p:nvPr/>
        </p:nvSpPr>
        <p:spPr>
          <a:xfrm>
            <a:off x="1503638" y="3576554"/>
            <a:ext cx="765760" cy="79810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مراقب الدوام والذاتية</a:t>
            </a:r>
          </a:p>
        </p:txBody>
      </p:sp>
      <p:cxnSp>
        <p:nvCxnSpPr>
          <p:cNvPr id="67" name="موصل: على شكل مرفق 178">
            <a:extLst>
              <a:ext uri="{FF2B5EF4-FFF2-40B4-BE49-F238E27FC236}">
                <a16:creationId xmlns:a16="http://schemas.microsoft.com/office/drawing/2014/main" id="{75EAE57B-B4E4-4A0B-B772-1C161E9F6BF7}"/>
              </a:ext>
            </a:extLst>
          </p:cNvPr>
          <p:cNvCxnSpPr>
            <a:cxnSpLocks/>
            <a:stCxn id="17" idx="2"/>
            <a:endCxn id="68" idx="3"/>
          </p:cNvCxnSpPr>
          <p:nvPr/>
        </p:nvCxnSpPr>
        <p:spPr>
          <a:xfrm rot="5400000">
            <a:off x="1102321" y="3877555"/>
            <a:ext cx="2700787" cy="43479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8" name="مستطيل 180">
            <a:extLst>
              <a:ext uri="{FF2B5EF4-FFF2-40B4-BE49-F238E27FC236}">
                <a16:creationId xmlns:a16="http://schemas.microsoft.com/office/drawing/2014/main" id="{5561D34C-1C96-4290-BCDD-EBCAA70C810A}"/>
              </a:ext>
            </a:extLst>
          </p:cNvPr>
          <p:cNvSpPr/>
          <p:nvPr/>
        </p:nvSpPr>
        <p:spPr>
          <a:xfrm>
            <a:off x="1506513" y="5139855"/>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مكتب الرقابة</a:t>
            </a:r>
          </a:p>
        </p:txBody>
      </p:sp>
      <p:cxnSp>
        <p:nvCxnSpPr>
          <p:cNvPr id="69" name="موصل: على شكل مرفق 182">
            <a:extLst>
              <a:ext uri="{FF2B5EF4-FFF2-40B4-BE49-F238E27FC236}">
                <a16:creationId xmlns:a16="http://schemas.microsoft.com/office/drawing/2014/main" id="{6CB00FD9-C063-46F7-B543-2D0738FCEC14}"/>
              </a:ext>
            </a:extLst>
          </p:cNvPr>
          <p:cNvCxnSpPr>
            <a:cxnSpLocks/>
            <a:stCxn id="6" idx="2"/>
            <a:endCxn id="70" idx="0"/>
          </p:cNvCxnSpPr>
          <p:nvPr/>
        </p:nvCxnSpPr>
        <p:spPr>
          <a:xfrm rot="5400000">
            <a:off x="2885547" y="-1056003"/>
            <a:ext cx="1521140" cy="497458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0" name="مستطيل 183">
            <a:extLst>
              <a:ext uri="{FF2B5EF4-FFF2-40B4-BE49-F238E27FC236}">
                <a16:creationId xmlns:a16="http://schemas.microsoft.com/office/drawing/2014/main" id="{B7F048D4-2F34-4F3C-B336-D640F0C833ED}"/>
              </a:ext>
            </a:extLst>
          </p:cNvPr>
          <p:cNvSpPr/>
          <p:nvPr/>
        </p:nvSpPr>
        <p:spPr>
          <a:xfrm>
            <a:off x="546824" y="219185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a:t>
            </a:r>
            <a:r>
              <a:rPr lang="ar-SA" sz="1200" b="1" dirty="0">
                <a:ln w="0"/>
                <a:solidFill>
                  <a:schemeClr val="tx1"/>
                </a:solidFill>
                <a:effectLst>
                  <a:outerShdw blurRad="38100" dist="38100" dir="2700000" algn="tl">
                    <a:srgbClr val="000000">
                      <a:alpha val="43137"/>
                    </a:srgbClr>
                  </a:outerShdw>
                </a:effectLst>
              </a:rPr>
              <a:t> الورشات الزراعية</a:t>
            </a:r>
            <a:endParaRPr lang="ar-SY" sz="1200" b="1" dirty="0">
              <a:ln w="0"/>
              <a:solidFill>
                <a:schemeClr val="tx1"/>
              </a:solidFill>
              <a:effectLst>
                <a:outerShdw blurRad="38100" dist="38100" dir="2700000" algn="tl">
                  <a:srgbClr val="000000">
                    <a:alpha val="43137"/>
                  </a:srgbClr>
                </a:outerShdw>
              </a:effectLst>
            </a:endParaRPr>
          </a:p>
        </p:txBody>
      </p:sp>
      <p:cxnSp>
        <p:nvCxnSpPr>
          <p:cNvPr id="71" name="موصل: على شكل مرفق 184">
            <a:extLst>
              <a:ext uri="{FF2B5EF4-FFF2-40B4-BE49-F238E27FC236}">
                <a16:creationId xmlns:a16="http://schemas.microsoft.com/office/drawing/2014/main" id="{9D18CCAA-40AD-4B96-B743-BD42230032CC}"/>
              </a:ext>
            </a:extLst>
          </p:cNvPr>
          <p:cNvCxnSpPr>
            <a:cxnSpLocks/>
            <a:stCxn id="70" idx="2"/>
            <a:endCxn id="73" idx="3"/>
          </p:cNvCxnSpPr>
          <p:nvPr/>
        </p:nvCxnSpPr>
        <p:spPr>
          <a:xfrm rot="5400000">
            <a:off x="398974" y="3260113"/>
            <a:ext cx="1288104" cy="23159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2" name="موصل: على شكل مرفق 185">
            <a:extLst>
              <a:ext uri="{FF2B5EF4-FFF2-40B4-BE49-F238E27FC236}">
                <a16:creationId xmlns:a16="http://schemas.microsoft.com/office/drawing/2014/main" id="{46A72269-3BEF-4B0B-A896-CD86223CB497}"/>
              </a:ext>
            </a:extLst>
          </p:cNvPr>
          <p:cNvCxnSpPr>
            <a:cxnSpLocks/>
            <a:stCxn id="70" idx="2"/>
            <a:endCxn id="74" idx="3"/>
          </p:cNvCxnSpPr>
          <p:nvPr/>
        </p:nvCxnSpPr>
        <p:spPr>
          <a:xfrm rot="5400000">
            <a:off x="785412" y="2866429"/>
            <a:ext cx="507983" cy="23884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187">
            <a:extLst>
              <a:ext uri="{FF2B5EF4-FFF2-40B4-BE49-F238E27FC236}">
                <a16:creationId xmlns:a16="http://schemas.microsoft.com/office/drawing/2014/main" id="{497A45A8-2845-4506-A1EE-48DAF9A70658}"/>
              </a:ext>
            </a:extLst>
          </p:cNvPr>
          <p:cNvSpPr/>
          <p:nvPr/>
        </p:nvSpPr>
        <p:spPr>
          <a:xfrm>
            <a:off x="175994" y="3687448"/>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ورشة الاعمال الزراعية</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74" name="مستطيل 188">
            <a:extLst>
              <a:ext uri="{FF2B5EF4-FFF2-40B4-BE49-F238E27FC236}">
                <a16:creationId xmlns:a16="http://schemas.microsoft.com/office/drawing/2014/main" id="{8B8D8351-FD81-44C3-BAD7-D02321850DE7}"/>
              </a:ext>
            </a:extLst>
          </p:cNvPr>
          <p:cNvSpPr/>
          <p:nvPr/>
        </p:nvSpPr>
        <p:spPr>
          <a:xfrm>
            <a:off x="168749" y="2907327"/>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ورشة الطوارئ</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75" name="Date Placeholder 74">
            <a:extLst>
              <a:ext uri="{FF2B5EF4-FFF2-40B4-BE49-F238E27FC236}">
                <a16:creationId xmlns:a16="http://schemas.microsoft.com/office/drawing/2014/main" id="{2E744DBF-8F63-8712-4CF4-BFFC4A5C4854}"/>
              </a:ext>
            </a:extLst>
          </p:cNvPr>
          <p:cNvSpPr>
            <a:spLocks noGrp="1"/>
          </p:cNvSpPr>
          <p:nvPr>
            <p:ph type="dt" sz="half" idx="10"/>
          </p:nvPr>
        </p:nvSpPr>
        <p:spPr/>
        <p:txBody>
          <a:bodyPr/>
          <a:lstStyle/>
          <a:p>
            <a:fld id="{4AF6BE49-319B-4BB1-A1EA-02172B5131C8}" type="datetime8">
              <a:rPr lang="ar-SY" smtClean="0"/>
              <a:t>28 تشرين الأول، 26</a:t>
            </a:fld>
            <a:endParaRPr lang="ar-SY" dirty="0"/>
          </a:p>
        </p:txBody>
      </p:sp>
      <p:sp>
        <p:nvSpPr>
          <p:cNvPr id="76" name="Footer Placeholder 75">
            <a:extLst>
              <a:ext uri="{FF2B5EF4-FFF2-40B4-BE49-F238E27FC236}">
                <a16:creationId xmlns:a16="http://schemas.microsoft.com/office/drawing/2014/main" id="{B9A1AC8D-33EE-17F1-C3ED-9B872F1AA550}"/>
              </a:ext>
            </a:extLst>
          </p:cNvPr>
          <p:cNvSpPr>
            <a:spLocks noGrp="1"/>
          </p:cNvSpPr>
          <p:nvPr>
            <p:ph type="ftr" sz="quarter" idx="11"/>
          </p:nvPr>
        </p:nvSpPr>
        <p:spPr/>
        <p:txBody>
          <a:bodyPr/>
          <a:lstStyle/>
          <a:p>
            <a:r>
              <a:rPr lang="ar-SY"/>
              <a:t>التعريف العام بمحافظة دمشق</a:t>
            </a:r>
          </a:p>
        </p:txBody>
      </p:sp>
      <p:sp>
        <p:nvSpPr>
          <p:cNvPr id="77" name="Slide Number Placeholder 76">
            <a:extLst>
              <a:ext uri="{FF2B5EF4-FFF2-40B4-BE49-F238E27FC236}">
                <a16:creationId xmlns:a16="http://schemas.microsoft.com/office/drawing/2014/main" id="{2541577D-49A8-97C6-6E45-7D9528A29435}"/>
              </a:ext>
            </a:extLst>
          </p:cNvPr>
          <p:cNvSpPr>
            <a:spLocks noGrp="1"/>
          </p:cNvSpPr>
          <p:nvPr>
            <p:ph type="sldNum" sz="quarter" idx="12"/>
          </p:nvPr>
        </p:nvSpPr>
        <p:spPr/>
        <p:txBody>
          <a:bodyPr/>
          <a:lstStyle/>
          <a:p>
            <a:fld id="{065EBCF0-071A-41B4-9C48-9ADF70E893B6}" type="slidenum">
              <a:rPr lang="ar-SY" smtClean="0"/>
              <a:pPr/>
              <a:t>14</a:t>
            </a:fld>
            <a:endParaRPr lang="ar-SY" dirty="0"/>
          </a:p>
        </p:txBody>
      </p:sp>
    </p:spTree>
    <p:extLst>
      <p:ext uri="{BB962C8B-B14F-4D97-AF65-F5344CB8AC3E}">
        <p14:creationId xmlns:p14="http://schemas.microsoft.com/office/powerpoint/2010/main" val="1487640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4AAF46-FA67-680C-F807-6E0F09EA443F}"/>
              </a:ext>
            </a:extLst>
          </p:cNvPr>
          <p:cNvSpPr>
            <a:spLocks noGrp="1"/>
          </p:cNvSpPr>
          <p:nvPr>
            <p:ph type="title"/>
          </p:nvPr>
        </p:nvSpPr>
        <p:spPr/>
        <p:txBody>
          <a:bodyPr/>
          <a:lstStyle/>
          <a:p>
            <a:r>
              <a:rPr lang="ar-SY" dirty="0"/>
              <a:t>مديرية الإشراف</a:t>
            </a:r>
          </a:p>
        </p:txBody>
      </p:sp>
      <p:sp>
        <p:nvSpPr>
          <p:cNvPr id="6" name="Content Placeholder 5">
            <a:extLst>
              <a:ext uri="{FF2B5EF4-FFF2-40B4-BE49-F238E27FC236}">
                <a16:creationId xmlns:a16="http://schemas.microsoft.com/office/drawing/2014/main" id="{ADF21953-86FB-7813-3023-F2E001996CE0}"/>
              </a:ext>
            </a:extLst>
          </p:cNvPr>
          <p:cNvSpPr>
            <a:spLocks noGrp="1"/>
          </p:cNvSpPr>
          <p:nvPr>
            <p:ph idx="1"/>
          </p:nvPr>
        </p:nvSpPr>
        <p:spPr/>
        <p:txBody>
          <a:bodyPr>
            <a:normAutofit fontScale="85000" lnSpcReduction="10000"/>
          </a:bodyPr>
          <a:lstStyle/>
          <a:p>
            <a:pPr marL="0" indent="0">
              <a:buNone/>
            </a:pPr>
            <a:r>
              <a:rPr lang="ar-SY" dirty="0"/>
              <a:t>هي الجهة المختصة بالإشراف الفني والإداري على تنفيذ المشاريع العائدة لمحافظة دمشق، ومتابعة حسن تنفيذها وفق المواصفات الفنية ودفاتر الشروط والبرامج الزمنية المعتمدة. تتولى المديرية إدارة أجهزة الإشراف، والإشراف على </a:t>
            </a:r>
            <a:r>
              <a:rPr lang="ar-SY" dirty="0" err="1"/>
              <a:t>الاستلامات</a:t>
            </a:r>
            <a:r>
              <a:rPr lang="ar-SY" dirty="0"/>
              <a:t> المؤقتة والنهائية، وتدقيق دفاتر المساحة والكشوف المالية، وتصفية المشاريع المنتهية والعالقة، إضافة إلى إجراء الأعمال الطبوغرافية والفحوص المخبرية لمواد البناء والطرق. كما تسهم في ضبط جودة التنفيذ، وحل الإشكالات الفنية والإدارية، وضمان سلامة الإنفاق العام وحسن سير المشاريع الخدمية في المحافظة.</a:t>
            </a:r>
          </a:p>
        </p:txBody>
      </p:sp>
      <p:sp>
        <p:nvSpPr>
          <p:cNvPr id="2" name="Date Placeholder 1">
            <a:extLst>
              <a:ext uri="{FF2B5EF4-FFF2-40B4-BE49-F238E27FC236}">
                <a16:creationId xmlns:a16="http://schemas.microsoft.com/office/drawing/2014/main" id="{35A5E979-410A-D42C-51DD-424F20F29936}"/>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432D4ED4-4D5B-1883-9C24-6E04172536D5}"/>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027BDD9F-6386-A6DC-B1BA-5B6680216747}"/>
              </a:ext>
            </a:extLst>
          </p:cNvPr>
          <p:cNvSpPr>
            <a:spLocks noGrp="1"/>
          </p:cNvSpPr>
          <p:nvPr>
            <p:ph type="sldNum" sz="quarter" idx="12"/>
          </p:nvPr>
        </p:nvSpPr>
        <p:spPr/>
        <p:txBody>
          <a:bodyPr/>
          <a:lstStyle/>
          <a:p>
            <a:fld id="{065EBCF0-071A-41B4-9C48-9ADF70E893B6}" type="slidenum">
              <a:rPr lang="ar-SY" smtClean="0"/>
              <a:pPr/>
              <a:t>15</a:t>
            </a:fld>
            <a:endParaRPr lang="ar-SY" dirty="0"/>
          </a:p>
        </p:txBody>
      </p:sp>
    </p:spTree>
    <p:extLst>
      <p:ext uri="{BB962C8B-B14F-4D97-AF65-F5344CB8AC3E}">
        <p14:creationId xmlns:p14="http://schemas.microsoft.com/office/powerpoint/2010/main" val="3068412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50">
            <a:extLst>
              <a:ext uri="{FF2B5EF4-FFF2-40B4-BE49-F238E27FC236}">
                <a16:creationId xmlns:a16="http://schemas.microsoft.com/office/drawing/2014/main" id="{982FC8B8-F444-4B94-9CC1-125307C18B38}"/>
              </a:ext>
            </a:extLst>
          </p:cNvPr>
          <p:cNvSpPr/>
          <p:nvPr/>
        </p:nvSpPr>
        <p:spPr>
          <a:xfrm>
            <a:off x="6229251" y="2173535"/>
            <a:ext cx="1364937" cy="563683"/>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rPr>
              <a:t>دائرة الفرائض</a:t>
            </a:r>
            <a:endParaRPr lang="ar-SY" sz="1400" b="1" dirty="0">
              <a:ln w="0"/>
              <a:solidFill>
                <a:schemeClr val="tx1"/>
              </a:solidFill>
              <a:effectLst>
                <a:outerShdw blurRad="38100" dist="38100" dir="2700000" algn="tl">
                  <a:srgbClr val="000000">
                    <a:alpha val="43137"/>
                  </a:srgbClr>
                </a:outerShdw>
              </a:effectLst>
            </a:endParaRPr>
          </a:p>
        </p:txBody>
      </p:sp>
      <p:sp>
        <p:nvSpPr>
          <p:cNvPr id="3" name="مستطيل 12">
            <a:extLst>
              <a:ext uri="{FF2B5EF4-FFF2-40B4-BE49-F238E27FC236}">
                <a16:creationId xmlns:a16="http://schemas.microsoft.com/office/drawing/2014/main" id="{4730BF22-C3F2-47A5-8105-ABB02871FDC4}"/>
              </a:ext>
            </a:extLst>
          </p:cNvPr>
          <p:cNvSpPr/>
          <p:nvPr/>
        </p:nvSpPr>
        <p:spPr>
          <a:xfrm>
            <a:off x="9820238" y="2171698"/>
            <a:ext cx="1224000" cy="579805"/>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rPr>
              <a:t>دائرة التدقيق </a:t>
            </a:r>
          </a:p>
        </p:txBody>
      </p:sp>
      <p:sp>
        <p:nvSpPr>
          <p:cNvPr id="4" name="مستطيل 16">
            <a:extLst>
              <a:ext uri="{FF2B5EF4-FFF2-40B4-BE49-F238E27FC236}">
                <a16:creationId xmlns:a16="http://schemas.microsoft.com/office/drawing/2014/main" id="{25A3738F-0087-4C76-AB93-FDFEA054FB27}"/>
              </a:ext>
            </a:extLst>
          </p:cNvPr>
          <p:cNvSpPr/>
          <p:nvPr/>
        </p:nvSpPr>
        <p:spPr>
          <a:xfrm>
            <a:off x="11044238" y="3171213"/>
            <a:ext cx="857250"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التدقيق وتصفية المشاريع</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5" name="موصل: على شكل مرفق 30">
            <a:extLst>
              <a:ext uri="{FF2B5EF4-FFF2-40B4-BE49-F238E27FC236}">
                <a16:creationId xmlns:a16="http://schemas.microsoft.com/office/drawing/2014/main" id="{13FBC0B1-445F-4F96-981A-9F9AE19482A1}"/>
              </a:ext>
            </a:extLst>
          </p:cNvPr>
          <p:cNvCxnSpPr>
            <a:cxnSpLocks/>
            <a:stCxn id="3" idx="2"/>
            <a:endCxn id="34" idx="1"/>
          </p:cNvCxnSpPr>
          <p:nvPr/>
        </p:nvCxnSpPr>
        <p:spPr>
          <a:xfrm rot="16200000" flipH="1">
            <a:off x="9941759" y="3241981"/>
            <a:ext cx="1592956" cy="61199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198">
            <a:extLst>
              <a:ext uri="{FF2B5EF4-FFF2-40B4-BE49-F238E27FC236}">
                <a16:creationId xmlns:a16="http://schemas.microsoft.com/office/drawing/2014/main" id="{B5C65C9D-DE98-47DC-B7A5-347769793D2D}"/>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b="1" dirty="0">
                <a:ln w="0"/>
                <a:solidFill>
                  <a:schemeClr val="tx1"/>
                </a:solidFill>
                <a:effectLst>
                  <a:outerShdw blurRad="38100" dist="38100" dir="2700000" algn="tl">
                    <a:srgbClr val="000000">
                      <a:alpha val="43137"/>
                    </a:srgbClr>
                  </a:outerShdw>
                </a:effectLst>
              </a:rPr>
              <a:t>مديرية الإشراف</a:t>
            </a:r>
            <a:endParaRPr lang="ar-SY" b="1" dirty="0">
              <a:ln w="0"/>
              <a:solidFill>
                <a:schemeClr val="tx1"/>
              </a:solidFill>
              <a:effectLst>
                <a:outerShdw blurRad="38100" dist="38100" dir="2700000" algn="tl">
                  <a:srgbClr val="000000">
                    <a:alpha val="43137"/>
                  </a:srgbClr>
                </a:outerShdw>
              </a:effectLst>
            </a:endParaRPr>
          </a:p>
        </p:txBody>
      </p:sp>
      <p:cxnSp>
        <p:nvCxnSpPr>
          <p:cNvPr id="7" name="موصل: على شكل مرفق 199">
            <a:extLst>
              <a:ext uri="{FF2B5EF4-FFF2-40B4-BE49-F238E27FC236}">
                <a16:creationId xmlns:a16="http://schemas.microsoft.com/office/drawing/2014/main" id="{9C222ECD-8DC8-415E-ABEB-E6768F38D0FC}"/>
              </a:ext>
            </a:extLst>
          </p:cNvPr>
          <p:cNvCxnSpPr>
            <a:cxnSpLocks/>
            <a:stCxn id="6" idx="2"/>
            <a:endCxn id="3" idx="0"/>
          </p:cNvCxnSpPr>
          <p:nvPr/>
        </p:nvCxnSpPr>
        <p:spPr>
          <a:xfrm rot="16200000" flipH="1">
            <a:off x="7532334" y="-728207"/>
            <a:ext cx="1500979" cy="4298829"/>
          </a:xfrm>
          <a:prstGeom prst="bentConnector3">
            <a:avLst>
              <a:gd name="adj1" fmla="val 81024"/>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203">
            <a:extLst>
              <a:ext uri="{FF2B5EF4-FFF2-40B4-BE49-F238E27FC236}">
                <a16:creationId xmlns:a16="http://schemas.microsoft.com/office/drawing/2014/main" id="{67ACD299-5A60-4E88-AC40-011D12B3AEA8}"/>
              </a:ext>
            </a:extLst>
          </p:cNvPr>
          <p:cNvCxnSpPr>
            <a:cxnSpLocks/>
          </p:cNvCxnSpPr>
          <p:nvPr/>
        </p:nvCxnSpPr>
        <p:spPr>
          <a:xfrm rot="16200000" flipH="1">
            <a:off x="5771157" y="1032972"/>
            <a:ext cx="1502816" cy="778311"/>
          </a:xfrm>
          <a:prstGeom prst="bentConnector3">
            <a:avLst>
              <a:gd name="adj1" fmla="val 80986"/>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BF22D875-5905-4275-841D-0F4C5EB87910}"/>
              </a:ext>
            </a:extLst>
          </p:cNvPr>
          <p:cNvSpPr/>
          <p:nvPr/>
        </p:nvSpPr>
        <p:spPr>
          <a:xfrm>
            <a:off x="11048999" y="4891205"/>
            <a:ext cx="852489" cy="66507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المتابعة والمحفوظات </a:t>
            </a:r>
          </a:p>
        </p:txBody>
      </p:sp>
      <p:cxnSp>
        <p:nvCxnSpPr>
          <p:cNvPr id="10" name="موصل: على شكل مرفق 76">
            <a:extLst>
              <a:ext uri="{FF2B5EF4-FFF2-40B4-BE49-F238E27FC236}">
                <a16:creationId xmlns:a16="http://schemas.microsoft.com/office/drawing/2014/main" id="{AB3FB309-80F9-4F44-9830-E87EA607FCDA}"/>
              </a:ext>
            </a:extLst>
          </p:cNvPr>
          <p:cNvCxnSpPr>
            <a:cxnSpLocks/>
            <a:stCxn id="3" idx="2"/>
            <a:endCxn id="9" idx="1"/>
          </p:cNvCxnSpPr>
          <p:nvPr/>
        </p:nvCxnSpPr>
        <p:spPr>
          <a:xfrm rot="16200000" flipH="1">
            <a:off x="9504499" y="3679241"/>
            <a:ext cx="2472238" cy="61676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 name="موصل: على شكل مرفق 3">
            <a:extLst>
              <a:ext uri="{FF2B5EF4-FFF2-40B4-BE49-F238E27FC236}">
                <a16:creationId xmlns:a16="http://schemas.microsoft.com/office/drawing/2014/main" id="{1DFA65B6-E930-4576-9898-6806647277A8}"/>
              </a:ext>
            </a:extLst>
          </p:cNvPr>
          <p:cNvCxnSpPr>
            <a:cxnSpLocks/>
            <a:stCxn id="12" idx="2"/>
            <a:endCxn id="13" idx="1"/>
          </p:cNvCxnSpPr>
          <p:nvPr/>
        </p:nvCxnSpPr>
        <p:spPr>
          <a:xfrm rot="16200000" flipH="1">
            <a:off x="3073817" y="3357296"/>
            <a:ext cx="1612829" cy="3454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5">
            <a:extLst>
              <a:ext uri="{FF2B5EF4-FFF2-40B4-BE49-F238E27FC236}">
                <a16:creationId xmlns:a16="http://schemas.microsoft.com/office/drawing/2014/main" id="{C35D951B-8558-48EC-98C5-A819D03E6FAC}"/>
              </a:ext>
            </a:extLst>
          </p:cNvPr>
          <p:cNvSpPr/>
          <p:nvPr/>
        </p:nvSpPr>
        <p:spPr>
          <a:xfrm>
            <a:off x="3095531" y="2183582"/>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228600" indent="-228600" algn="ctr"/>
            <a:r>
              <a:rPr lang="ar-SA" sz="1400" b="1" dirty="0">
                <a:ln w="0"/>
                <a:solidFill>
                  <a:schemeClr val="tx1"/>
                </a:solidFill>
                <a:effectLst>
                  <a:outerShdw blurRad="38100" dist="38100" dir="2700000" algn="tl">
                    <a:srgbClr val="000000">
                      <a:alpha val="43137"/>
                    </a:srgbClr>
                  </a:outerShdw>
                </a:effectLst>
              </a:rPr>
              <a:t>دائرة الشؤون الإدارية</a:t>
            </a:r>
          </a:p>
        </p:txBody>
      </p:sp>
      <p:sp>
        <p:nvSpPr>
          <p:cNvPr id="13" name="مستطيل 7">
            <a:extLst>
              <a:ext uri="{FF2B5EF4-FFF2-40B4-BE49-F238E27FC236}">
                <a16:creationId xmlns:a16="http://schemas.microsoft.com/office/drawing/2014/main" id="{29A9477C-0908-4588-BE01-310994DCCF19}"/>
              </a:ext>
            </a:extLst>
          </p:cNvPr>
          <p:cNvSpPr/>
          <p:nvPr/>
        </p:nvSpPr>
        <p:spPr>
          <a:xfrm>
            <a:off x="4052931" y="4015846"/>
            <a:ext cx="844250"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الديوان </a:t>
            </a: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4" name="مستطيل 9">
            <a:extLst>
              <a:ext uri="{FF2B5EF4-FFF2-40B4-BE49-F238E27FC236}">
                <a16:creationId xmlns:a16="http://schemas.microsoft.com/office/drawing/2014/main" id="{95B1F08F-4598-46F3-9DF2-3B9D3C3EDA0E}"/>
              </a:ext>
            </a:extLst>
          </p:cNvPr>
          <p:cNvSpPr/>
          <p:nvPr/>
        </p:nvSpPr>
        <p:spPr>
          <a:xfrm>
            <a:off x="7143397" y="4015846"/>
            <a:ext cx="957503"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حساب التكاليف </a:t>
            </a:r>
          </a:p>
        </p:txBody>
      </p:sp>
      <p:cxnSp>
        <p:nvCxnSpPr>
          <p:cNvPr id="15" name="موصل: على شكل مرفق 17">
            <a:extLst>
              <a:ext uri="{FF2B5EF4-FFF2-40B4-BE49-F238E27FC236}">
                <a16:creationId xmlns:a16="http://schemas.microsoft.com/office/drawing/2014/main" id="{9615420A-C91E-46D1-B37A-BF73226251E9}"/>
              </a:ext>
            </a:extLst>
          </p:cNvPr>
          <p:cNvCxnSpPr>
            <a:cxnSpLocks/>
            <a:stCxn id="2" idx="2"/>
            <a:endCxn id="14" idx="1"/>
          </p:cNvCxnSpPr>
          <p:nvPr/>
        </p:nvCxnSpPr>
        <p:spPr>
          <a:xfrm rot="16200000" flipH="1">
            <a:off x="6227962" y="3420975"/>
            <a:ext cx="1599193" cy="23167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6" name="مستطيل 43">
            <a:extLst>
              <a:ext uri="{FF2B5EF4-FFF2-40B4-BE49-F238E27FC236}">
                <a16:creationId xmlns:a16="http://schemas.microsoft.com/office/drawing/2014/main" id="{C6EED699-8D45-4CD7-B834-E4CE510095EF}"/>
              </a:ext>
            </a:extLst>
          </p:cNvPr>
          <p:cNvSpPr/>
          <p:nvPr/>
        </p:nvSpPr>
        <p:spPr>
          <a:xfrm>
            <a:off x="4052931" y="3171213"/>
            <a:ext cx="844250" cy="65873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الذاتية</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7" name="موصل: على شكل مرفق 44">
            <a:extLst>
              <a:ext uri="{FF2B5EF4-FFF2-40B4-BE49-F238E27FC236}">
                <a16:creationId xmlns:a16="http://schemas.microsoft.com/office/drawing/2014/main" id="{56F0E2A9-C96F-4299-B048-1F5C71F3AEC2}"/>
              </a:ext>
            </a:extLst>
          </p:cNvPr>
          <p:cNvCxnSpPr>
            <a:cxnSpLocks/>
            <a:stCxn id="12" idx="2"/>
            <a:endCxn id="16" idx="1"/>
          </p:cNvCxnSpPr>
          <p:nvPr/>
        </p:nvCxnSpPr>
        <p:spPr>
          <a:xfrm rot="16200000" flipH="1">
            <a:off x="3491733" y="2939380"/>
            <a:ext cx="776997" cy="3454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8" name="مستطيل 72">
            <a:extLst>
              <a:ext uri="{FF2B5EF4-FFF2-40B4-BE49-F238E27FC236}">
                <a16:creationId xmlns:a16="http://schemas.microsoft.com/office/drawing/2014/main" id="{D51EAA80-FE76-426F-81C6-77E70285CFCC}"/>
              </a:ext>
            </a:extLst>
          </p:cNvPr>
          <p:cNvSpPr/>
          <p:nvPr/>
        </p:nvSpPr>
        <p:spPr>
          <a:xfrm>
            <a:off x="7143398" y="3171213"/>
            <a:ext cx="948601"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القياسات المساحية</a:t>
            </a:r>
          </a:p>
        </p:txBody>
      </p:sp>
      <p:cxnSp>
        <p:nvCxnSpPr>
          <p:cNvPr id="19" name="موصل: على شكل مرفق 93">
            <a:extLst>
              <a:ext uri="{FF2B5EF4-FFF2-40B4-BE49-F238E27FC236}">
                <a16:creationId xmlns:a16="http://schemas.microsoft.com/office/drawing/2014/main" id="{89FA6779-5D69-40D9-B552-34BCDEE0C48C}"/>
              </a:ext>
            </a:extLst>
          </p:cNvPr>
          <p:cNvCxnSpPr>
            <a:cxnSpLocks/>
            <a:stCxn id="2" idx="2"/>
            <a:endCxn id="18" idx="1"/>
          </p:cNvCxnSpPr>
          <p:nvPr/>
        </p:nvCxnSpPr>
        <p:spPr>
          <a:xfrm rot="16200000" flipH="1">
            <a:off x="6644304" y="3004634"/>
            <a:ext cx="766510" cy="23167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موصل: على شكل مرفق 135">
            <a:extLst>
              <a:ext uri="{FF2B5EF4-FFF2-40B4-BE49-F238E27FC236}">
                <a16:creationId xmlns:a16="http://schemas.microsoft.com/office/drawing/2014/main" id="{35C83C90-C0F7-4D2A-A110-0302CA214D9D}"/>
              </a:ext>
            </a:extLst>
          </p:cNvPr>
          <p:cNvCxnSpPr>
            <a:cxnSpLocks/>
            <a:stCxn id="6" idx="2"/>
            <a:endCxn id="12" idx="0"/>
          </p:cNvCxnSpPr>
          <p:nvPr/>
        </p:nvCxnSpPr>
        <p:spPr>
          <a:xfrm rot="5400000">
            <a:off x="4164039" y="214211"/>
            <a:ext cx="1512863" cy="2425878"/>
          </a:xfrm>
          <a:prstGeom prst="bentConnector3">
            <a:avLst>
              <a:gd name="adj1" fmla="val 8022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موصل: على شكل مرفق 29">
            <a:extLst>
              <a:ext uri="{FF2B5EF4-FFF2-40B4-BE49-F238E27FC236}">
                <a16:creationId xmlns:a16="http://schemas.microsoft.com/office/drawing/2014/main" id="{0C83424F-2F3C-432B-A05E-46C5BB95921F}"/>
              </a:ext>
            </a:extLst>
          </p:cNvPr>
          <p:cNvCxnSpPr>
            <a:cxnSpLocks/>
            <a:stCxn id="22" idx="2"/>
            <a:endCxn id="23" idx="1"/>
          </p:cNvCxnSpPr>
          <p:nvPr/>
        </p:nvCxnSpPr>
        <p:spPr>
          <a:xfrm rot="16200000" flipH="1">
            <a:off x="1040875" y="3367341"/>
            <a:ext cx="1607241" cy="34699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2" name="مستطيل 31">
            <a:extLst>
              <a:ext uri="{FF2B5EF4-FFF2-40B4-BE49-F238E27FC236}">
                <a16:creationId xmlns:a16="http://schemas.microsoft.com/office/drawing/2014/main" id="{1C6FD0DA-7BB5-4EC6-B05B-2AF9D2E64B26}"/>
              </a:ext>
            </a:extLst>
          </p:cNvPr>
          <p:cNvSpPr/>
          <p:nvPr/>
        </p:nvSpPr>
        <p:spPr>
          <a:xfrm>
            <a:off x="1059000" y="2183582"/>
            <a:ext cx="1224000" cy="553635"/>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rPr>
              <a:t>دائرة المخبر</a:t>
            </a:r>
          </a:p>
        </p:txBody>
      </p:sp>
      <p:sp>
        <p:nvSpPr>
          <p:cNvPr id="23" name="مستطيل 34">
            <a:extLst>
              <a:ext uri="{FF2B5EF4-FFF2-40B4-BE49-F238E27FC236}">
                <a16:creationId xmlns:a16="http://schemas.microsoft.com/office/drawing/2014/main" id="{B2A26CC9-A878-4B2C-BF11-8D3BAA3DF61D}"/>
              </a:ext>
            </a:extLst>
          </p:cNvPr>
          <p:cNvSpPr/>
          <p:nvPr/>
        </p:nvSpPr>
        <p:spPr>
          <a:xfrm>
            <a:off x="2017991" y="4024803"/>
            <a:ext cx="828675" cy="63930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اختبار مواد البناء والبيتون </a:t>
            </a: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24" name="مستطيل 35">
            <a:extLst>
              <a:ext uri="{FF2B5EF4-FFF2-40B4-BE49-F238E27FC236}">
                <a16:creationId xmlns:a16="http://schemas.microsoft.com/office/drawing/2014/main" id="{190BB0B1-F077-43EB-BF23-9FB32C8F36BF}"/>
              </a:ext>
            </a:extLst>
          </p:cNvPr>
          <p:cNvSpPr/>
          <p:nvPr/>
        </p:nvSpPr>
        <p:spPr>
          <a:xfrm>
            <a:off x="2001376" y="5698067"/>
            <a:ext cx="861906" cy="74864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المعلومات والمعايرة</a:t>
            </a:r>
          </a:p>
          <a:p>
            <a:pPr algn="ct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25" name="موصل: على شكل مرفق 36">
            <a:extLst>
              <a:ext uri="{FF2B5EF4-FFF2-40B4-BE49-F238E27FC236}">
                <a16:creationId xmlns:a16="http://schemas.microsoft.com/office/drawing/2014/main" id="{D9F53A7A-9C3F-4B08-8165-5E8A20AE2355}"/>
              </a:ext>
            </a:extLst>
          </p:cNvPr>
          <p:cNvCxnSpPr>
            <a:cxnSpLocks/>
            <a:stCxn id="22" idx="2"/>
            <a:endCxn id="24" idx="1"/>
          </p:cNvCxnSpPr>
          <p:nvPr/>
        </p:nvCxnSpPr>
        <p:spPr>
          <a:xfrm rot="16200000" flipH="1">
            <a:off x="168602" y="4239615"/>
            <a:ext cx="3335172" cy="3303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موصل: على شكل مرفق 38">
            <a:extLst>
              <a:ext uri="{FF2B5EF4-FFF2-40B4-BE49-F238E27FC236}">
                <a16:creationId xmlns:a16="http://schemas.microsoft.com/office/drawing/2014/main" id="{82887505-129C-4528-BE80-FB4D3368C071}"/>
              </a:ext>
            </a:extLst>
          </p:cNvPr>
          <p:cNvCxnSpPr>
            <a:cxnSpLocks/>
            <a:stCxn id="6" idx="2"/>
            <a:endCxn id="22" idx="0"/>
          </p:cNvCxnSpPr>
          <p:nvPr/>
        </p:nvCxnSpPr>
        <p:spPr>
          <a:xfrm rot="5400000">
            <a:off x="3145774" y="-804054"/>
            <a:ext cx="1512863" cy="4462409"/>
          </a:xfrm>
          <a:prstGeom prst="bentConnector3">
            <a:avLst>
              <a:gd name="adj1" fmla="val 80221"/>
            </a:avLst>
          </a:prstGeom>
          <a:ln w="19050">
            <a:tailEnd type="triangle"/>
          </a:ln>
        </p:spPr>
        <p:style>
          <a:lnRef idx="1">
            <a:schemeClr val="dk1"/>
          </a:lnRef>
          <a:fillRef idx="0">
            <a:schemeClr val="dk1"/>
          </a:fillRef>
          <a:effectRef idx="0">
            <a:schemeClr val="dk1"/>
          </a:effectRef>
          <a:fontRef idx="minor">
            <a:schemeClr val="tx1"/>
          </a:fontRef>
        </p:style>
      </p:cxnSp>
      <p:sp>
        <p:nvSpPr>
          <p:cNvPr id="27" name="مستطيل 65">
            <a:extLst>
              <a:ext uri="{FF2B5EF4-FFF2-40B4-BE49-F238E27FC236}">
                <a16:creationId xmlns:a16="http://schemas.microsoft.com/office/drawing/2014/main" id="{E9625801-8530-4F18-B40C-54E07162777D}"/>
              </a:ext>
            </a:extLst>
          </p:cNvPr>
          <p:cNvSpPr/>
          <p:nvPr/>
        </p:nvSpPr>
        <p:spPr>
          <a:xfrm>
            <a:off x="3242535" y="1086718"/>
            <a:ext cx="1398423"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600" b="1" dirty="0">
                <a:ln w="0"/>
                <a:solidFill>
                  <a:schemeClr val="tx1"/>
                </a:solidFill>
                <a:effectLst>
                  <a:outerShdw blurRad="38100" dist="38100" dir="2700000" algn="tl">
                    <a:srgbClr val="000000">
                      <a:alpha val="43137"/>
                    </a:srgbClr>
                  </a:outerShdw>
                </a:effectLst>
              </a:rPr>
              <a:t>معاون مدير إداري</a:t>
            </a:r>
            <a:endParaRPr lang="ar-SY" sz="1600" b="1" dirty="0">
              <a:ln w="0"/>
              <a:solidFill>
                <a:schemeClr val="tx1"/>
              </a:solidFill>
              <a:effectLst>
                <a:outerShdw blurRad="38100" dist="38100" dir="2700000" algn="tl">
                  <a:srgbClr val="000000">
                    <a:alpha val="43137"/>
                  </a:srgbClr>
                </a:outerShdw>
              </a:effectLst>
            </a:endParaRPr>
          </a:p>
        </p:txBody>
      </p:sp>
      <p:cxnSp>
        <p:nvCxnSpPr>
          <p:cNvPr id="28" name="موصل: على شكل مرفق 66">
            <a:extLst>
              <a:ext uri="{FF2B5EF4-FFF2-40B4-BE49-F238E27FC236}">
                <a16:creationId xmlns:a16="http://schemas.microsoft.com/office/drawing/2014/main" id="{F5A8C165-AD08-41EF-B6D3-4E939417BB3E}"/>
              </a:ext>
            </a:extLst>
          </p:cNvPr>
          <p:cNvCxnSpPr>
            <a:cxnSpLocks/>
            <a:stCxn id="6" idx="2"/>
            <a:endCxn id="27" idx="0"/>
          </p:cNvCxnSpPr>
          <p:nvPr/>
        </p:nvCxnSpPr>
        <p:spPr>
          <a:xfrm rot="5400000">
            <a:off x="4829579" y="-217113"/>
            <a:ext cx="415999" cy="219166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0" name="مستطيل 56">
            <a:extLst>
              <a:ext uri="{FF2B5EF4-FFF2-40B4-BE49-F238E27FC236}">
                <a16:creationId xmlns:a16="http://schemas.microsoft.com/office/drawing/2014/main" id="{903D796C-C28F-4A88-A307-3B6C1FF50C0A}"/>
              </a:ext>
            </a:extLst>
          </p:cNvPr>
          <p:cNvSpPr/>
          <p:nvPr/>
        </p:nvSpPr>
        <p:spPr>
          <a:xfrm>
            <a:off x="7986713" y="2171700"/>
            <a:ext cx="1100137" cy="5715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solidFill>
                  <a:schemeClr val="tx1">
                    <a:lumMod val="95000"/>
                    <a:lumOff val="5000"/>
                  </a:schemeClr>
                </a:solidFill>
              </a:rPr>
              <a:t>دائرة الإشراف على المشاريع</a:t>
            </a:r>
            <a:endParaRPr lang="ar-SY" sz="1400" b="1" dirty="0">
              <a:solidFill>
                <a:schemeClr val="tx1">
                  <a:lumMod val="95000"/>
                  <a:lumOff val="5000"/>
                </a:schemeClr>
              </a:solidFill>
            </a:endParaRPr>
          </a:p>
        </p:txBody>
      </p:sp>
      <p:sp>
        <p:nvSpPr>
          <p:cNvPr id="32" name="مستطيل 62">
            <a:extLst>
              <a:ext uri="{FF2B5EF4-FFF2-40B4-BE49-F238E27FC236}">
                <a16:creationId xmlns:a16="http://schemas.microsoft.com/office/drawing/2014/main" id="{DC32A2EC-187F-4771-A953-3FFCAB598898}"/>
              </a:ext>
            </a:extLst>
          </p:cNvPr>
          <p:cNvSpPr/>
          <p:nvPr/>
        </p:nvSpPr>
        <p:spPr>
          <a:xfrm>
            <a:off x="4720593" y="2171697"/>
            <a:ext cx="1157287" cy="54292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solidFill>
                  <a:schemeClr val="tx1">
                    <a:lumMod val="95000"/>
                    <a:lumOff val="5000"/>
                  </a:schemeClr>
                </a:solidFill>
              </a:rPr>
              <a:t>دائرة الطبوغرافيا</a:t>
            </a:r>
            <a:endParaRPr lang="ar-SY" sz="1400" b="1" dirty="0">
              <a:solidFill>
                <a:schemeClr val="tx1">
                  <a:lumMod val="95000"/>
                  <a:lumOff val="5000"/>
                </a:schemeClr>
              </a:solidFill>
            </a:endParaRPr>
          </a:p>
        </p:txBody>
      </p:sp>
      <p:sp>
        <p:nvSpPr>
          <p:cNvPr id="34" name="مستطيل 87">
            <a:extLst>
              <a:ext uri="{FF2B5EF4-FFF2-40B4-BE49-F238E27FC236}">
                <a16:creationId xmlns:a16="http://schemas.microsoft.com/office/drawing/2014/main" id="{C0FAC277-A808-46D0-B20A-3C57B19D39A6}"/>
              </a:ext>
            </a:extLst>
          </p:cNvPr>
          <p:cNvSpPr/>
          <p:nvPr/>
        </p:nvSpPr>
        <p:spPr>
          <a:xfrm>
            <a:off x="11044237" y="4015846"/>
            <a:ext cx="859895" cy="65722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rPr>
              <a:t>شعبة التخطيط</a:t>
            </a:r>
            <a:endParaRPr lang="ar-SY" sz="1200" b="1" dirty="0">
              <a:solidFill>
                <a:schemeClr val="tx1"/>
              </a:solidFill>
            </a:endParaRPr>
          </a:p>
        </p:txBody>
      </p:sp>
      <p:sp>
        <p:nvSpPr>
          <p:cNvPr id="36" name="مستطيل 116">
            <a:extLst>
              <a:ext uri="{FF2B5EF4-FFF2-40B4-BE49-F238E27FC236}">
                <a16:creationId xmlns:a16="http://schemas.microsoft.com/office/drawing/2014/main" id="{00341404-C6C4-493E-87CF-73722744B3EF}"/>
              </a:ext>
            </a:extLst>
          </p:cNvPr>
          <p:cNvSpPr/>
          <p:nvPr/>
        </p:nvSpPr>
        <p:spPr>
          <a:xfrm>
            <a:off x="2001376" y="3177132"/>
            <a:ext cx="861906" cy="65281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Al-Jazeera-Arabic-Bold"/>
              </a:rPr>
              <a:t>شعبة</a:t>
            </a:r>
            <a:r>
              <a:rPr lang="ar-SA" sz="1200" dirty="0">
                <a:latin typeface="Al-Jazeera-Arabic-Bold"/>
              </a:rPr>
              <a:t> </a:t>
            </a:r>
            <a:r>
              <a:rPr lang="ar-SA" sz="1200" dirty="0">
                <a:solidFill>
                  <a:schemeClr val="tx1"/>
                </a:solidFill>
                <a:latin typeface="Al-Jazeera-Arabic-Bold"/>
              </a:rPr>
              <a:t>اختبار</a:t>
            </a:r>
            <a:r>
              <a:rPr lang="ar-SA" sz="1200" dirty="0">
                <a:latin typeface="Al-Jazeera-Arabic-Bold"/>
              </a:rPr>
              <a:t> </a:t>
            </a:r>
            <a:r>
              <a:rPr lang="ar-SA" sz="1200" dirty="0">
                <a:solidFill>
                  <a:schemeClr val="tx1"/>
                </a:solidFill>
                <a:latin typeface="Al-Jazeera-Arabic-Bold"/>
              </a:rPr>
              <a:t>الطرق</a:t>
            </a:r>
            <a:endParaRPr lang="ar-SY" sz="1200" dirty="0">
              <a:solidFill>
                <a:schemeClr val="tx1"/>
              </a:solidFill>
              <a:latin typeface="Al-Jazeera-Arabic-Bold"/>
            </a:endParaRPr>
          </a:p>
        </p:txBody>
      </p:sp>
      <p:sp>
        <p:nvSpPr>
          <p:cNvPr id="38" name="مستطيل 122">
            <a:extLst>
              <a:ext uri="{FF2B5EF4-FFF2-40B4-BE49-F238E27FC236}">
                <a16:creationId xmlns:a16="http://schemas.microsoft.com/office/drawing/2014/main" id="{68230234-9BD9-4165-BB56-BE8B6B96D5FB}"/>
              </a:ext>
            </a:extLst>
          </p:cNvPr>
          <p:cNvSpPr/>
          <p:nvPr/>
        </p:nvSpPr>
        <p:spPr>
          <a:xfrm>
            <a:off x="2017991" y="4916969"/>
            <a:ext cx="828675" cy="63930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Al-Jazeera-Arabic-Bold"/>
              </a:rPr>
              <a:t>شعبة</a:t>
            </a:r>
            <a:r>
              <a:rPr lang="ar-SA" sz="1200" b="1" dirty="0">
                <a:solidFill>
                  <a:schemeClr val="tx1"/>
                </a:solidFill>
                <a:latin typeface="Al-Jazeera-Arabic-Bold"/>
              </a:rPr>
              <a:t> </a:t>
            </a:r>
            <a:r>
              <a:rPr lang="ar-SA" sz="1200" dirty="0">
                <a:solidFill>
                  <a:schemeClr val="tx1"/>
                </a:solidFill>
                <a:latin typeface="Al-Jazeera-Arabic-Bold"/>
              </a:rPr>
              <a:t>ميكانيك التربة</a:t>
            </a:r>
            <a:endParaRPr lang="ar-SY" sz="1200" dirty="0">
              <a:solidFill>
                <a:schemeClr val="tx1"/>
              </a:solidFill>
              <a:latin typeface="Al-Jazeera-Arabic-Bold"/>
            </a:endParaRPr>
          </a:p>
        </p:txBody>
      </p:sp>
      <p:sp>
        <p:nvSpPr>
          <p:cNvPr id="40" name="مستطيل 41">
            <a:extLst>
              <a:ext uri="{FF2B5EF4-FFF2-40B4-BE49-F238E27FC236}">
                <a16:creationId xmlns:a16="http://schemas.microsoft.com/office/drawing/2014/main" id="{3127DEB7-BA3F-4C41-9BC6-B41A89879F38}"/>
              </a:ext>
            </a:extLst>
          </p:cNvPr>
          <p:cNvSpPr/>
          <p:nvPr/>
        </p:nvSpPr>
        <p:spPr>
          <a:xfrm>
            <a:off x="7451791" y="1087350"/>
            <a:ext cx="1285875" cy="5715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600" b="1" dirty="0">
                <a:solidFill>
                  <a:schemeClr val="tx1"/>
                </a:solidFill>
              </a:rPr>
              <a:t>معاون مدير فني</a:t>
            </a:r>
            <a:endParaRPr lang="ar-SY" sz="1600" b="1" dirty="0">
              <a:solidFill>
                <a:schemeClr val="tx1"/>
              </a:solidFill>
            </a:endParaRPr>
          </a:p>
        </p:txBody>
      </p:sp>
      <p:cxnSp>
        <p:nvCxnSpPr>
          <p:cNvPr id="46" name="موصل: على شكل مرفق 66">
            <a:extLst>
              <a:ext uri="{FF2B5EF4-FFF2-40B4-BE49-F238E27FC236}">
                <a16:creationId xmlns:a16="http://schemas.microsoft.com/office/drawing/2014/main" id="{62FC0EFD-2009-4148-949F-F6862DDF117D}"/>
              </a:ext>
            </a:extLst>
          </p:cNvPr>
          <p:cNvCxnSpPr>
            <a:cxnSpLocks/>
            <a:stCxn id="6" idx="2"/>
            <a:endCxn id="40" idx="0"/>
          </p:cNvCxnSpPr>
          <p:nvPr/>
        </p:nvCxnSpPr>
        <p:spPr>
          <a:xfrm rot="16200000" flipH="1">
            <a:off x="6905754" y="-101626"/>
            <a:ext cx="416631" cy="19613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0" name="موصل: على شكل مرفق 66">
            <a:extLst>
              <a:ext uri="{FF2B5EF4-FFF2-40B4-BE49-F238E27FC236}">
                <a16:creationId xmlns:a16="http://schemas.microsoft.com/office/drawing/2014/main" id="{87BBCAB4-3021-4C25-B715-1C4919BA14E1}"/>
              </a:ext>
            </a:extLst>
          </p:cNvPr>
          <p:cNvCxnSpPr>
            <a:cxnSpLocks/>
            <a:stCxn id="6" idx="2"/>
            <a:endCxn id="32" idx="0"/>
          </p:cNvCxnSpPr>
          <p:nvPr/>
        </p:nvCxnSpPr>
        <p:spPr>
          <a:xfrm rot="5400000">
            <a:off x="4965834" y="1004122"/>
            <a:ext cx="1500978" cy="834172"/>
          </a:xfrm>
          <a:prstGeom prst="bentConnector3">
            <a:avLst>
              <a:gd name="adj1" fmla="val 81024"/>
            </a:avLst>
          </a:prstGeom>
          <a:ln w="19050">
            <a:tailEnd type="triangle"/>
          </a:ln>
        </p:spPr>
        <p:style>
          <a:lnRef idx="1">
            <a:schemeClr val="dk1"/>
          </a:lnRef>
          <a:fillRef idx="0">
            <a:schemeClr val="dk1"/>
          </a:fillRef>
          <a:effectRef idx="0">
            <a:schemeClr val="dk1"/>
          </a:effectRef>
          <a:fontRef idx="minor">
            <a:schemeClr val="tx1"/>
          </a:fontRef>
        </p:style>
      </p:cxnSp>
      <p:cxnSp>
        <p:nvCxnSpPr>
          <p:cNvPr id="71" name="موصل: على شكل مرفق 66">
            <a:extLst>
              <a:ext uri="{FF2B5EF4-FFF2-40B4-BE49-F238E27FC236}">
                <a16:creationId xmlns:a16="http://schemas.microsoft.com/office/drawing/2014/main" id="{6F5C0CDB-15D7-4BA1-864C-801BF34616AF}"/>
              </a:ext>
            </a:extLst>
          </p:cNvPr>
          <p:cNvCxnSpPr>
            <a:cxnSpLocks/>
            <a:stCxn id="6" idx="2"/>
            <a:endCxn id="30" idx="0"/>
          </p:cNvCxnSpPr>
          <p:nvPr/>
        </p:nvCxnSpPr>
        <p:spPr>
          <a:xfrm rot="16200000" flipH="1">
            <a:off x="6584605" y="219522"/>
            <a:ext cx="1500981" cy="2403373"/>
          </a:xfrm>
          <a:prstGeom prst="bentConnector3">
            <a:avLst>
              <a:gd name="adj1" fmla="val 81024"/>
            </a:avLst>
          </a:prstGeom>
          <a:ln w="19050">
            <a:tailEnd type="triangle"/>
          </a:ln>
        </p:spPr>
        <p:style>
          <a:lnRef idx="1">
            <a:schemeClr val="dk1"/>
          </a:lnRef>
          <a:fillRef idx="0">
            <a:schemeClr val="dk1"/>
          </a:fillRef>
          <a:effectRef idx="0">
            <a:schemeClr val="dk1"/>
          </a:effectRef>
          <a:fontRef idx="minor">
            <a:schemeClr val="tx1"/>
          </a:fontRef>
        </p:style>
      </p:cxnSp>
      <p:cxnSp>
        <p:nvCxnSpPr>
          <p:cNvPr id="106" name="موصل: على شكل مرفق 30">
            <a:extLst>
              <a:ext uri="{FF2B5EF4-FFF2-40B4-BE49-F238E27FC236}">
                <a16:creationId xmlns:a16="http://schemas.microsoft.com/office/drawing/2014/main" id="{43F1D20C-9A5A-4BE3-808C-7F5AC2A80F82}"/>
              </a:ext>
            </a:extLst>
          </p:cNvPr>
          <p:cNvCxnSpPr>
            <a:cxnSpLocks/>
            <a:stCxn id="3" idx="2"/>
            <a:endCxn id="4" idx="1"/>
          </p:cNvCxnSpPr>
          <p:nvPr/>
        </p:nvCxnSpPr>
        <p:spPr>
          <a:xfrm rot="16200000" flipH="1">
            <a:off x="10371758" y="2811983"/>
            <a:ext cx="732960" cy="612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39" name="موصل: على شكل مرفق 36">
            <a:extLst>
              <a:ext uri="{FF2B5EF4-FFF2-40B4-BE49-F238E27FC236}">
                <a16:creationId xmlns:a16="http://schemas.microsoft.com/office/drawing/2014/main" id="{07F58DEE-7C39-402A-9351-882B7AD3310D}"/>
              </a:ext>
            </a:extLst>
          </p:cNvPr>
          <p:cNvCxnSpPr>
            <a:cxnSpLocks/>
            <a:stCxn id="22" idx="2"/>
            <a:endCxn id="38" idx="1"/>
          </p:cNvCxnSpPr>
          <p:nvPr/>
        </p:nvCxnSpPr>
        <p:spPr>
          <a:xfrm rot="16200000" flipH="1">
            <a:off x="594792" y="3813424"/>
            <a:ext cx="2499406" cy="34699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44" name="موصل: على شكل مرفق 36">
            <a:extLst>
              <a:ext uri="{FF2B5EF4-FFF2-40B4-BE49-F238E27FC236}">
                <a16:creationId xmlns:a16="http://schemas.microsoft.com/office/drawing/2014/main" id="{5BFD4560-4FB7-4198-8B01-A617EC715E1C}"/>
              </a:ext>
            </a:extLst>
          </p:cNvPr>
          <p:cNvCxnSpPr>
            <a:cxnSpLocks/>
            <a:stCxn id="22" idx="2"/>
            <a:endCxn id="36" idx="1"/>
          </p:cNvCxnSpPr>
          <p:nvPr/>
        </p:nvCxnSpPr>
        <p:spPr>
          <a:xfrm rot="16200000" flipH="1">
            <a:off x="1453028" y="2955189"/>
            <a:ext cx="766321" cy="3303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9" name="Date Placeholder 28">
            <a:extLst>
              <a:ext uri="{FF2B5EF4-FFF2-40B4-BE49-F238E27FC236}">
                <a16:creationId xmlns:a16="http://schemas.microsoft.com/office/drawing/2014/main" id="{8F6CD668-A0A6-F272-F803-494AF12B127A}"/>
              </a:ext>
            </a:extLst>
          </p:cNvPr>
          <p:cNvSpPr>
            <a:spLocks noGrp="1"/>
          </p:cNvSpPr>
          <p:nvPr>
            <p:ph type="dt" sz="half" idx="10"/>
          </p:nvPr>
        </p:nvSpPr>
        <p:spPr/>
        <p:txBody>
          <a:bodyPr/>
          <a:lstStyle/>
          <a:p>
            <a:fld id="{531063FF-5228-46BA-A2A2-C24409099F69}" type="datetime8">
              <a:rPr lang="ar-SY" smtClean="0"/>
              <a:t>28 تشرين الأول، 26</a:t>
            </a:fld>
            <a:endParaRPr lang="ar-SY" dirty="0"/>
          </a:p>
        </p:txBody>
      </p:sp>
      <p:sp>
        <p:nvSpPr>
          <p:cNvPr id="31" name="Footer Placeholder 30">
            <a:extLst>
              <a:ext uri="{FF2B5EF4-FFF2-40B4-BE49-F238E27FC236}">
                <a16:creationId xmlns:a16="http://schemas.microsoft.com/office/drawing/2014/main" id="{C734C25C-1115-FDC7-6C0A-3173CC677D97}"/>
              </a:ext>
            </a:extLst>
          </p:cNvPr>
          <p:cNvSpPr>
            <a:spLocks noGrp="1"/>
          </p:cNvSpPr>
          <p:nvPr>
            <p:ph type="ftr" sz="quarter" idx="11"/>
          </p:nvPr>
        </p:nvSpPr>
        <p:spPr/>
        <p:txBody>
          <a:bodyPr/>
          <a:lstStyle/>
          <a:p>
            <a:r>
              <a:rPr lang="ar-SY"/>
              <a:t>التعريف العام بمحافظة دمشق</a:t>
            </a:r>
          </a:p>
        </p:txBody>
      </p:sp>
      <p:sp>
        <p:nvSpPr>
          <p:cNvPr id="33" name="Slide Number Placeholder 32">
            <a:extLst>
              <a:ext uri="{FF2B5EF4-FFF2-40B4-BE49-F238E27FC236}">
                <a16:creationId xmlns:a16="http://schemas.microsoft.com/office/drawing/2014/main" id="{D1EB31C1-C1DD-E3A9-91B6-26E72954A12A}"/>
              </a:ext>
            </a:extLst>
          </p:cNvPr>
          <p:cNvSpPr>
            <a:spLocks noGrp="1"/>
          </p:cNvSpPr>
          <p:nvPr>
            <p:ph type="sldNum" sz="quarter" idx="12"/>
          </p:nvPr>
        </p:nvSpPr>
        <p:spPr/>
        <p:txBody>
          <a:bodyPr/>
          <a:lstStyle/>
          <a:p>
            <a:fld id="{065EBCF0-071A-41B4-9C48-9ADF70E893B6}" type="slidenum">
              <a:rPr lang="ar-SY" smtClean="0"/>
              <a:pPr/>
              <a:t>16</a:t>
            </a:fld>
            <a:endParaRPr lang="ar-SY" dirty="0"/>
          </a:p>
        </p:txBody>
      </p:sp>
    </p:spTree>
    <p:extLst>
      <p:ext uri="{BB962C8B-B14F-4D97-AF65-F5344CB8AC3E}">
        <p14:creationId xmlns:p14="http://schemas.microsoft.com/office/powerpoint/2010/main" val="2580749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727B2D-5EE5-BF4D-1A16-6F74BC02E282}"/>
              </a:ext>
            </a:extLst>
          </p:cNvPr>
          <p:cNvSpPr>
            <a:spLocks noGrp="1"/>
          </p:cNvSpPr>
          <p:nvPr>
            <p:ph type="title"/>
          </p:nvPr>
        </p:nvSpPr>
        <p:spPr/>
        <p:txBody>
          <a:bodyPr/>
          <a:lstStyle/>
          <a:p>
            <a:r>
              <a:rPr lang="ar-SY" dirty="0"/>
              <a:t>مديرية الخدمات الفنية</a:t>
            </a:r>
          </a:p>
        </p:txBody>
      </p:sp>
      <p:sp>
        <p:nvSpPr>
          <p:cNvPr id="6" name="Content Placeholder 5">
            <a:extLst>
              <a:ext uri="{FF2B5EF4-FFF2-40B4-BE49-F238E27FC236}">
                <a16:creationId xmlns:a16="http://schemas.microsoft.com/office/drawing/2014/main" id="{842DF720-129B-3879-F153-8A537278E858}"/>
              </a:ext>
            </a:extLst>
          </p:cNvPr>
          <p:cNvSpPr>
            <a:spLocks noGrp="1"/>
          </p:cNvSpPr>
          <p:nvPr>
            <p:ph idx="1"/>
          </p:nvPr>
        </p:nvSpPr>
        <p:spPr/>
        <p:txBody>
          <a:bodyPr>
            <a:normAutofit fontScale="77500" lnSpcReduction="20000"/>
          </a:bodyPr>
          <a:lstStyle/>
          <a:p>
            <a:pPr marL="0" indent="0">
              <a:buNone/>
            </a:pPr>
            <a:r>
              <a:rPr lang="ar-SY" dirty="0"/>
              <a:t>هي الجهة المختصة بتخطيط ودراسة وتصميم وتنفيذ وصيانة الأبنية والمنشآت العائدة لمحافظة دمشق، بما فيها الأبنية الحكومية والمدارس والمنشآت الخدمية، وفق الخطط والبرامج المعتمدة. تتولى إعداد الدراسات الفنية ودفاتر الشروط والكشوف التقديرية، والإشراف على تنفيذ المشاريع سواء بالأمانة أو بالتعاقد، ومتابعة صيانة الأبنية والمنشآت وضمان جودة التنفيذ. كما تشرف على شؤون الاستملاك والتعاون السكني، وإدارة العقود والشؤون القانونية والمالية والإدارية المرتبطة بالمشاريع، وتدير الآليات والمستودعات والدعم الفني والمعلوماتي، بما يضمن حسن استثمار الموارد العامة وسلامة الإنفاق وتحقيق الأهداف الخدمية للمحافظة.</a:t>
            </a:r>
          </a:p>
        </p:txBody>
      </p:sp>
      <p:sp>
        <p:nvSpPr>
          <p:cNvPr id="2" name="Date Placeholder 1">
            <a:extLst>
              <a:ext uri="{FF2B5EF4-FFF2-40B4-BE49-F238E27FC236}">
                <a16:creationId xmlns:a16="http://schemas.microsoft.com/office/drawing/2014/main" id="{7AB6F296-22B1-782B-9B26-E5DCADAC987E}"/>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D1495B41-5C06-9255-2E72-2842077CA59B}"/>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0C8C9032-E0E0-D354-8066-FC8919F54253}"/>
              </a:ext>
            </a:extLst>
          </p:cNvPr>
          <p:cNvSpPr>
            <a:spLocks noGrp="1"/>
          </p:cNvSpPr>
          <p:nvPr>
            <p:ph type="sldNum" sz="quarter" idx="12"/>
          </p:nvPr>
        </p:nvSpPr>
        <p:spPr/>
        <p:txBody>
          <a:bodyPr/>
          <a:lstStyle/>
          <a:p>
            <a:fld id="{065EBCF0-071A-41B4-9C48-9ADF70E893B6}" type="slidenum">
              <a:rPr lang="ar-SY" smtClean="0"/>
              <a:pPr/>
              <a:t>17</a:t>
            </a:fld>
            <a:endParaRPr lang="ar-SY" dirty="0"/>
          </a:p>
        </p:txBody>
      </p:sp>
    </p:spTree>
    <p:extLst>
      <p:ext uri="{BB962C8B-B14F-4D97-AF65-F5344CB8AC3E}">
        <p14:creationId xmlns:p14="http://schemas.microsoft.com/office/powerpoint/2010/main" val="88783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198">
            <a:extLst>
              <a:ext uri="{FF2B5EF4-FFF2-40B4-BE49-F238E27FC236}">
                <a16:creationId xmlns:a16="http://schemas.microsoft.com/office/drawing/2014/main" id="{C2D13C09-5E93-457A-936A-1F56E0097754}"/>
              </a:ext>
            </a:extLst>
          </p:cNvPr>
          <p:cNvSpPr/>
          <p:nvPr/>
        </p:nvSpPr>
        <p:spPr>
          <a:xfrm>
            <a:off x="4790844" y="71725"/>
            <a:ext cx="1931689" cy="461676"/>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b="1" dirty="0">
                <a:ln w="0"/>
                <a:solidFill>
                  <a:schemeClr val="tx1"/>
                </a:solidFill>
                <a:effectLst>
                  <a:outerShdw blurRad="38100" dist="38100" dir="2700000" algn="tl">
                    <a:srgbClr val="000000">
                      <a:alpha val="43137"/>
                    </a:srgbClr>
                  </a:outerShdw>
                </a:effectLst>
                <a:cs typeface="Akhbar MT" pitchFamily="2" charset="-78"/>
              </a:rPr>
              <a:t>مديرية</a:t>
            </a:r>
            <a:r>
              <a:rPr lang="ar-SY" b="1" dirty="0">
                <a:ln w="0"/>
                <a:solidFill>
                  <a:schemeClr val="tx1"/>
                </a:solidFill>
                <a:effectLst>
                  <a:outerShdw blurRad="38100" dist="38100" dir="2700000" algn="tl">
                    <a:srgbClr val="000000">
                      <a:alpha val="43137"/>
                    </a:srgbClr>
                  </a:outerShdw>
                </a:effectLst>
                <a:cs typeface="Akhbar MT" pitchFamily="2" charset="-78"/>
              </a:rPr>
              <a:t> الخدمات الفنية </a:t>
            </a:r>
          </a:p>
        </p:txBody>
      </p:sp>
      <p:sp>
        <p:nvSpPr>
          <p:cNvPr id="5" name="مستطيل 72">
            <a:extLst>
              <a:ext uri="{FF2B5EF4-FFF2-40B4-BE49-F238E27FC236}">
                <a16:creationId xmlns:a16="http://schemas.microsoft.com/office/drawing/2014/main" id="{6262A37D-9867-4D52-A68F-EEF94E2C81D6}"/>
              </a:ext>
            </a:extLst>
          </p:cNvPr>
          <p:cNvSpPr/>
          <p:nvPr/>
        </p:nvSpPr>
        <p:spPr>
          <a:xfrm>
            <a:off x="11260438" y="3303027"/>
            <a:ext cx="827382"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الدراسات</a:t>
            </a:r>
            <a:endPar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endParaRPr>
          </a:p>
        </p:txBody>
      </p:sp>
      <p:sp>
        <p:nvSpPr>
          <p:cNvPr id="6" name="مستطيل 65">
            <a:extLst>
              <a:ext uri="{FF2B5EF4-FFF2-40B4-BE49-F238E27FC236}">
                <a16:creationId xmlns:a16="http://schemas.microsoft.com/office/drawing/2014/main" id="{AAF8D4B0-2445-4652-8395-9655A7C5698B}"/>
              </a:ext>
            </a:extLst>
          </p:cNvPr>
          <p:cNvSpPr/>
          <p:nvPr/>
        </p:nvSpPr>
        <p:spPr>
          <a:xfrm>
            <a:off x="3470267" y="872878"/>
            <a:ext cx="1824952"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600" b="1" dirty="0">
                <a:ln w="0"/>
                <a:solidFill>
                  <a:schemeClr val="tx1"/>
                </a:solidFill>
                <a:effectLst>
                  <a:outerShdw blurRad="38100" dist="38100" dir="2700000" algn="tl">
                    <a:srgbClr val="000000">
                      <a:alpha val="43137"/>
                    </a:srgbClr>
                  </a:outerShdw>
                </a:effectLst>
                <a:cs typeface="Akhbar MT" pitchFamily="2" charset="-78"/>
              </a:rPr>
              <a:t>معاون المدير</a:t>
            </a:r>
            <a:r>
              <a:rPr lang="ar-SY" sz="1600" b="1" dirty="0">
                <a:ln w="0"/>
                <a:solidFill>
                  <a:schemeClr val="tx1"/>
                </a:solidFill>
                <a:effectLst>
                  <a:outerShdw blurRad="38100" dist="38100" dir="2700000" algn="tl">
                    <a:srgbClr val="000000">
                      <a:alpha val="43137"/>
                    </a:srgbClr>
                  </a:outerShdw>
                </a:effectLst>
                <a:cs typeface="Akhbar MT" pitchFamily="2" charset="-78"/>
              </a:rPr>
              <a:t> لشؤون الفنية </a:t>
            </a:r>
          </a:p>
        </p:txBody>
      </p:sp>
      <p:sp>
        <p:nvSpPr>
          <p:cNvPr id="9" name="مستطيل 90">
            <a:extLst>
              <a:ext uri="{FF2B5EF4-FFF2-40B4-BE49-F238E27FC236}">
                <a16:creationId xmlns:a16="http://schemas.microsoft.com/office/drawing/2014/main" id="{4CFE2E3B-E142-4314-9C68-79B391636EE1}"/>
              </a:ext>
            </a:extLst>
          </p:cNvPr>
          <p:cNvSpPr/>
          <p:nvPr/>
        </p:nvSpPr>
        <p:spPr>
          <a:xfrm>
            <a:off x="7531031" y="2362388"/>
            <a:ext cx="939833"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الدائرة المالية</a:t>
            </a:r>
          </a:p>
        </p:txBody>
      </p:sp>
      <p:cxnSp>
        <p:nvCxnSpPr>
          <p:cNvPr id="11" name="موصل: على شكل مرفق 97">
            <a:extLst>
              <a:ext uri="{FF2B5EF4-FFF2-40B4-BE49-F238E27FC236}">
                <a16:creationId xmlns:a16="http://schemas.microsoft.com/office/drawing/2014/main" id="{7EEFEAFD-B8F2-4777-9C2B-34479CECEE5D}"/>
              </a:ext>
            </a:extLst>
          </p:cNvPr>
          <p:cNvCxnSpPr>
            <a:cxnSpLocks/>
            <a:stCxn id="4" idx="2"/>
            <a:endCxn id="42" idx="0"/>
          </p:cNvCxnSpPr>
          <p:nvPr/>
        </p:nvCxnSpPr>
        <p:spPr>
          <a:xfrm rot="16200000" flipH="1">
            <a:off x="7786938" y="-1496849"/>
            <a:ext cx="1828926" cy="5889425"/>
          </a:xfrm>
          <a:prstGeom prst="bentConnector3">
            <a:avLst>
              <a:gd name="adj1" fmla="val 82405"/>
            </a:avLst>
          </a:prstGeom>
          <a:ln>
            <a:tailEnd type="triangle"/>
          </a:ln>
        </p:spPr>
        <p:style>
          <a:lnRef idx="2">
            <a:schemeClr val="dk1"/>
          </a:lnRef>
          <a:fillRef idx="0">
            <a:schemeClr val="dk1"/>
          </a:fillRef>
          <a:effectRef idx="1">
            <a:schemeClr val="dk1"/>
          </a:effectRef>
          <a:fontRef idx="minor">
            <a:schemeClr val="tx1"/>
          </a:fontRef>
        </p:style>
      </p:cxnSp>
      <p:cxnSp>
        <p:nvCxnSpPr>
          <p:cNvPr id="12" name="موصل: على شكل مرفق 103">
            <a:extLst>
              <a:ext uri="{FF2B5EF4-FFF2-40B4-BE49-F238E27FC236}">
                <a16:creationId xmlns:a16="http://schemas.microsoft.com/office/drawing/2014/main" id="{5ABC121D-BC32-4807-B313-B0F30CDB66DC}"/>
              </a:ext>
            </a:extLst>
          </p:cNvPr>
          <p:cNvCxnSpPr>
            <a:cxnSpLocks/>
            <a:stCxn id="4" idx="2"/>
            <a:endCxn id="40" idx="0"/>
          </p:cNvCxnSpPr>
          <p:nvPr/>
        </p:nvCxnSpPr>
        <p:spPr>
          <a:xfrm rot="16200000" flipH="1">
            <a:off x="7240090" y="-950000"/>
            <a:ext cx="1816507" cy="4783308"/>
          </a:xfrm>
          <a:prstGeom prst="bentConnector3">
            <a:avLst>
              <a:gd name="adj1" fmla="val 82627"/>
            </a:avLst>
          </a:prstGeom>
          <a:ln>
            <a:tailEnd type="triangle"/>
          </a:ln>
        </p:spPr>
        <p:style>
          <a:lnRef idx="2">
            <a:schemeClr val="dk1"/>
          </a:lnRef>
          <a:fillRef idx="0">
            <a:schemeClr val="dk1"/>
          </a:fillRef>
          <a:effectRef idx="1">
            <a:schemeClr val="dk1"/>
          </a:effectRef>
          <a:fontRef idx="minor">
            <a:schemeClr val="tx1"/>
          </a:fontRef>
        </p:style>
      </p:cxnSp>
      <p:cxnSp>
        <p:nvCxnSpPr>
          <p:cNvPr id="13" name="موصل: على شكل مرفق 107">
            <a:extLst>
              <a:ext uri="{FF2B5EF4-FFF2-40B4-BE49-F238E27FC236}">
                <a16:creationId xmlns:a16="http://schemas.microsoft.com/office/drawing/2014/main" id="{CBFDA657-37F7-47B7-9C2E-CC5EE1281B77}"/>
              </a:ext>
            </a:extLst>
          </p:cNvPr>
          <p:cNvCxnSpPr>
            <a:cxnSpLocks/>
            <a:stCxn id="4" idx="2"/>
            <a:endCxn id="41" idx="0"/>
          </p:cNvCxnSpPr>
          <p:nvPr/>
        </p:nvCxnSpPr>
        <p:spPr>
          <a:xfrm rot="16200000" flipH="1">
            <a:off x="6578718" y="-288629"/>
            <a:ext cx="1828927" cy="3472985"/>
          </a:xfrm>
          <a:prstGeom prst="bentConnector3">
            <a:avLst>
              <a:gd name="adj1" fmla="val 81479"/>
            </a:avLst>
          </a:prstGeom>
          <a:ln>
            <a:tailEnd type="triangle"/>
          </a:ln>
        </p:spPr>
        <p:style>
          <a:lnRef idx="2">
            <a:schemeClr val="dk1"/>
          </a:lnRef>
          <a:fillRef idx="0">
            <a:schemeClr val="dk1"/>
          </a:fillRef>
          <a:effectRef idx="1">
            <a:schemeClr val="dk1"/>
          </a:effectRef>
          <a:fontRef idx="minor">
            <a:schemeClr val="tx1"/>
          </a:fontRef>
        </p:style>
      </p:cxnSp>
      <p:cxnSp>
        <p:nvCxnSpPr>
          <p:cNvPr id="14" name="موصل: على شكل مرفق 110">
            <a:extLst>
              <a:ext uri="{FF2B5EF4-FFF2-40B4-BE49-F238E27FC236}">
                <a16:creationId xmlns:a16="http://schemas.microsoft.com/office/drawing/2014/main" id="{FBB46C04-F95B-4BE5-8154-8E90E0CF1E4B}"/>
              </a:ext>
            </a:extLst>
          </p:cNvPr>
          <p:cNvCxnSpPr>
            <a:cxnSpLocks/>
            <a:stCxn id="4" idx="2"/>
            <a:endCxn id="9" idx="0"/>
          </p:cNvCxnSpPr>
          <p:nvPr/>
        </p:nvCxnSpPr>
        <p:spPr>
          <a:xfrm rot="16200000" flipH="1">
            <a:off x="5964325" y="325764"/>
            <a:ext cx="1828987" cy="2244259"/>
          </a:xfrm>
          <a:prstGeom prst="bentConnector3">
            <a:avLst>
              <a:gd name="adj1" fmla="val 82404"/>
            </a:avLst>
          </a:prstGeom>
          <a:ln>
            <a:tailEnd type="triangle"/>
          </a:ln>
        </p:spPr>
        <p:style>
          <a:lnRef idx="2">
            <a:schemeClr val="dk1"/>
          </a:lnRef>
          <a:fillRef idx="0">
            <a:schemeClr val="dk1"/>
          </a:fillRef>
          <a:effectRef idx="1">
            <a:schemeClr val="dk1"/>
          </a:effectRef>
          <a:fontRef idx="minor">
            <a:schemeClr val="tx1"/>
          </a:fontRef>
        </p:style>
      </p:cxnSp>
      <p:cxnSp>
        <p:nvCxnSpPr>
          <p:cNvPr id="15" name="موصل: على شكل مرفق 113">
            <a:extLst>
              <a:ext uri="{FF2B5EF4-FFF2-40B4-BE49-F238E27FC236}">
                <a16:creationId xmlns:a16="http://schemas.microsoft.com/office/drawing/2014/main" id="{F6955523-86A7-4208-91B2-355DB428E3B6}"/>
              </a:ext>
            </a:extLst>
          </p:cNvPr>
          <p:cNvCxnSpPr>
            <a:cxnSpLocks/>
            <a:stCxn id="4" idx="2"/>
            <a:endCxn id="43" idx="0"/>
          </p:cNvCxnSpPr>
          <p:nvPr/>
        </p:nvCxnSpPr>
        <p:spPr>
          <a:xfrm rot="16200000" flipH="1">
            <a:off x="5354382" y="935707"/>
            <a:ext cx="1828988" cy="1024375"/>
          </a:xfrm>
          <a:prstGeom prst="bentConnector3">
            <a:avLst>
              <a:gd name="adj1" fmla="val 81941"/>
            </a:avLst>
          </a:prstGeom>
          <a:ln>
            <a:tailEnd type="triangle"/>
          </a:ln>
        </p:spPr>
        <p:style>
          <a:lnRef idx="2">
            <a:schemeClr val="dk1"/>
          </a:lnRef>
          <a:fillRef idx="0">
            <a:schemeClr val="dk1"/>
          </a:fillRef>
          <a:effectRef idx="1">
            <a:schemeClr val="dk1"/>
          </a:effectRef>
          <a:fontRef idx="minor">
            <a:schemeClr val="tx1"/>
          </a:fontRef>
        </p:style>
      </p:cxnSp>
      <p:cxnSp>
        <p:nvCxnSpPr>
          <p:cNvPr id="18" name="موصل: على شكل مرفق 126">
            <a:extLst>
              <a:ext uri="{FF2B5EF4-FFF2-40B4-BE49-F238E27FC236}">
                <a16:creationId xmlns:a16="http://schemas.microsoft.com/office/drawing/2014/main" id="{1B8D2BAE-120C-4AB2-BAE9-B6E7E2A98540}"/>
              </a:ext>
            </a:extLst>
          </p:cNvPr>
          <p:cNvCxnSpPr>
            <a:cxnSpLocks/>
            <a:stCxn id="4" idx="2"/>
            <a:endCxn id="44" idx="0"/>
          </p:cNvCxnSpPr>
          <p:nvPr/>
        </p:nvCxnSpPr>
        <p:spPr>
          <a:xfrm rot="5400000">
            <a:off x="4730497" y="1336197"/>
            <a:ext cx="1828988" cy="223396"/>
          </a:xfrm>
          <a:prstGeom prst="bentConnector3">
            <a:avLst>
              <a:gd name="adj1" fmla="val 82404"/>
            </a:avLst>
          </a:prstGeom>
          <a:ln>
            <a:tailEnd type="triangle"/>
          </a:ln>
        </p:spPr>
        <p:style>
          <a:lnRef idx="2">
            <a:schemeClr val="dk1"/>
          </a:lnRef>
          <a:fillRef idx="0">
            <a:schemeClr val="dk1"/>
          </a:fillRef>
          <a:effectRef idx="1">
            <a:schemeClr val="dk1"/>
          </a:effectRef>
          <a:fontRef idx="minor">
            <a:schemeClr val="tx1"/>
          </a:fontRef>
        </p:style>
      </p:cxnSp>
      <p:cxnSp>
        <p:nvCxnSpPr>
          <p:cNvPr id="19" name="موصل: على شكل مرفق 129">
            <a:extLst>
              <a:ext uri="{FF2B5EF4-FFF2-40B4-BE49-F238E27FC236}">
                <a16:creationId xmlns:a16="http://schemas.microsoft.com/office/drawing/2014/main" id="{95A3FC51-4CAD-4030-9287-2A9C4E6DD401}"/>
              </a:ext>
            </a:extLst>
          </p:cNvPr>
          <p:cNvCxnSpPr>
            <a:cxnSpLocks/>
            <a:stCxn id="4" idx="2"/>
            <a:endCxn id="45" idx="0"/>
          </p:cNvCxnSpPr>
          <p:nvPr/>
        </p:nvCxnSpPr>
        <p:spPr>
          <a:xfrm rot="5400000">
            <a:off x="4087318" y="680538"/>
            <a:ext cx="1816508" cy="1522235"/>
          </a:xfrm>
          <a:prstGeom prst="bentConnector3">
            <a:avLst>
              <a:gd name="adj1" fmla="val 83093"/>
            </a:avLst>
          </a:prstGeom>
          <a:ln>
            <a:tailEnd type="triangle"/>
          </a:ln>
        </p:spPr>
        <p:style>
          <a:lnRef idx="2">
            <a:schemeClr val="dk1"/>
          </a:lnRef>
          <a:fillRef idx="0">
            <a:schemeClr val="dk1"/>
          </a:fillRef>
          <a:effectRef idx="1">
            <a:schemeClr val="dk1"/>
          </a:effectRef>
          <a:fontRef idx="minor">
            <a:schemeClr val="tx1"/>
          </a:fontRef>
        </p:style>
      </p:cxnSp>
      <p:sp>
        <p:nvSpPr>
          <p:cNvPr id="22" name="مستطيل 167">
            <a:extLst>
              <a:ext uri="{FF2B5EF4-FFF2-40B4-BE49-F238E27FC236}">
                <a16:creationId xmlns:a16="http://schemas.microsoft.com/office/drawing/2014/main" id="{5E4E9472-60A4-47CE-A939-18DE6EDD0E97}"/>
              </a:ext>
            </a:extLst>
          </p:cNvPr>
          <p:cNvSpPr/>
          <p:nvPr/>
        </p:nvSpPr>
        <p:spPr>
          <a:xfrm>
            <a:off x="8118939" y="3147824"/>
            <a:ext cx="934930" cy="5952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الاستملاك</a:t>
            </a:r>
          </a:p>
        </p:txBody>
      </p:sp>
      <p:sp>
        <p:nvSpPr>
          <p:cNvPr id="23" name="مستطيل 168">
            <a:extLst>
              <a:ext uri="{FF2B5EF4-FFF2-40B4-BE49-F238E27FC236}">
                <a16:creationId xmlns:a16="http://schemas.microsoft.com/office/drawing/2014/main" id="{0283D8AD-8529-43BF-8183-FAFA8BD26B1E}"/>
              </a:ext>
            </a:extLst>
          </p:cNvPr>
          <p:cNvSpPr/>
          <p:nvPr/>
        </p:nvSpPr>
        <p:spPr>
          <a:xfrm>
            <a:off x="8097643" y="3939066"/>
            <a:ext cx="933165" cy="54705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العقود</a:t>
            </a:r>
          </a:p>
        </p:txBody>
      </p:sp>
      <p:sp>
        <p:nvSpPr>
          <p:cNvPr id="24" name="مستطيل 169">
            <a:extLst>
              <a:ext uri="{FF2B5EF4-FFF2-40B4-BE49-F238E27FC236}">
                <a16:creationId xmlns:a16="http://schemas.microsoft.com/office/drawing/2014/main" id="{4B749E31-3CAA-4221-BB5A-4B9D910EA1EE}"/>
              </a:ext>
            </a:extLst>
          </p:cNvPr>
          <p:cNvSpPr/>
          <p:nvPr/>
        </p:nvSpPr>
        <p:spPr>
          <a:xfrm>
            <a:off x="8097643" y="4606693"/>
            <a:ext cx="934930" cy="70308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القضايا القانونية</a:t>
            </a:r>
          </a:p>
        </p:txBody>
      </p:sp>
      <p:sp>
        <p:nvSpPr>
          <p:cNvPr id="25" name="مستطيل 170">
            <a:extLst>
              <a:ext uri="{FF2B5EF4-FFF2-40B4-BE49-F238E27FC236}">
                <a16:creationId xmlns:a16="http://schemas.microsoft.com/office/drawing/2014/main" id="{B8E82592-6EB2-4B06-B2B5-F2ECA33D1646}"/>
              </a:ext>
            </a:extLst>
          </p:cNvPr>
          <p:cNvSpPr/>
          <p:nvPr/>
        </p:nvSpPr>
        <p:spPr>
          <a:xfrm>
            <a:off x="6878818" y="3147823"/>
            <a:ext cx="987426" cy="59525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الموازنة الجارية</a:t>
            </a:r>
          </a:p>
        </p:txBody>
      </p:sp>
      <p:sp>
        <p:nvSpPr>
          <p:cNvPr id="26" name="مستطيل 171">
            <a:extLst>
              <a:ext uri="{FF2B5EF4-FFF2-40B4-BE49-F238E27FC236}">
                <a16:creationId xmlns:a16="http://schemas.microsoft.com/office/drawing/2014/main" id="{07FFB5FD-2546-4009-A990-DF8DBF4591ED}"/>
              </a:ext>
            </a:extLst>
          </p:cNvPr>
          <p:cNvSpPr/>
          <p:nvPr/>
        </p:nvSpPr>
        <p:spPr>
          <a:xfrm>
            <a:off x="6869648" y="3950873"/>
            <a:ext cx="987427" cy="55071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الموازنة الاستثمارية</a:t>
            </a:r>
          </a:p>
        </p:txBody>
      </p:sp>
      <p:sp>
        <p:nvSpPr>
          <p:cNvPr id="27" name="مستطيل 174">
            <a:extLst>
              <a:ext uri="{FF2B5EF4-FFF2-40B4-BE49-F238E27FC236}">
                <a16:creationId xmlns:a16="http://schemas.microsoft.com/office/drawing/2014/main" id="{FEC5B686-4FEE-42F5-9C80-D2B93DBED043}"/>
              </a:ext>
            </a:extLst>
          </p:cNvPr>
          <p:cNvSpPr/>
          <p:nvPr/>
        </p:nvSpPr>
        <p:spPr>
          <a:xfrm>
            <a:off x="6863324" y="4634427"/>
            <a:ext cx="993751" cy="70308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6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الرواتب والأجور والشطب</a:t>
            </a:r>
          </a:p>
        </p:txBody>
      </p:sp>
      <p:sp>
        <p:nvSpPr>
          <p:cNvPr id="28" name="مستطيل 175">
            <a:extLst>
              <a:ext uri="{FF2B5EF4-FFF2-40B4-BE49-F238E27FC236}">
                <a16:creationId xmlns:a16="http://schemas.microsoft.com/office/drawing/2014/main" id="{DD5C9C3A-AA18-4536-B4B7-3B69D0A4DCD0}"/>
              </a:ext>
            </a:extLst>
          </p:cNvPr>
          <p:cNvSpPr/>
          <p:nvPr/>
        </p:nvSpPr>
        <p:spPr>
          <a:xfrm>
            <a:off x="6863323" y="5409920"/>
            <a:ext cx="993751"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المحروقات</a:t>
            </a:r>
          </a:p>
        </p:txBody>
      </p:sp>
      <p:sp>
        <p:nvSpPr>
          <p:cNvPr id="29" name="مستطيل 176">
            <a:extLst>
              <a:ext uri="{FF2B5EF4-FFF2-40B4-BE49-F238E27FC236}">
                <a16:creationId xmlns:a16="http://schemas.microsoft.com/office/drawing/2014/main" id="{C0C3F4E2-AED1-4000-8493-054AB62DC845}"/>
              </a:ext>
            </a:extLst>
          </p:cNvPr>
          <p:cNvSpPr/>
          <p:nvPr/>
        </p:nvSpPr>
        <p:spPr>
          <a:xfrm>
            <a:off x="6848912" y="6191730"/>
            <a:ext cx="1008162" cy="61095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المستودع</a:t>
            </a:r>
          </a:p>
        </p:txBody>
      </p:sp>
      <p:sp>
        <p:nvSpPr>
          <p:cNvPr id="40" name="مستطيل 464">
            <a:extLst>
              <a:ext uri="{FF2B5EF4-FFF2-40B4-BE49-F238E27FC236}">
                <a16:creationId xmlns:a16="http://schemas.microsoft.com/office/drawing/2014/main" id="{CA7A7570-6FAA-419E-948A-AAB93A7E3C88}"/>
              </a:ext>
            </a:extLst>
          </p:cNvPr>
          <p:cNvSpPr/>
          <p:nvPr/>
        </p:nvSpPr>
        <p:spPr>
          <a:xfrm>
            <a:off x="10082111" y="2349908"/>
            <a:ext cx="915771"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التنفيذ </a:t>
            </a:r>
          </a:p>
        </p:txBody>
      </p:sp>
      <p:sp>
        <p:nvSpPr>
          <p:cNvPr id="41" name="مستطيل 465">
            <a:extLst>
              <a:ext uri="{FF2B5EF4-FFF2-40B4-BE49-F238E27FC236}">
                <a16:creationId xmlns:a16="http://schemas.microsoft.com/office/drawing/2014/main" id="{52594BC5-2C89-477A-9A70-5CD22AE01F65}"/>
              </a:ext>
            </a:extLst>
          </p:cNvPr>
          <p:cNvSpPr/>
          <p:nvPr/>
        </p:nvSpPr>
        <p:spPr>
          <a:xfrm>
            <a:off x="8720108" y="2362328"/>
            <a:ext cx="1019131"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الدائرة القانونية </a:t>
            </a:r>
          </a:p>
        </p:txBody>
      </p:sp>
      <p:sp>
        <p:nvSpPr>
          <p:cNvPr id="42" name="مستطيل 467">
            <a:extLst>
              <a:ext uri="{FF2B5EF4-FFF2-40B4-BE49-F238E27FC236}">
                <a16:creationId xmlns:a16="http://schemas.microsoft.com/office/drawing/2014/main" id="{52313F35-CA73-436B-8D68-41C2DEBC5B42}"/>
              </a:ext>
            </a:extLst>
          </p:cNvPr>
          <p:cNvSpPr/>
          <p:nvPr/>
        </p:nvSpPr>
        <p:spPr>
          <a:xfrm>
            <a:off x="11143136" y="2362327"/>
            <a:ext cx="1005956"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الدراسات </a:t>
            </a:r>
          </a:p>
        </p:txBody>
      </p:sp>
      <p:sp>
        <p:nvSpPr>
          <p:cNvPr id="43" name="مستطيل 469">
            <a:extLst>
              <a:ext uri="{FF2B5EF4-FFF2-40B4-BE49-F238E27FC236}">
                <a16:creationId xmlns:a16="http://schemas.microsoft.com/office/drawing/2014/main" id="{5797B80F-D26B-447B-836A-EBC7713AAB1C}"/>
              </a:ext>
            </a:extLst>
          </p:cNvPr>
          <p:cNvSpPr/>
          <p:nvPr/>
        </p:nvSpPr>
        <p:spPr>
          <a:xfrm>
            <a:off x="6301174" y="2362389"/>
            <a:ext cx="959779"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الاليات</a:t>
            </a:r>
          </a:p>
        </p:txBody>
      </p:sp>
      <p:sp>
        <p:nvSpPr>
          <p:cNvPr id="44" name="مستطيل 470">
            <a:extLst>
              <a:ext uri="{FF2B5EF4-FFF2-40B4-BE49-F238E27FC236}">
                <a16:creationId xmlns:a16="http://schemas.microsoft.com/office/drawing/2014/main" id="{5CC71BE6-9E5A-4884-A24A-1AADE542AD57}"/>
              </a:ext>
            </a:extLst>
          </p:cNvPr>
          <p:cNvSpPr/>
          <p:nvPr/>
        </p:nvSpPr>
        <p:spPr>
          <a:xfrm>
            <a:off x="5033160" y="2362389"/>
            <a:ext cx="1000265"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التخطيط</a:t>
            </a:r>
          </a:p>
        </p:txBody>
      </p:sp>
      <p:sp>
        <p:nvSpPr>
          <p:cNvPr id="45" name="مستطيل 471">
            <a:extLst>
              <a:ext uri="{FF2B5EF4-FFF2-40B4-BE49-F238E27FC236}">
                <a16:creationId xmlns:a16="http://schemas.microsoft.com/office/drawing/2014/main" id="{79751AB2-B82B-405A-915E-1383CA9E3B00}"/>
              </a:ext>
            </a:extLst>
          </p:cNvPr>
          <p:cNvSpPr/>
          <p:nvPr/>
        </p:nvSpPr>
        <p:spPr>
          <a:xfrm>
            <a:off x="3729726" y="2349909"/>
            <a:ext cx="1009456"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المعلوماتية </a:t>
            </a:r>
          </a:p>
        </p:txBody>
      </p:sp>
      <p:sp>
        <p:nvSpPr>
          <p:cNvPr id="46" name="مستطيل 472">
            <a:extLst>
              <a:ext uri="{FF2B5EF4-FFF2-40B4-BE49-F238E27FC236}">
                <a16:creationId xmlns:a16="http://schemas.microsoft.com/office/drawing/2014/main" id="{6080A742-5D17-4B3D-9CB0-41D0ADA6FAAA}"/>
              </a:ext>
            </a:extLst>
          </p:cNvPr>
          <p:cNvSpPr/>
          <p:nvPr/>
        </p:nvSpPr>
        <p:spPr>
          <a:xfrm>
            <a:off x="10119383" y="3320209"/>
            <a:ext cx="824621" cy="63066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b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b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التنفيذ</a:t>
            </a:r>
            <a:r>
              <a:rPr lang="ar-SY" sz="16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	</a:t>
            </a:r>
          </a:p>
        </p:txBody>
      </p:sp>
      <p:sp>
        <p:nvSpPr>
          <p:cNvPr id="47" name="مستطيل 473">
            <a:extLst>
              <a:ext uri="{FF2B5EF4-FFF2-40B4-BE49-F238E27FC236}">
                <a16:creationId xmlns:a16="http://schemas.microsoft.com/office/drawing/2014/main" id="{C4211692-0352-4724-8002-812FBF85683D}"/>
              </a:ext>
            </a:extLst>
          </p:cNvPr>
          <p:cNvSpPr/>
          <p:nvPr/>
        </p:nvSpPr>
        <p:spPr>
          <a:xfrm>
            <a:off x="5666015" y="3161517"/>
            <a:ext cx="987426" cy="58156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الحركة</a:t>
            </a:r>
          </a:p>
        </p:txBody>
      </p:sp>
      <p:sp>
        <p:nvSpPr>
          <p:cNvPr id="48" name="مستطيل 474">
            <a:extLst>
              <a:ext uri="{FF2B5EF4-FFF2-40B4-BE49-F238E27FC236}">
                <a16:creationId xmlns:a16="http://schemas.microsoft.com/office/drawing/2014/main" id="{3855A968-E7C9-4547-8EB6-43D06F6E7D60}"/>
              </a:ext>
            </a:extLst>
          </p:cNvPr>
          <p:cNvSpPr/>
          <p:nvPr/>
        </p:nvSpPr>
        <p:spPr>
          <a:xfrm>
            <a:off x="5645529" y="3954593"/>
            <a:ext cx="993751" cy="58156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الصيانة</a:t>
            </a:r>
          </a:p>
        </p:txBody>
      </p:sp>
      <p:sp>
        <p:nvSpPr>
          <p:cNvPr id="49" name="مستطيل 475">
            <a:extLst>
              <a:ext uri="{FF2B5EF4-FFF2-40B4-BE49-F238E27FC236}">
                <a16:creationId xmlns:a16="http://schemas.microsoft.com/office/drawing/2014/main" id="{E664614A-D633-4328-9264-6893D6C458A5}"/>
              </a:ext>
            </a:extLst>
          </p:cNvPr>
          <p:cNvSpPr/>
          <p:nvPr/>
        </p:nvSpPr>
        <p:spPr>
          <a:xfrm>
            <a:off x="4436037" y="3167651"/>
            <a:ext cx="934931" cy="57543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التخطيط</a:t>
            </a:r>
          </a:p>
        </p:txBody>
      </p:sp>
      <p:sp>
        <p:nvSpPr>
          <p:cNvPr id="50" name="مستطيل 476">
            <a:extLst>
              <a:ext uri="{FF2B5EF4-FFF2-40B4-BE49-F238E27FC236}">
                <a16:creationId xmlns:a16="http://schemas.microsoft.com/office/drawing/2014/main" id="{F3EBDBB1-134B-437B-9111-DBEA473F1036}"/>
              </a:ext>
            </a:extLst>
          </p:cNvPr>
          <p:cNvSpPr/>
          <p:nvPr/>
        </p:nvSpPr>
        <p:spPr>
          <a:xfrm>
            <a:off x="4411587" y="3960728"/>
            <a:ext cx="941255" cy="57543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الاحصاء</a:t>
            </a:r>
          </a:p>
        </p:txBody>
      </p:sp>
      <p:sp>
        <p:nvSpPr>
          <p:cNvPr id="51" name="مستطيل 477">
            <a:extLst>
              <a:ext uri="{FF2B5EF4-FFF2-40B4-BE49-F238E27FC236}">
                <a16:creationId xmlns:a16="http://schemas.microsoft.com/office/drawing/2014/main" id="{71B2A172-9870-43B8-B257-19DB97872B94}"/>
              </a:ext>
            </a:extLst>
          </p:cNvPr>
          <p:cNvSpPr/>
          <p:nvPr/>
        </p:nvSpPr>
        <p:spPr>
          <a:xfrm>
            <a:off x="42909" y="2353113"/>
            <a:ext cx="1072650"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التدريب والتأهيل</a:t>
            </a:r>
          </a:p>
        </p:txBody>
      </p:sp>
      <p:sp>
        <p:nvSpPr>
          <p:cNvPr id="52" name="مستطيل 478">
            <a:extLst>
              <a:ext uri="{FF2B5EF4-FFF2-40B4-BE49-F238E27FC236}">
                <a16:creationId xmlns:a16="http://schemas.microsoft.com/office/drawing/2014/main" id="{D7CFF428-3313-46B2-8B30-F4E93C5AE80D}"/>
              </a:ext>
            </a:extLst>
          </p:cNvPr>
          <p:cNvSpPr/>
          <p:nvPr/>
        </p:nvSpPr>
        <p:spPr>
          <a:xfrm>
            <a:off x="2504353" y="2353112"/>
            <a:ext cx="991796" cy="52285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التنمية الإدارية </a:t>
            </a:r>
          </a:p>
        </p:txBody>
      </p:sp>
      <p:sp>
        <p:nvSpPr>
          <p:cNvPr id="53" name="مستطيل 479">
            <a:extLst>
              <a:ext uri="{FF2B5EF4-FFF2-40B4-BE49-F238E27FC236}">
                <a16:creationId xmlns:a16="http://schemas.microsoft.com/office/drawing/2014/main" id="{638589AA-3B97-440D-831B-E87B67F87C5D}"/>
              </a:ext>
            </a:extLst>
          </p:cNvPr>
          <p:cNvSpPr/>
          <p:nvPr/>
        </p:nvSpPr>
        <p:spPr>
          <a:xfrm>
            <a:off x="3238950" y="3161517"/>
            <a:ext cx="850530" cy="58770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برمجة  وصيانة</a:t>
            </a:r>
          </a:p>
        </p:txBody>
      </p:sp>
      <p:sp>
        <p:nvSpPr>
          <p:cNvPr id="54" name="مستطيل 480">
            <a:extLst>
              <a:ext uri="{FF2B5EF4-FFF2-40B4-BE49-F238E27FC236}">
                <a16:creationId xmlns:a16="http://schemas.microsoft.com/office/drawing/2014/main" id="{FE6B2F5B-5AB6-4FD5-AB92-50FB6E0D388B}"/>
              </a:ext>
            </a:extLst>
          </p:cNvPr>
          <p:cNvSpPr/>
          <p:nvPr/>
        </p:nvSpPr>
        <p:spPr>
          <a:xfrm>
            <a:off x="3251360" y="3929795"/>
            <a:ext cx="834542" cy="57799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المعلومات</a:t>
            </a:r>
          </a:p>
        </p:txBody>
      </p:sp>
      <p:sp>
        <p:nvSpPr>
          <p:cNvPr id="55" name="مستطيل 481">
            <a:extLst>
              <a:ext uri="{FF2B5EF4-FFF2-40B4-BE49-F238E27FC236}">
                <a16:creationId xmlns:a16="http://schemas.microsoft.com/office/drawing/2014/main" id="{2FDE3DEA-39A4-4056-8B50-64A187056312}"/>
              </a:ext>
            </a:extLst>
          </p:cNvPr>
          <p:cNvSpPr/>
          <p:nvPr/>
        </p:nvSpPr>
        <p:spPr>
          <a:xfrm>
            <a:off x="2025203" y="3180274"/>
            <a:ext cx="852542" cy="59590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التعيين والعلاوات</a:t>
            </a:r>
          </a:p>
        </p:txBody>
      </p:sp>
      <p:sp>
        <p:nvSpPr>
          <p:cNvPr id="56" name="مستطيل 482">
            <a:extLst>
              <a:ext uri="{FF2B5EF4-FFF2-40B4-BE49-F238E27FC236}">
                <a16:creationId xmlns:a16="http://schemas.microsoft.com/office/drawing/2014/main" id="{CA7C09F2-E05F-4D79-9B39-B4F752D12B67}"/>
              </a:ext>
            </a:extLst>
          </p:cNvPr>
          <p:cNvSpPr/>
          <p:nvPr/>
        </p:nvSpPr>
        <p:spPr>
          <a:xfrm>
            <a:off x="2025203" y="3923600"/>
            <a:ext cx="820149" cy="57799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أوضاع العاملين والتعويضات </a:t>
            </a:r>
          </a:p>
        </p:txBody>
      </p:sp>
      <p:sp>
        <p:nvSpPr>
          <p:cNvPr id="57" name="مستطيل 484">
            <a:extLst>
              <a:ext uri="{FF2B5EF4-FFF2-40B4-BE49-F238E27FC236}">
                <a16:creationId xmlns:a16="http://schemas.microsoft.com/office/drawing/2014/main" id="{C86A4DBF-7DC3-459D-B565-759CDC478186}"/>
              </a:ext>
            </a:extLst>
          </p:cNvPr>
          <p:cNvSpPr/>
          <p:nvPr/>
        </p:nvSpPr>
        <p:spPr>
          <a:xfrm>
            <a:off x="2025203" y="4634427"/>
            <a:ext cx="820149" cy="54000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الديوان</a:t>
            </a:r>
          </a:p>
        </p:txBody>
      </p:sp>
      <p:sp>
        <p:nvSpPr>
          <p:cNvPr id="58" name="مستطيل 485">
            <a:extLst>
              <a:ext uri="{FF2B5EF4-FFF2-40B4-BE49-F238E27FC236}">
                <a16:creationId xmlns:a16="http://schemas.microsoft.com/office/drawing/2014/main" id="{5F5CC081-3D9C-4043-BD83-90F51BB2266A}"/>
              </a:ext>
            </a:extLst>
          </p:cNvPr>
          <p:cNvSpPr/>
          <p:nvPr/>
        </p:nvSpPr>
        <p:spPr>
          <a:xfrm>
            <a:off x="2012024" y="5350926"/>
            <a:ext cx="820149" cy="5399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الخدمات الادارية</a:t>
            </a:r>
          </a:p>
        </p:txBody>
      </p:sp>
      <p:cxnSp>
        <p:nvCxnSpPr>
          <p:cNvPr id="59" name="رابط كسهم مستقيم 487">
            <a:extLst>
              <a:ext uri="{FF2B5EF4-FFF2-40B4-BE49-F238E27FC236}">
                <a16:creationId xmlns:a16="http://schemas.microsoft.com/office/drawing/2014/main" id="{AE996C3F-3222-479C-BA6C-48AFCF4E1BC5}"/>
              </a:ext>
            </a:extLst>
          </p:cNvPr>
          <p:cNvCxnSpPr>
            <a:cxnSpLocks/>
            <a:stCxn id="42" idx="2"/>
            <a:endCxn id="5" idx="0"/>
          </p:cNvCxnSpPr>
          <p:nvPr/>
        </p:nvCxnSpPr>
        <p:spPr>
          <a:xfrm>
            <a:off x="11646114" y="2902327"/>
            <a:ext cx="28015" cy="4007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رابط كسهم مستقيم 489">
            <a:extLst>
              <a:ext uri="{FF2B5EF4-FFF2-40B4-BE49-F238E27FC236}">
                <a16:creationId xmlns:a16="http://schemas.microsoft.com/office/drawing/2014/main" id="{7EE39A8F-9555-4D83-8BFD-1AABFC6B898E}"/>
              </a:ext>
            </a:extLst>
          </p:cNvPr>
          <p:cNvCxnSpPr>
            <a:cxnSpLocks/>
            <a:stCxn id="40" idx="2"/>
            <a:endCxn id="46" idx="0"/>
          </p:cNvCxnSpPr>
          <p:nvPr/>
        </p:nvCxnSpPr>
        <p:spPr>
          <a:xfrm flipH="1">
            <a:off x="10531694" y="2889908"/>
            <a:ext cx="8303" cy="4303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7" name="موصل: على شكل مرفق 516">
            <a:extLst>
              <a:ext uri="{FF2B5EF4-FFF2-40B4-BE49-F238E27FC236}">
                <a16:creationId xmlns:a16="http://schemas.microsoft.com/office/drawing/2014/main" id="{BD4F1F94-28B2-47E8-BAED-C22AEB927A54}"/>
              </a:ext>
            </a:extLst>
          </p:cNvPr>
          <p:cNvCxnSpPr>
            <a:cxnSpLocks/>
            <a:stCxn id="4" idx="2"/>
            <a:endCxn id="52" idx="0"/>
          </p:cNvCxnSpPr>
          <p:nvPr/>
        </p:nvCxnSpPr>
        <p:spPr>
          <a:xfrm rot="5400000">
            <a:off x="3468615" y="65037"/>
            <a:ext cx="1819711" cy="2756438"/>
          </a:xfrm>
          <a:prstGeom prst="bentConnector3">
            <a:avLst>
              <a:gd name="adj1" fmla="val 83035"/>
            </a:avLst>
          </a:prstGeom>
          <a:ln>
            <a:tailEnd type="triangle"/>
          </a:ln>
        </p:spPr>
        <p:style>
          <a:lnRef idx="2">
            <a:schemeClr val="dk1"/>
          </a:lnRef>
          <a:fillRef idx="0">
            <a:schemeClr val="dk1"/>
          </a:fillRef>
          <a:effectRef idx="1">
            <a:schemeClr val="dk1"/>
          </a:effectRef>
          <a:fontRef idx="minor">
            <a:schemeClr val="tx1"/>
          </a:fontRef>
        </p:style>
      </p:cxnSp>
      <p:cxnSp>
        <p:nvCxnSpPr>
          <p:cNvPr id="68" name="موصل: على شكل مرفق 518">
            <a:extLst>
              <a:ext uri="{FF2B5EF4-FFF2-40B4-BE49-F238E27FC236}">
                <a16:creationId xmlns:a16="http://schemas.microsoft.com/office/drawing/2014/main" id="{7B79A9E4-FC10-443F-B398-32202385C881}"/>
              </a:ext>
            </a:extLst>
          </p:cNvPr>
          <p:cNvCxnSpPr>
            <a:cxnSpLocks/>
            <a:stCxn id="4" idx="2"/>
            <a:endCxn id="71" idx="0"/>
          </p:cNvCxnSpPr>
          <p:nvPr/>
        </p:nvCxnSpPr>
        <p:spPr>
          <a:xfrm rot="5400000">
            <a:off x="2852063" y="-542299"/>
            <a:ext cx="1828927" cy="3980326"/>
          </a:xfrm>
          <a:prstGeom prst="bentConnector3">
            <a:avLst>
              <a:gd name="adj1" fmla="val 82405"/>
            </a:avLst>
          </a:prstGeom>
          <a:ln>
            <a:tailEnd type="triangle"/>
          </a:ln>
        </p:spPr>
        <p:style>
          <a:lnRef idx="2">
            <a:schemeClr val="dk1"/>
          </a:lnRef>
          <a:fillRef idx="0">
            <a:schemeClr val="dk1"/>
          </a:fillRef>
          <a:effectRef idx="1">
            <a:schemeClr val="dk1"/>
          </a:effectRef>
          <a:fontRef idx="minor">
            <a:schemeClr val="tx1"/>
          </a:fontRef>
        </p:style>
      </p:cxnSp>
      <p:cxnSp>
        <p:nvCxnSpPr>
          <p:cNvPr id="69" name="موصل: على شكل مرفق 520">
            <a:extLst>
              <a:ext uri="{FF2B5EF4-FFF2-40B4-BE49-F238E27FC236}">
                <a16:creationId xmlns:a16="http://schemas.microsoft.com/office/drawing/2014/main" id="{151793E6-7B45-49BB-9B69-049B6D7FA5FD}"/>
              </a:ext>
            </a:extLst>
          </p:cNvPr>
          <p:cNvCxnSpPr>
            <a:cxnSpLocks/>
            <a:stCxn id="4" idx="2"/>
            <a:endCxn id="51" idx="0"/>
          </p:cNvCxnSpPr>
          <p:nvPr/>
        </p:nvCxnSpPr>
        <p:spPr>
          <a:xfrm rot="5400000">
            <a:off x="2258106" y="-1145470"/>
            <a:ext cx="1819712" cy="5177455"/>
          </a:xfrm>
          <a:prstGeom prst="bentConnector3">
            <a:avLst>
              <a:gd name="adj1" fmla="val 83035"/>
            </a:avLst>
          </a:prstGeom>
          <a:ln>
            <a:tailEnd type="triangle"/>
          </a:ln>
        </p:spPr>
        <p:style>
          <a:lnRef idx="2">
            <a:schemeClr val="dk1"/>
          </a:lnRef>
          <a:fillRef idx="0">
            <a:schemeClr val="dk1"/>
          </a:fillRef>
          <a:effectRef idx="1">
            <a:schemeClr val="dk1"/>
          </a:effectRef>
          <a:fontRef idx="minor">
            <a:schemeClr val="tx1"/>
          </a:fontRef>
        </p:style>
      </p:cxnSp>
      <p:sp>
        <p:nvSpPr>
          <p:cNvPr id="70" name="مستطيل 80">
            <a:extLst>
              <a:ext uri="{FF2B5EF4-FFF2-40B4-BE49-F238E27FC236}">
                <a16:creationId xmlns:a16="http://schemas.microsoft.com/office/drawing/2014/main" id="{9838EDF3-920A-46A0-A9BC-9E62CA87A727}"/>
              </a:ext>
            </a:extLst>
          </p:cNvPr>
          <p:cNvSpPr/>
          <p:nvPr/>
        </p:nvSpPr>
        <p:spPr>
          <a:xfrm>
            <a:off x="2012024" y="6067424"/>
            <a:ext cx="833328" cy="5399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التامين الصحي</a:t>
            </a:r>
          </a:p>
        </p:txBody>
      </p:sp>
      <p:sp>
        <p:nvSpPr>
          <p:cNvPr id="71" name="مستطيل 81">
            <a:extLst>
              <a:ext uri="{FF2B5EF4-FFF2-40B4-BE49-F238E27FC236}">
                <a16:creationId xmlns:a16="http://schemas.microsoft.com/office/drawing/2014/main" id="{BB051348-7EB5-4B92-8561-21FC0B579006}"/>
              </a:ext>
            </a:extLst>
          </p:cNvPr>
          <p:cNvSpPr/>
          <p:nvPr/>
        </p:nvSpPr>
        <p:spPr>
          <a:xfrm>
            <a:off x="1271635" y="2362328"/>
            <a:ext cx="1009456"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b="1" dirty="0">
                <a:ln w="0"/>
                <a:solidFill>
                  <a:schemeClr val="tx1"/>
                </a:solidFill>
                <a:effectLst>
                  <a:outerShdw blurRad="38100" dist="38100" dir="2700000" algn="tl">
                    <a:srgbClr val="000000">
                      <a:alpha val="43137"/>
                    </a:srgbClr>
                  </a:outerShdw>
                </a:effectLst>
                <a:cs typeface="Akhbar MT" pitchFamily="2" charset="-78"/>
              </a:rPr>
              <a:t>دائرة الرقابة الداخلية</a:t>
            </a:r>
          </a:p>
        </p:txBody>
      </p:sp>
      <p:sp>
        <p:nvSpPr>
          <p:cNvPr id="72" name="مستطيل 86">
            <a:extLst>
              <a:ext uri="{FF2B5EF4-FFF2-40B4-BE49-F238E27FC236}">
                <a16:creationId xmlns:a16="http://schemas.microsoft.com/office/drawing/2014/main" id="{5DFE2609-0016-4239-8278-02A8EEF04CC0}"/>
              </a:ext>
            </a:extLst>
          </p:cNvPr>
          <p:cNvSpPr/>
          <p:nvPr/>
        </p:nvSpPr>
        <p:spPr>
          <a:xfrm>
            <a:off x="702598" y="3162657"/>
            <a:ext cx="850237" cy="61688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التدريب الفني والمهني</a:t>
            </a:r>
          </a:p>
        </p:txBody>
      </p:sp>
      <p:sp>
        <p:nvSpPr>
          <p:cNvPr id="73" name="مستطيل 87">
            <a:extLst>
              <a:ext uri="{FF2B5EF4-FFF2-40B4-BE49-F238E27FC236}">
                <a16:creationId xmlns:a16="http://schemas.microsoft.com/office/drawing/2014/main" id="{D03CC1C4-997E-4FE8-B138-56BC5D485745}"/>
              </a:ext>
            </a:extLst>
          </p:cNvPr>
          <p:cNvSpPr/>
          <p:nvPr/>
        </p:nvSpPr>
        <p:spPr>
          <a:xfrm>
            <a:off x="694448" y="3923600"/>
            <a:ext cx="850238" cy="57799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4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khbar MT" pitchFamily="2" charset="-78"/>
              </a:rPr>
              <a:t>شعبة التدريب الإداري والبرامج</a:t>
            </a:r>
          </a:p>
        </p:txBody>
      </p:sp>
      <p:sp>
        <p:nvSpPr>
          <p:cNvPr id="74" name="مستطيل 92">
            <a:extLst>
              <a:ext uri="{FF2B5EF4-FFF2-40B4-BE49-F238E27FC236}">
                <a16:creationId xmlns:a16="http://schemas.microsoft.com/office/drawing/2014/main" id="{38A7A70F-1573-4AD1-B4C3-A36B97040FDC}"/>
              </a:ext>
            </a:extLst>
          </p:cNvPr>
          <p:cNvSpPr/>
          <p:nvPr/>
        </p:nvSpPr>
        <p:spPr>
          <a:xfrm>
            <a:off x="3479437" y="1535817"/>
            <a:ext cx="1824952" cy="419405"/>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600" b="1" dirty="0">
                <a:ln w="0"/>
                <a:solidFill>
                  <a:schemeClr val="tx1"/>
                </a:solidFill>
                <a:effectLst>
                  <a:outerShdw blurRad="38100" dist="38100" dir="2700000" algn="tl">
                    <a:srgbClr val="000000">
                      <a:alpha val="43137"/>
                    </a:srgbClr>
                  </a:outerShdw>
                </a:effectLst>
                <a:cs typeface="Akhbar MT" pitchFamily="2" charset="-78"/>
              </a:rPr>
              <a:t>مكتب المتابعة</a:t>
            </a:r>
            <a:br>
              <a:rPr lang="ar-SY" sz="1600" b="1" dirty="0">
                <a:ln w="0"/>
                <a:solidFill>
                  <a:schemeClr val="tx1"/>
                </a:solidFill>
                <a:effectLst>
                  <a:outerShdw blurRad="38100" dist="38100" dir="2700000" algn="tl">
                    <a:srgbClr val="000000">
                      <a:alpha val="43137"/>
                    </a:srgbClr>
                  </a:outerShdw>
                </a:effectLst>
                <a:cs typeface="Akhbar MT" pitchFamily="2" charset="-78"/>
              </a:rPr>
            </a:br>
            <a:r>
              <a:rPr lang="ar-SY" sz="1600" b="1" dirty="0">
                <a:ln w="0"/>
                <a:solidFill>
                  <a:schemeClr val="tx1"/>
                </a:solidFill>
                <a:effectLst>
                  <a:outerShdw blurRad="38100" dist="38100" dir="2700000" algn="tl">
                    <a:srgbClr val="000000">
                      <a:alpha val="43137"/>
                    </a:srgbClr>
                  </a:outerShdw>
                </a:effectLst>
                <a:cs typeface="Akhbar MT" pitchFamily="2" charset="-78"/>
              </a:rPr>
              <a:t>(المتابعة والتقييم)</a:t>
            </a:r>
          </a:p>
        </p:txBody>
      </p:sp>
      <p:sp>
        <p:nvSpPr>
          <p:cNvPr id="76" name="مستطيل 95">
            <a:extLst>
              <a:ext uri="{FF2B5EF4-FFF2-40B4-BE49-F238E27FC236}">
                <a16:creationId xmlns:a16="http://schemas.microsoft.com/office/drawing/2014/main" id="{5ADF8F55-19B0-4EAF-96E1-851BFD9B093D}"/>
              </a:ext>
            </a:extLst>
          </p:cNvPr>
          <p:cNvSpPr/>
          <p:nvPr/>
        </p:nvSpPr>
        <p:spPr>
          <a:xfrm>
            <a:off x="6492033" y="874653"/>
            <a:ext cx="1824952"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600" b="1" dirty="0">
                <a:ln w="0"/>
                <a:solidFill>
                  <a:schemeClr val="tx1"/>
                </a:solidFill>
                <a:effectLst>
                  <a:outerShdw blurRad="38100" dist="38100" dir="2700000" algn="tl">
                    <a:srgbClr val="000000">
                      <a:alpha val="43137"/>
                    </a:srgbClr>
                  </a:outerShdw>
                </a:effectLst>
                <a:cs typeface="Akhbar MT" pitchFamily="2" charset="-78"/>
              </a:rPr>
              <a:t>معاون المدير لشؤون القانونية والادارية</a:t>
            </a:r>
          </a:p>
        </p:txBody>
      </p:sp>
      <p:cxnSp>
        <p:nvCxnSpPr>
          <p:cNvPr id="77" name="موصل: على شكل مرفق 19">
            <a:extLst>
              <a:ext uri="{FF2B5EF4-FFF2-40B4-BE49-F238E27FC236}">
                <a16:creationId xmlns:a16="http://schemas.microsoft.com/office/drawing/2014/main" id="{5B3F0EBE-04FF-4BCB-B976-24C24D80C235}"/>
              </a:ext>
            </a:extLst>
          </p:cNvPr>
          <p:cNvCxnSpPr>
            <a:cxnSpLocks/>
            <a:stCxn id="4" idx="2"/>
            <a:endCxn id="74" idx="3"/>
          </p:cNvCxnSpPr>
          <p:nvPr/>
        </p:nvCxnSpPr>
        <p:spPr>
          <a:xfrm rot="5400000">
            <a:off x="4924480" y="913310"/>
            <a:ext cx="1212119" cy="45230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78" name="موصل: على شكل مرفق 36">
            <a:extLst>
              <a:ext uri="{FF2B5EF4-FFF2-40B4-BE49-F238E27FC236}">
                <a16:creationId xmlns:a16="http://schemas.microsoft.com/office/drawing/2014/main" id="{2DFEF8DC-A038-46E8-8D00-A065FAF2CD58}"/>
              </a:ext>
            </a:extLst>
          </p:cNvPr>
          <p:cNvCxnSpPr>
            <a:cxnSpLocks/>
            <a:stCxn id="4" idx="2"/>
            <a:endCxn id="76" idx="0"/>
          </p:cNvCxnSpPr>
          <p:nvPr/>
        </p:nvCxnSpPr>
        <p:spPr>
          <a:xfrm rot="16200000" flipH="1">
            <a:off x="6409973" y="-119883"/>
            <a:ext cx="341252" cy="164782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84" name="موصل: على شكل مرفق 520">
            <a:extLst>
              <a:ext uri="{FF2B5EF4-FFF2-40B4-BE49-F238E27FC236}">
                <a16:creationId xmlns:a16="http://schemas.microsoft.com/office/drawing/2014/main" id="{9F5BE2C0-D65B-43D5-8ACB-2C30BABBA6E6}"/>
              </a:ext>
            </a:extLst>
          </p:cNvPr>
          <p:cNvCxnSpPr>
            <a:cxnSpLocks/>
            <a:stCxn id="51" idx="2"/>
            <a:endCxn id="72" idx="1"/>
          </p:cNvCxnSpPr>
          <p:nvPr/>
        </p:nvCxnSpPr>
        <p:spPr>
          <a:xfrm rot="16200000" flipH="1">
            <a:off x="351922" y="3120424"/>
            <a:ext cx="577989" cy="12336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95" name="موصل: على شكل مرفق 520">
            <a:extLst>
              <a:ext uri="{FF2B5EF4-FFF2-40B4-BE49-F238E27FC236}">
                <a16:creationId xmlns:a16="http://schemas.microsoft.com/office/drawing/2014/main" id="{1276C6D3-5EA1-4DC3-A75D-3DA77CDC3CDA}"/>
              </a:ext>
            </a:extLst>
          </p:cNvPr>
          <p:cNvCxnSpPr>
            <a:cxnSpLocks/>
            <a:stCxn id="51" idx="2"/>
            <a:endCxn id="73" idx="1"/>
          </p:cNvCxnSpPr>
          <p:nvPr/>
        </p:nvCxnSpPr>
        <p:spPr>
          <a:xfrm rot="16200000" flipH="1">
            <a:off x="-22900" y="3495246"/>
            <a:ext cx="1319483" cy="11521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1" name="موصل: على شكل مرفق 520">
            <a:extLst>
              <a:ext uri="{FF2B5EF4-FFF2-40B4-BE49-F238E27FC236}">
                <a16:creationId xmlns:a16="http://schemas.microsoft.com/office/drawing/2014/main" id="{2CDAD022-86F1-4CDC-9492-31187C5FB3D7}"/>
              </a:ext>
            </a:extLst>
          </p:cNvPr>
          <p:cNvCxnSpPr>
            <a:cxnSpLocks/>
            <a:stCxn id="52" idx="2"/>
            <a:endCxn id="55" idx="3"/>
          </p:cNvCxnSpPr>
          <p:nvPr/>
        </p:nvCxnSpPr>
        <p:spPr>
          <a:xfrm rot="5400000">
            <a:off x="2637867" y="3115840"/>
            <a:ext cx="602263" cy="122506"/>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4" name="موصل: على شكل مرفق 520">
            <a:extLst>
              <a:ext uri="{FF2B5EF4-FFF2-40B4-BE49-F238E27FC236}">
                <a16:creationId xmlns:a16="http://schemas.microsoft.com/office/drawing/2014/main" id="{D53709A7-BC79-4DF4-93E0-3275E9F9C39D}"/>
              </a:ext>
            </a:extLst>
          </p:cNvPr>
          <p:cNvCxnSpPr>
            <a:cxnSpLocks/>
            <a:stCxn id="52" idx="2"/>
            <a:endCxn id="56" idx="3"/>
          </p:cNvCxnSpPr>
          <p:nvPr/>
        </p:nvCxnSpPr>
        <p:spPr>
          <a:xfrm rot="5400000">
            <a:off x="2254486" y="3466829"/>
            <a:ext cx="1336633" cy="15489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7" name="موصل: على شكل مرفق 520">
            <a:extLst>
              <a:ext uri="{FF2B5EF4-FFF2-40B4-BE49-F238E27FC236}">
                <a16:creationId xmlns:a16="http://schemas.microsoft.com/office/drawing/2014/main" id="{322F20A4-8558-4095-9D25-046E61F38A2C}"/>
              </a:ext>
            </a:extLst>
          </p:cNvPr>
          <p:cNvCxnSpPr>
            <a:cxnSpLocks/>
            <a:stCxn id="52" idx="2"/>
            <a:endCxn id="57" idx="3"/>
          </p:cNvCxnSpPr>
          <p:nvPr/>
        </p:nvCxnSpPr>
        <p:spPr>
          <a:xfrm rot="5400000">
            <a:off x="1908570" y="3812745"/>
            <a:ext cx="2028465" cy="15489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20" name="موصل: على شكل مرفق 520">
            <a:extLst>
              <a:ext uri="{FF2B5EF4-FFF2-40B4-BE49-F238E27FC236}">
                <a16:creationId xmlns:a16="http://schemas.microsoft.com/office/drawing/2014/main" id="{77515FB4-2E58-41A0-8612-F2F6DD55D166}"/>
              </a:ext>
            </a:extLst>
          </p:cNvPr>
          <p:cNvCxnSpPr>
            <a:cxnSpLocks/>
            <a:stCxn id="52" idx="2"/>
            <a:endCxn id="58" idx="3"/>
          </p:cNvCxnSpPr>
          <p:nvPr/>
        </p:nvCxnSpPr>
        <p:spPr>
          <a:xfrm rot="5400000">
            <a:off x="1543730" y="4164405"/>
            <a:ext cx="2744964" cy="16807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23" name="موصل: على شكل مرفق 520">
            <a:extLst>
              <a:ext uri="{FF2B5EF4-FFF2-40B4-BE49-F238E27FC236}">
                <a16:creationId xmlns:a16="http://schemas.microsoft.com/office/drawing/2014/main" id="{600150E6-18FE-48FC-9578-4691A751C421}"/>
              </a:ext>
            </a:extLst>
          </p:cNvPr>
          <p:cNvCxnSpPr>
            <a:cxnSpLocks/>
            <a:stCxn id="52" idx="2"/>
            <a:endCxn id="70" idx="3"/>
          </p:cNvCxnSpPr>
          <p:nvPr/>
        </p:nvCxnSpPr>
        <p:spPr>
          <a:xfrm rot="5400000">
            <a:off x="1192071" y="4529244"/>
            <a:ext cx="3461462" cy="15489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31" name="موصل: على شكل مرفق 520">
            <a:extLst>
              <a:ext uri="{FF2B5EF4-FFF2-40B4-BE49-F238E27FC236}">
                <a16:creationId xmlns:a16="http://schemas.microsoft.com/office/drawing/2014/main" id="{54ABDEF6-21DA-4D65-91B4-5B21CA09A3E5}"/>
              </a:ext>
            </a:extLst>
          </p:cNvPr>
          <p:cNvCxnSpPr>
            <a:cxnSpLocks/>
            <a:stCxn id="45" idx="2"/>
            <a:endCxn id="53" idx="3"/>
          </p:cNvCxnSpPr>
          <p:nvPr/>
        </p:nvCxnSpPr>
        <p:spPr>
          <a:xfrm rot="5400000">
            <a:off x="3879238" y="3100150"/>
            <a:ext cx="565459" cy="1449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34" name="موصل: على شكل مرفق 520">
            <a:extLst>
              <a:ext uri="{FF2B5EF4-FFF2-40B4-BE49-F238E27FC236}">
                <a16:creationId xmlns:a16="http://schemas.microsoft.com/office/drawing/2014/main" id="{DCC5A1EB-FA28-41B3-BAE4-BC7E45B57B1E}"/>
              </a:ext>
            </a:extLst>
          </p:cNvPr>
          <p:cNvCxnSpPr>
            <a:cxnSpLocks/>
            <a:stCxn id="45" idx="2"/>
            <a:endCxn id="54" idx="3"/>
          </p:cNvCxnSpPr>
          <p:nvPr/>
        </p:nvCxnSpPr>
        <p:spPr>
          <a:xfrm rot="5400000">
            <a:off x="3495737" y="3480073"/>
            <a:ext cx="1328882" cy="14855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53" name="موصل: على شكل مرفق 520">
            <a:extLst>
              <a:ext uri="{FF2B5EF4-FFF2-40B4-BE49-F238E27FC236}">
                <a16:creationId xmlns:a16="http://schemas.microsoft.com/office/drawing/2014/main" id="{9462F429-CB46-4CCD-A8E2-85B49CF53773}"/>
              </a:ext>
            </a:extLst>
          </p:cNvPr>
          <p:cNvCxnSpPr>
            <a:cxnSpLocks/>
            <a:stCxn id="44" idx="2"/>
            <a:endCxn id="49" idx="3"/>
          </p:cNvCxnSpPr>
          <p:nvPr/>
        </p:nvCxnSpPr>
        <p:spPr>
          <a:xfrm rot="5400000">
            <a:off x="5175642" y="3097715"/>
            <a:ext cx="552979" cy="16232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56" name="موصل: على شكل مرفق 520">
            <a:extLst>
              <a:ext uri="{FF2B5EF4-FFF2-40B4-BE49-F238E27FC236}">
                <a16:creationId xmlns:a16="http://schemas.microsoft.com/office/drawing/2014/main" id="{0E747DCF-4FBB-4FEC-84AE-7A64548C6BE5}"/>
              </a:ext>
            </a:extLst>
          </p:cNvPr>
          <p:cNvCxnSpPr>
            <a:cxnSpLocks/>
            <a:stCxn id="44" idx="2"/>
            <a:endCxn id="50" idx="3"/>
          </p:cNvCxnSpPr>
          <p:nvPr/>
        </p:nvCxnSpPr>
        <p:spPr>
          <a:xfrm rot="5400000">
            <a:off x="4770040" y="3485191"/>
            <a:ext cx="1346056" cy="18045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61" name="موصل: على شكل مرفق 520">
            <a:extLst>
              <a:ext uri="{FF2B5EF4-FFF2-40B4-BE49-F238E27FC236}">
                <a16:creationId xmlns:a16="http://schemas.microsoft.com/office/drawing/2014/main" id="{2E2D63B0-23AE-4206-8695-5C269131B0B7}"/>
              </a:ext>
            </a:extLst>
          </p:cNvPr>
          <p:cNvCxnSpPr>
            <a:cxnSpLocks/>
            <a:stCxn id="43" idx="2"/>
            <a:endCxn id="47" idx="3"/>
          </p:cNvCxnSpPr>
          <p:nvPr/>
        </p:nvCxnSpPr>
        <p:spPr>
          <a:xfrm rot="5400000">
            <a:off x="6442297" y="3113533"/>
            <a:ext cx="549912" cy="12762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64" name="موصل: على شكل مرفق 520">
            <a:extLst>
              <a:ext uri="{FF2B5EF4-FFF2-40B4-BE49-F238E27FC236}">
                <a16:creationId xmlns:a16="http://schemas.microsoft.com/office/drawing/2014/main" id="{1A0DC852-E6B9-49B8-BB7D-9EC46CFD54CB}"/>
              </a:ext>
            </a:extLst>
          </p:cNvPr>
          <p:cNvCxnSpPr>
            <a:cxnSpLocks/>
            <a:stCxn id="43" idx="2"/>
            <a:endCxn id="48" idx="3"/>
          </p:cNvCxnSpPr>
          <p:nvPr/>
        </p:nvCxnSpPr>
        <p:spPr>
          <a:xfrm rot="5400000">
            <a:off x="6038678" y="3502990"/>
            <a:ext cx="1342988" cy="14178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3" name="موصل: على شكل مرفق 520">
            <a:extLst>
              <a:ext uri="{FF2B5EF4-FFF2-40B4-BE49-F238E27FC236}">
                <a16:creationId xmlns:a16="http://schemas.microsoft.com/office/drawing/2014/main" id="{575957F1-5B6A-4B84-8302-E3A17438702D}"/>
              </a:ext>
            </a:extLst>
          </p:cNvPr>
          <p:cNvCxnSpPr>
            <a:cxnSpLocks/>
            <a:stCxn id="9" idx="2"/>
            <a:endCxn id="25" idx="3"/>
          </p:cNvCxnSpPr>
          <p:nvPr/>
        </p:nvCxnSpPr>
        <p:spPr>
          <a:xfrm rot="5400000">
            <a:off x="7662063" y="3106568"/>
            <a:ext cx="543066" cy="13470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7" name="موصل: على شكل مرفق 520">
            <a:extLst>
              <a:ext uri="{FF2B5EF4-FFF2-40B4-BE49-F238E27FC236}">
                <a16:creationId xmlns:a16="http://schemas.microsoft.com/office/drawing/2014/main" id="{E5374B91-A338-4178-8A47-B3AE1C5C54DE}"/>
              </a:ext>
            </a:extLst>
          </p:cNvPr>
          <p:cNvCxnSpPr>
            <a:cxnSpLocks/>
            <a:stCxn id="9" idx="2"/>
            <a:endCxn id="26" idx="3"/>
          </p:cNvCxnSpPr>
          <p:nvPr/>
        </p:nvCxnSpPr>
        <p:spPr>
          <a:xfrm rot="5400000">
            <a:off x="7267090" y="3492373"/>
            <a:ext cx="1323845" cy="14387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0" name="موصل: على شكل مرفق 520">
            <a:extLst>
              <a:ext uri="{FF2B5EF4-FFF2-40B4-BE49-F238E27FC236}">
                <a16:creationId xmlns:a16="http://schemas.microsoft.com/office/drawing/2014/main" id="{91946046-A9CD-4F70-B20D-C6496CDECC2C}"/>
              </a:ext>
            </a:extLst>
          </p:cNvPr>
          <p:cNvCxnSpPr>
            <a:cxnSpLocks/>
            <a:stCxn id="9" idx="2"/>
            <a:endCxn id="27" idx="3"/>
          </p:cNvCxnSpPr>
          <p:nvPr/>
        </p:nvCxnSpPr>
        <p:spPr>
          <a:xfrm rot="5400000">
            <a:off x="6887221" y="3872242"/>
            <a:ext cx="2083582" cy="14387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3" name="موصل: على شكل مرفق 520">
            <a:extLst>
              <a:ext uri="{FF2B5EF4-FFF2-40B4-BE49-F238E27FC236}">
                <a16:creationId xmlns:a16="http://schemas.microsoft.com/office/drawing/2014/main" id="{B5183BE8-2B90-476D-AEE2-913D2A5641C8}"/>
              </a:ext>
            </a:extLst>
          </p:cNvPr>
          <p:cNvCxnSpPr>
            <a:cxnSpLocks/>
            <a:stCxn id="9" idx="2"/>
            <a:endCxn id="28" idx="3"/>
          </p:cNvCxnSpPr>
          <p:nvPr/>
        </p:nvCxnSpPr>
        <p:spPr>
          <a:xfrm rot="5400000">
            <a:off x="6508987" y="4250474"/>
            <a:ext cx="2840048" cy="1438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6" name="موصل: على شكل مرفق 520">
            <a:extLst>
              <a:ext uri="{FF2B5EF4-FFF2-40B4-BE49-F238E27FC236}">
                <a16:creationId xmlns:a16="http://schemas.microsoft.com/office/drawing/2014/main" id="{8C519C0E-E58A-4771-9E3B-3B6BDF571930}"/>
              </a:ext>
            </a:extLst>
          </p:cNvPr>
          <p:cNvCxnSpPr>
            <a:cxnSpLocks/>
            <a:stCxn id="9" idx="2"/>
            <a:endCxn id="29" idx="3"/>
          </p:cNvCxnSpPr>
          <p:nvPr/>
        </p:nvCxnSpPr>
        <p:spPr>
          <a:xfrm rot="5400000">
            <a:off x="6131602" y="4627859"/>
            <a:ext cx="3594819" cy="1438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55" name="موصل: على شكل مرفق 520">
            <a:extLst>
              <a:ext uri="{FF2B5EF4-FFF2-40B4-BE49-F238E27FC236}">
                <a16:creationId xmlns:a16="http://schemas.microsoft.com/office/drawing/2014/main" id="{C3C8FD1A-7DDE-4E71-AA09-6C126C353267}"/>
              </a:ext>
            </a:extLst>
          </p:cNvPr>
          <p:cNvCxnSpPr>
            <a:cxnSpLocks/>
            <a:stCxn id="41" idx="2"/>
            <a:endCxn id="22" idx="3"/>
          </p:cNvCxnSpPr>
          <p:nvPr/>
        </p:nvCxnSpPr>
        <p:spPr>
          <a:xfrm rot="5400000">
            <a:off x="8870209" y="3085988"/>
            <a:ext cx="543126" cy="17580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58" name="موصل: على شكل مرفق 520">
            <a:extLst>
              <a:ext uri="{FF2B5EF4-FFF2-40B4-BE49-F238E27FC236}">
                <a16:creationId xmlns:a16="http://schemas.microsoft.com/office/drawing/2014/main" id="{47FCC08B-7F3C-49D9-B46B-382301B84A20}"/>
              </a:ext>
            </a:extLst>
          </p:cNvPr>
          <p:cNvCxnSpPr>
            <a:cxnSpLocks/>
            <a:stCxn id="41" idx="2"/>
            <a:endCxn id="23" idx="3"/>
          </p:cNvCxnSpPr>
          <p:nvPr/>
        </p:nvCxnSpPr>
        <p:spPr>
          <a:xfrm rot="5400000">
            <a:off x="8475107" y="3458028"/>
            <a:ext cx="1310268" cy="198866"/>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1" name="موصل: على شكل مرفق 520">
            <a:extLst>
              <a:ext uri="{FF2B5EF4-FFF2-40B4-BE49-F238E27FC236}">
                <a16:creationId xmlns:a16="http://schemas.microsoft.com/office/drawing/2014/main" id="{9A0CE684-4D4D-48F0-AEE7-9EBBC13D2DBA}"/>
              </a:ext>
            </a:extLst>
          </p:cNvPr>
          <p:cNvCxnSpPr>
            <a:cxnSpLocks/>
            <a:stCxn id="41" idx="2"/>
            <a:endCxn id="24" idx="3"/>
          </p:cNvCxnSpPr>
          <p:nvPr/>
        </p:nvCxnSpPr>
        <p:spPr>
          <a:xfrm rot="5400000">
            <a:off x="8103170" y="3831731"/>
            <a:ext cx="2055908" cy="19710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73" name="موصل: على شكل مرفق 520">
            <a:extLst>
              <a:ext uri="{FF2B5EF4-FFF2-40B4-BE49-F238E27FC236}">
                <a16:creationId xmlns:a16="http://schemas.microsoft.com/office/drawing/2014/main" id="{E9E6A0BB-98A5-429A-AFE3-5465C86E2433}"/>
              </a:ext>
            </a:extLst>
          </p:cNvPr>
          <p:cNvCxnSpPr>
            <a:cxnSpLocks/>
            <a:stCxn id="4" idx="2"/>
            <a:endCxn id="6" idx="0"/>
          </p:cNvCxnSpPr>
          <p:nvPr/>
        </p:nvCxnSpPr>
        <p:spPr>
          <a:xfrm rot="5400000">
            <a:off x="4899978" y="16166"/>
            <a:ext cx="339477" cy="1373946"/>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2" name="Date Placeholder 1">
            <a:extLst>
              <a:ext uri="{FF2B5EF4-FFF2-40B4-BE49-F238E27FC236}">
                <a16:creationId xmlns:a16="http://schemas.microsoft.com/office/drawing/2014/main" id="{8760E00C-63B4-168D-A9C7-C5EC9A775820}"/>
              </a:ext>
            </a:extLst>
          </p:cNvPr>
          <p:cNvSpPr>
            <a:spLocks noGrp="1"/>
          </p:cNvSpPr>
          <p:nvPr>
            <p:ph type="dt" sz="half" idx="10"/>
          </p:nvPr>
        </p:nvSpPr>
        <p:spPr/>
        <p:txBody>
          <a:bodyPr/>
          <a:lstStyle/>
          <a:p>
            <a:fld id="{9BB59AF2-4EFA-42CE-8C24-EF43EA1DC9E7}"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9A224DB4-5EC0-3B6F-ED89-442F4A089C8A}"/>
              </a:ext>
            </a:extLst>
          </p:cNvPr>
          <p:cNvSpPr>
            <a:spLocks noGrp="1"/>
          </p:cNvSpPr>
          <p:nvPr>
            <p:ph type="ftr" sz="quarter" idx="11"/>
          </p:nvPr>
        </p:nvSpPr>
        <p:spPr/>
        <p:txBody>
          <a:bodyPr/>
          <a:lstStyle/>
          <a:p>
            <a:r>
              <a:rPr lang="ar-SY"/>
              <a:t>التعريف العام بمحافظة دمشق</a:t>
            </a:r>
          </a:p>
        </p:txBody>
      </p:sp>
      <p:sp>
        <p:nvSpPr>
          <p:cNvPr id="7" name="Slide Number Placeholder 6">
            <a:extLst>
              <a:ext uri="{FF2B5EF4-FFF2-40B4-BE49-F238E27FC236}">
                <a16:creationId xmlns:a16="http://schemas.microsoft.com/office/drawing/2014/main" id="{137E4020-C4AE-B06B-A506-1920324857E1}"/>
              </a:ext>
            </a:extLst>
          </p:cNvPr>
          <p:cNvSpPr>
            <a:spLocks noGrp="1"/>
          </p:cNvSpPr>
          <p:nvPr>
            <p:ph type="sldNum" sz="quarter" idx="12"/>
          </p:nvPr>
        </p:nvSpPr>
        <p:spPr/>
        <p:txBody>
          <a:bodyPr/>
          <a:lstStyle/>
          <a:p>
            <a:fld id="{065EBCF0-071A-41B4-9C48-9ADF70E893B6}" type="slidenum">
              <a:rPr lang="ar-SY" smtClean="0"/>
              <a:pPr/>
              <a:t>18</a:t>
            </a:fld>
            <a:endParaRPr lang="ar-SY" dirty="0"/>
          </a:p>
        </p:txBody>
      </p:sp>
    </p:spTree>
    <p:extLst>
      <p:ext uri="{BB962C8B-B14F-4D97-AF65-F5344CB8AC3E}">
        <p14:creationId xmlns:p14="http://schemas.microsoft.com/office/powerpoint/2010/main" val="101391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6CE57C-27B4-EFCB-DB1A-6FB0C766010D}"/>
              </a:ext>
            </a:extLst>
          </p:cNvPr>
          <p:cNvSpPr>
            <a:spLocks noGrp="1"/>
          </p:cNvSpPr>
          <p:nvPr>
            <p:ph type="title"/>
          </p:nvPr>
        </p:nvSpPr>
        <p:spPr/>
        <p:txBody>
          <a:bodyPr/>
          <a:lstStyle/>
          <a:p>
            <a:r>
              <a:rPr lang="ar-SY" dirty="0"/>
              <a:t>مديرية الصيانة والإنارة</a:t>
            </a:r>
          </a:p>
        </p:txBody>
      </p:sp>
      <p:sp>
        <p:nvSpPr>
          <p:cNvPr id="6" name="Content Placeholder 5">
            <a:extLst>
              <a:ext uri="{FF2B5EF4-FFF2-40B4-BE49-F238E27FC236}">
                <a16:creationId xmlns:a16="http://schemas.microsoft.com/office/drawing/2014/main" id="{4A2D4050-BCDE-4EB4-D349-EEA151D5BB98}"/>
              </a:ext>
            </a:extLst>
          </p:cNvPr>
          <p:cNvSpPr>
            <a:spLocks noGrp="1"/>
          </p:cNvSpPr>
          <p:nvPr>
            <p:ph idx="1"/>
          </p:nvPr>
        </p:nvSpPr>
        <p:spPr/>
        <p:txBody>
          <a:bodyPr>
            <a:normAutofit fontScale="77500" lnSpcReduction="20000"/>
          </a:bodyPr>
          <a:lstStyle/>
          <a:p>
            <a:pPr marL="0" indent="0">
              <a:buNone/>
            </a:pPr>
            <a:r>
              <a:rPr lang="ar-SY" dirty="0"/>
              <a:t>هي الجهة المختصة بتنفيذ وإدارة أعمال الصيانة والخدمات الفنية ضمن نطاق محافظة دمشق، وتشمل رخص الحفريات، وصيانة الأرصفة خارج المخطط التنظيمي، وإكساء وتعزيل وتنظيف الأنهار والسواقي، وتنفيذ أعمال التزفيت المجدد خارج الخطة، وصيانة منشآت المحافظة وجسور المشاة، إضافة إلى تشغيل وصيانة شبكات الإنارة العامة وتجهيزاتها الكهربائية. كما تتولى تنفيذ قرارات لجان السير واللجنة الإعلانية، وتنظيم مهام دخول السيارات إلى المدينة، وتنفيذ ما يُحال إليها من أعمال خدمية مقررة، وذلك وفق القوانين والأنظمة النافذة وبالتنسيق مع الجهات المعنية، بما يضمن سلامة البنية التحتية واستمرارية الخدمات العامة.</a:t>
            </a:r>
          </a:p>
        </p:txBody>
      </p:sp>
      <p:sp>
        <p:nvSpPr>
          <p:cNvPr id="2" name="Date Placeholder 1">
            <a:extLst>
              <a:ext uri="{FF2B5EF4-FFF2-40B4-BE49-F238E27FC236}">
                <a16:creationId xmlns:a16="http://schemas.microsoft.com/office/drawing/2014/main" id="{F9C7AE70-306B-E8E7-E92C-4498DBF56061}"/>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AD370965-B94B-0204-FF3C-5E41BE7A6091}"/>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0F1F57ED-65F7-8CCF-F640-E48944A5E483}"/>
              </a:ext>
            </a:extLst>
          </p:cNvPr>
          <p:cNvSpPr>
            <a:spLocks noGrp="1"/>
          </p:cNvSpPr>
          <p:nvPr>
            <p:ph type="sldNum" sz="quarter" idx="12"/>
          </p:nvPr>
        </p:nvSpPr>
        <p:spPr/>
        <p:txBody>
          <a:bodyPr/>
          <a:lstStyle/>
          <a:p>
            <a:fld id="{065EBCF0-071A-41B4-9C48-9ADF70E893B6}" type="slidenum">
              <a:rPr lang="ar-SY" smtClean="0"/>
              <a:pPr/>
              <a:t>19</a:t>
            </a:fld>
            <a:endParaRPr lang="ar-SY" dirty="0"/>
          </a:p>
        </p:txBody>
      </p:sp>
    </p:spTree>
    <p:extLst>
      <p:ext uri="{BB962C8B-B14F-4D97-AF65-F5344CB8AC3E}">
        <p14:creationId xmlns:p14="http://schemas.microsoft.com/office/powerpoint/2010/main" val="3876272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92212378-C89D-4E06-A6C5-69D663FC5D0D}"/>
              </a:ext>
            </a:extLst>
          </p:cNvPr>
          <p:cNvGrpSpPr/>
          <p:nvPr/>
        </p:nvGrpSpPr>
        <p:grpSpPr>
          <a:xfrm>
            <a:off x="5233814" y="-26879"/>
            <a:ext cx="1229168" cy="514076"/>
            <a:chOff x="7912823" y="0"/>
            <a:chExt cx="1229168" cy="647978"/>
          </a:xfrm>
          <a:solidFill>
            <a:schemeClr val="accent4">
              <a:lumMod val="75000"/>
            </a:schemeClr>
          </a:solidFill>
        </p:grpSpPr>
        <p:sp>
          <p:nvSpPr>
            <p:cNvPr id="175" name="Rectangle 174">
              <a:extLst>
                <a:ext uri="{FF2B5EF4-FFF2-40B4-BE49-F238E27FC236}">
                  <a16:creationId xmlns:a16="http://schemas.microsoft.com/office/drawing/2014/main" id="{68D8652A-0505-471B-BB62-964734C25B29}"/>
                </a:ext>
              </a:extLst>
            </p:cNvPr>
            <p:cNvSpPr/>
            <p:nvPr/>
          </p:nvSpPr>
          <p:spPr>
            <a:xfrm>
              <a:off x="7912823" y="0"/>
              <a:ext cx="1229168" cy="647978"/>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76" name="TextBox 175">
              <a:extLst>
                <a:ext uri="{FF2B5EF4-FFF2-40B4-BE49-F238E27FC236}">
                  <a16:creationId xmlns:a16="http://schemas.microsoft.com/office/drawing/2014/main" id="{B4D5CE13-86FF-4CC0-95C6-406344ACA6D8}"/>
                </a:ext>
              </a:extLst>
            </p:cNvPr>
            <p:cNvSpPr txBox="1"/>
            <p:nvPr/>
          </p:nvSpPr>
          <p:spPr>
            <a:xfrm>
              <a:off x="7912823" y="0"/>
              <a:ext cx="1229168" cy="64797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160" tIns="10160" rIns="10160" bIns="10160" numCol="1" spcCol="1270" anchor="ctr" anchorCtr="0">
              <a:noAutofit/>
            </a:bodyPr>
            <a:lstStyle/>
            <a:p>
              <a:pPr marL="0" lvl="0" indent="0" algn="ctr" defTabSz="711200" rtl="1">
                <a:lnSpc>
                  <a:spcPct val="90000"/>
                </a:lnSpc>
                <a:spcBef>
                  <a:spcPct val="0"/>
                </a:spcBef>
                <a:spcAft>
                  <a:spcPct val="35000"/>
                </a:spcAft>
                <a:buNone/>
              </a:pPr>
              <a:r>
                <a:rPr lang="ar-SY" b="1" kern="1200" dirty="0">
                  <a:solidFill>
                    <a:schemeClr val="tx1"/>
                  </a:solidFill>
                  <a:latin typeface="Arial" panose="020B0604020202020204" pitchFamily="34" charset="0"/>
                  <a:cs typeface="Arial" panose="020B0604020202020204" pitchFamily="34" charset="0"/>
                </a:rPr>
                <a:t>مديرية ال</a:t>
              </a:r>
              <a:r>
                <a:rPr lang="ar-AE" b="1" kern="1200" dirty="0">
                  <a:solidFill>
                    <a:schemeClr val="tx1"/>
                  </a:solidFill>
                  <a:latin typeface="Arial" panose="020B0604020202020204" pitchFamily="34" charset="0"/>
                  <a:cs typeface="Arial" panose="020B0604020202020204" pitchFamily="34" charset="0"/>
                </a:rPr>
                <a:t>صيانة</a:t>
              </a:r>
              <a:r>
                <a:rPr lang="ar-SY" b="1" kern="1200" dirty="0">
                  <a:solidFill>
                    <a:schemeClr val="tx1"/>
                  </a:solidFill>
                  <a:latin typeface="Arial" panose="020B0604020202020204" pitchFamily="34" charset="0"/>
                  <a:cs typeface="Arial" panose="020B0604020202020204" pitchFamily="34" charset="0"/>
                </a:rPr>
                <a:t> والإنارة</a:t>
              </a:r>
            </a:p>
          </p:txBody>
        </p:sp>
      </p:grpSp>
      <p:grpSp>
        <p:nvGrpSpPr>
          <p:cNvPr id="43" name="Group 42">
            <a:extLst>
              <a:ext uri="{FF2B5EF4-FFF2-40B4-BE49-F238E27FC236}">
                <a16:creationId xmlns:a16="http://schemas.microsoft.com/office/drawing/2014/main" id="{06076469-6F0C-4CC0-9D31-99F0D9875643}"/>
              </a:ext>
            </a:extLst>
          </p:cNvPr>
          <p:cNvGrpSpPr/>
          <p:nvPr/>
        </p:nvGrpSpPr>
        <p:grpSpPr>
          <a:xfrm>
            <a:off x="456955" y="1909871"/>
            <a:ext cx="1028154" cy="514077"/>
            <a:chOff x="2851" y="1447024"/>
            <a:chExt cx="1028154" cy="514077"/>
          </a:xfrm>
          <a:solidFill>
            <a:schemeClr val="accent4">
              <a:lumMod val="60000"/>
              <a:lumOff val="40000"/>
            </a:schemeClr>
          </a:solidFill>
        </p:grpSpPr>
        <p:sp>
          <p:nvSpPr>
            <p:cNvPr id="173" name="Rectangle 172">
              <a:extLst>
                <a:ext uri="{FF2B5EF4-FFF2-40B4-BE49-F238E27FC236}">
                  <a16:creationId xmlns:a16="http://schemas.microsoft.com/office/drawing/2014/main" id="{E2F81752-849A-465E-AC76-5BEC26B63CC9}"/>
                </a:ext>
              </a:extLst>
            </p:cNvPr>
            <p:cNvSpPr/>
            <p:nvPr/>
          </p:nvSpPr>
          <p:spPr>
            <a:xfrm>
              <a:off x="2851" y="144702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74" name="TextBox 173">
              <a:extLst>
                <a:ext uri="{FF2B5EF4-FFF2-40B4-BE49-F238E27FC236}">
                  <a16:creationId xmlns:a16="http://schemas.microsoft.com/office/drawing/2014/main" id="{2A92CA23-1F9F-4B08-9372-0C375C1F5EFC}"/>
                </a:ext>
              </a:extLst>
            </p:cNvPr>
            <p:cNvSpPr txBox="1"/>
            <p:nvPr/>
          </p:nvSpPr>
          <p:spPr>
            <a:xfrm>
              <a:off x="2851" y="144702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AE" sz="1400" b="1" kern="1200" dirty="0">
                  <a:solidFill>
                    <a:schemeClr val="tx1"/>
                  </a:solidFill>
                  <a:latin typeface="Arial" panose="020B0604020202020204" pitchFamily="34" charset="0"/>
                  <a:cs typeface="Arial" panose="020B0604020202020204" pitchFamily="34" charset="0"/>
                </a:rPr>
                <a:t>الدائرة الادارية</a:t>
              </a:r>
              <a:endParaRPr lang="ar-SY" sz="1400" b="1" kern="1200" dirty="0">
                <a:solidFill>
                  <a:schemeClr val="tx1"/>
                </a:solidFill>
                <a:latin typeface="Arial" panose="020B0604020202020204" pitchFamily="34" charset="0"/>
                <a:cs typeface="Arial" panose="020B0604020202020204" pitchFamily="34" charset="0"/>
              </a:endParaRPr>
            </a:p>
          </p:txBody>
        </p:sp>
      </p:grpSp>
      <p:grpSp>
        <p:nvGrpSpPr>
          <p:cNvPr id="44" name="Group 43">
            <a:extLst>
              <a:ext uri="{FF2B5EF4-FFF2-40B4-BE49-F238E27FC236}">
                <a16:creationId xmlns:a16="http://schemas.microsoft.com/office/drawing/2014/main" id="{470736A7-CFCF-4470-8612-75B58CA598D7}"/>
              </a:ext>
            </a:extLst>
          </p:cNvPr>
          <p:cNvGrpSpPr/>
          <p:nvPr/>
        </p:nvGrpSpPr>
        <p:grpSpPr>
          <a:xfrm>
            <a:off x="17320" y="2537128"/>
            <a:ext cx="700325" cy="514077"/>
            <a:chOff x="262357" y="2177014"/>
            <a:chExt cx="1028154" cy="514077"/>
          </a:xfrm>
          <a:solidFill>
            <a:schemeClr val="accent6">
              <a:lumMod val="60000"/>
              <a:lumOff val="40000"/>
            </a:schemeClr>
          </a:solidFill>
        </p:grpSpPr>
        <p:sp>
          <p:nvSpPr>
            <p:cNvPr id="171" name="Rectangle 170">
              <a:extLst>
                <a:ext uri="{FF2B5EF4-FFF2-40B4-BE49-F238E27FC236}">
                  <a16:creationId xmlns:a16="http://schemas.microsoft.com/office/drawing/2014/main" id="{EEF3B3BB-CDE7-480B-93EC-A9CA345EBC6E}"/>
                </a:ext>
              </a:extLst>
            </p:cNvPr>
            <p:cNvSpPr/>
            <p:nvPr/>
          </p:nvSpPr>
          <p:spPr>
            <a:xfrm>
              <a:off x="262357"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72" name="TextBox 171">
              <a:extLst>
                <a:ext uri="{FF2B5EF4-FFF2-40B4-BE49-F238E27FC236}">
                  <a16:creationId xmlns:a16="http://schemas.microsoft.com/office/drawing/2014/main" id="{0712B252-3237-468B-8FDE-11D5215C60E3}"/>
                </a:ext>
              </a:extLst>
            </p:cNvPr>
            <p:cNvSpPr txBox="1"/>
            <p:nvPr/>
          </p:nvSpPr>
          <p:spPr>
            <a:xfrm>
              <a:off x="262357"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985" tIns="6985" rIns="6985" bIns="6985" numCol="1" spcCol="1270" anchor="ctr" anchorCtr="0">
              <a:noAutofit/>
            </a:bodyPr>
            <a:lstStyle/>
            <a:p>
              <a:pPr marL="0" lvl="0" indent="0" algn="ctr" defTabSz="488950" rtl="1">
                <a:lnSpc>
                  <a:spcPct val="90000"/>
                </a:lnSpc>
                <a:spcBef>
                  <a:spcPct val="0"/>
                </a:spcBef>
                <a:spcAft>
                  <a:spcPct val="35000"/>
                </a:spcAft>
                <a:buNone/>
              </a:pPr>
              <a:r>
                <a:rPr lang="ar-SY" sz="1200" kern="1200" dirty="0">
                  <a:solidFill>
                    <a:schemeClr val="tx1"/>
                  </a:solidFill>
                </a:rPr>
                <a:t>شعبة</a:t>
              </a:r>
              <a:r>
                <a:rPr lang="ar-SY" sz="1100" kern="1200" dirty="0">
                  <a:solidFill>
                    <a:schemeClr val="tx1"/>
                  </a:solidFill>
                </a:rPr>
                <a:t> </a:t>
              </a:r>
              <a:r>
                <a:rPr lang="ar-SY" sz="1200" kern="1200" dirty="0">
                  <a:solidFill>
                    <a:schemeClr val="tx1"/>
                  </a:solidFill>
                </a:rPr>
                <a:t>الديوان</a:t>
              </a:r>
              <a:endParaRPr lang="ar-SY" sz="1100" kern="1200" dirty="0">
                <a:solidFill>
                  <a:schemeClr val="tx1"/>
                </a:solidFill>
              </a:endParaRPr>
            </a:p>
          </p:txBody>
        </p:sp>
      </p:grpSp>
      <p:grpSp>
        <p:nvGrpSpPr>
          <p:cNvPr id="45" name="Group 44">
            <a:extLst>
              <a:ext uri="{FF2B5EF4-FFF2-40B4-BE49-F238E27FC236}">
                <a16:creationId xmlns:a16="http://schemas.microsoft.com/office/drawing/2014/main" id="{926007A6-B93A-4CB1-873E-337761F748B0}"/>
              </a:ext>
            </a:extLst>
          </p:cNvPr>
          <p:cNvGrpSpPr/>
          <p:nvPr/>
        </p:nvGrpSpPr>
        <p:grpSpPr>
          <a:xfrm>
            <a:off x="17320" y="3212834"/>
            <a:ext cx="700325" cy="514077"/>
            <a:chOff x="262357" y="2907003"/>
            <a:chExt cx="1028154" cy="514077"/>
          </a:xfrm>
          <a:solidFill>
            <a:schemeClr val="accent6">
              <a:lumMod val="60000"/>
              <a:lumOff val="40000"/>
            </a:schemeClr>
          </a:solidFill>
        </p:grpSpPr>
        <p:sp>
          <p:nvSpPr>
            <p:cNvPr id="169" name="Rectangle 168">
              <a:extLst>
                <a:ext uri="{FF2B5EF4-FFF2-40B4-BE49-F238E27FC236}">
                  <a16:creationId xmlns:a16="http://schemas.microsoft.com/office/drawing/2014/main" id="{B032BE8A-E1E8-48FA-B543-CBE12FE64128}"/>
                </a:ext>
              </a:extLst>
            </p:cNvPr>
            <p:cNvSpPr/>
            <p:nvPr/>
          </p:nvSpPr>
          <p:spPr>
            <a:xfrm>
              <a:off x="262357" y="2907003"/>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70" name="TextBox 169">
              <a:extLst>
                <a:ext uri="{FF2B5EF4-FFF2-40B4-BE49-F238E27FC236}">
                  <a16:creationId xmlns:a16="http://schemas.microsoft.com/office/drawing/2014/main" id="{D0160092-77CD-4CDC-8D14-E33009669F6C}"/>
                </a:ext>
              </a:extLst>
            </p:cNvPr>
            <p:cNvSpPr txBox="1"/>
            <p:nvPr/>
          </p:nvSpPr>
          <p:spPr>
            <a:xfrm>
              <a:off x="262357" y="2907003"/>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شعبة النسخ</a:t>
              </a:r>
            </a:p>
          </p:txBody>
        </p:sp>
      </p:grpSp>
      <p:grpSp>
        <p:nvGrpSpPr>
          <p:cNvPr id="46" name="Group 45">
            <a:extLst>
              <a:ext uri="{FF2B5EF4-FFF2-40B4-BE49-F238E27FC236}">
                <a16:creationId xmlns:a16="http://schemas.microsoft.com/office/drawing/2014/main" id="{66F9D03A-31F4-480C-990F-6A0DF24C79A9}"/>
              </a:ext>
            </a:extLst>
          </p:cNvPr>
          <p:cNvGrpSpPr/>
          <p:nvPr/>
        </p:nvGrpSpPr>
        <p:grpSpPr>
          <a:xfrm>
            <a:off x="10500" y="3904355"/>
            <a:ext cx="707145" cy="514077"/>
            <a:chOff x="262357" y="3636993"/>
            <a:chExt cx="1028154" cy="514077"/>
          </a:xfrm>
          <a:solidFill>
            <a:schemeClr val="accent6">
              <a:lumMod val="60000"/>
              <a:lumOff val="40000"/>
            </a:schemeClr>
          </a:solidFill>
        </p:grpSpPr>
        <p:sp>
          <p:nvSpPr>
            <p:cNvPr id="167" name="Rectangle 166">
              <a:extLst>
                <a:ext uri="{FF2B5EF4-FFF2-40B4-BE49-F238E27FC236}">
                  <a16:creationId xmlns:a16="http://schemas.microsoft.com/office/drawing/2014/main" id="{A975ED53-A4DA-49F4-87B6-79838B8EE1C5}"/>
                </a:ext>
              </a:extLst>
            </p:cNvPr>
            <p:cNvSpPr/>
            <p:nvPr/>
          </p:nvSpPr>
          <p:spPr>
            <a:xfrm>
              <a:off x="262357" y="3636993"/>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68" name="TextBox 167">
              <a:extLst>
                <a:ext uri="{FF2B5EF4-FFF2-40B4-BE49-F238E27FC236}">
                  <a16:creationId xmlns:a16="http://schemas.microsoft.com/office/drawing/2014/main" id="{1F26C2D1-52C3-47FB-84D5-ED487C855BA2}"/>
                </a:ext>
              </a:extLst>
            </p:cNvPr>
            <p:cNvSpPr txBox="1"/>
            <p:nvPr/>
          </p:nvSpPr>
          <p:spPr>
            <a:xfrm>
              <a:off x="262357" y="3636993"/>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شعبة الذاتية</a:t>
              </a:r>
            </a:p>
          </p:txBody>
        </p:sp>
      </p:grpSp>
      <p:grpSp>
        <p:nvGrpSpPr>
          <p:cNvPr id="47" name="Group 46">
            <a:extLst>
              <a:ext uri="{FF2B5EF4-FFF2-40B4-BE49-F238E27FC236}">
                <a16:creationId xmlns:a16="http://schemas.microsoft.com/office/drawing/2014/main" id="{775645D3-4AAE-4EC3-8804-FA64B4C160FC}"/>
              </a:ext>
            </a:extLst>
          </p:cNvPr>
          <p:cNvGrpSpPr/>
          <p:nvPr/>
        </p:nvGrpSpPr>
        <p:grpSpPr>
          <a:xfrm>
            <a:off x="0" y="4595986"/>
            <a:ext cx="745503" cy="514077"/>
            <a:chOff x="262357" y="4366983"/>
            <a:chExt cx="1028154" cy="514077"/>
          </a:xfrm>
          <a:solidFill>
            <a:schemeClr val="accent6">
              <a:lumMod val="60000"/>
              <a:lumOff val="40000"/>
            </a:schemeClr>
          </a:solidFill>
        </p:grpSpPr>
        <p:sp>
          <p:nvSpPr>
            <p:cNvPr id="165" name="Rectangle 164">
              <a:extLst>
                <a:ext uri="{FF2B5EF4-FFF2-40B4-BE49-F238E27FC236}">
                  <a16:creationId xmlns:a16="http://schemas.microsoft.com/office/drawing/2014/main" id="{63D0D6BB-4EBF-4C36-95F3-A42690409CDA}"/>
                </a:ext>
              </a:extLst>
            </p:cNvPr>
            <p:cNvSpPr/>
            <p:nvPr/>
          </p:nvSpPr>
          <p:spPr>
            <a:xfrm>
              <a:off x="262357" y="4366983"/>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66" name="TextBox 165">
              <a:extLst>
                <a:ext uri="{FF2B5EF4-FFF2-40B4-BE49-F238E27FC236}">
                  <a16:creationId xmlns:a16="http://schemas.microsoft.com/office/drawing/2014/main" id="{A766C4AB-F0E4-4BD3-B5E3-43B9834119D3}"/>
                </a:ext>
              </a:extLst>
            </p:cNvPr>
            <p:cNvSpPr txBox="1"/>
            <p:nvPr/>
          </p:nvSpPr>
          <p:spPr>
            <a:xfrm>
              <a:off x="262357" y="4366983"/>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المقسم</a:t>
              </a:r>
            </a:p>
          </p:txBody>
        </p:sp>
      </p:grpSp>
      <p:grpSp>
        <p:nvGrpSpPr>
          <p:cNvPr id="48" name="Group 47">
            <a:extLst>
              <a:ext uri="{FF2B5EF4-FFF2-40B4-BE49-F238E27FC236}">
                <a16:creationId xmlns:a16="http://schemas.microsoft.com/office/drawing/2014/main" id="{19F92960-884D-4B54-9C47-BE91E912477A}"/>
              </a:ext>
            </a:extLst>
          </p:cNvPr>
          <p:cNvGrpSpPr/>
          <p:nvPr/>
        </p:nvGrpSpPr>
        <p:grpSpPr>
          <a:xfrm>
            <a:off x="2476736" y="1921246"/>
            <a:ext cx="1028154" cy="514077"/>
            <a:chOff x="6480223" y="1447024"/>
            <a:chExt cx="1028154" cy="514077"/>
          </a:xfrm>
        </p:grpSpPr>
        <p:sp>
          <p:nvSpPr>
            <p:cNvPr id="163" name="Rectangle 162">
              <a:extLst>
                <a:ext uri="{FF2B5EF4-FFF2-40B4-BE49-F238E27FC236}">
                  <a16:creationId xmlns:a16="http://schemas.microsoft.com/office/drawing/2014/main" id="{1878CCB1-37E7-4608-B60C-DD77A602C531}"/>
                </a:ext>
              </a:extLst>
            </p:cNvPr>
            <p:cNvSpPr/>
            <p:nvPr/>
          </p:nvSpPr>
          <p:spPr>
            <a:xfrm>
              <a:off x="6480223" y="1447024"/>
              <a:ext cx="1028154" cy="514077"/>
            </a:xfrm>
            <a:prstGeom prst="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64" name="TextBox 163">
              <a:extLst>
                <a:ext uri="{FF2B5EF4-FFF2-40B4-BE49-F238E27FC236}">
                  <a16:creationId xmlns:a16="http://schemas.microsoft.com/office/drawing/2014/main" id="{CA764861-EBA7-4ACE-BB1B-0A462607CCC1}"/>
                </a:ext>
              </a:extLst>
            </p:cNvPr>
            <p:cNvSpPr txBox="1"/>
            <p:nvPr/>
          </p:nvSpPr>
          <p:spPr>
            <a:xfrm>
              <a:off x="6480223" y="1447024"/>
              <a:ext cx="1028154" cy="514077"/>
            </a:xfrm>
            <a:prstGeom prst="rect">
              <a:avLst/>
            </a:prstGeom>
            <a:solidFill>
              <a:schemeClr val="accent4">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10160" tIns="10160" rIns="10160" bIns="10160" numCol="1" spcCol="1270" anchor="ctr" anchorCtr="0">
              <a:noAutofit/>
            </a:bodyPr>
            <a:lstStyle/>
            <a:p>
              <a:pPr marL="0" lvl="0" indent="0" algn="ctr" defTabSz="711200" rtl="1">
                <a:lnSpc>
                  <a:spcPct val="90000"/>
                </a:lnSpc>
                <a:spcBef>
                  <a:spcPct val="0"/>
                </a:spcBef>
                <a:spcAft>
                  <a:spcPct val="35000"/>
                </a:spcAft>
                <a:buNone/>
              </a:pPr>
              <a:r>
                <a:rPr lang="ar-AE" sz="1400" b="1" kern="1200" dirty="0">
                  <a:solidFill>
                    <a:schemeClr val="tx1"/>
                  </a:solidFill>
                  <a:latin typeface="Arial" panose="020B0604020202020204" pitchFamily="34" charset="0"/>
                  <a:cs typeface="Arial" panose="020B0604020202020204" pitchFamily="34" charset="0"/>
                </a:rPr>
                <a:t>الورشات</a:t>
              </a:r>
              <a:endParaRPr lang="ar-SY" b="1" kern="1200" dirty="0">
                <a:solidFill>
                  <a:schemeClr val="tx1"/>
                </a:solidFill>
                <a:latin typeface="Arial" panose="020B0604020202020204" pitchFamily="34" charset="0"/>
                <a:cs typeface="Arial" panose="020B0604020202020204" pitchFamily="34" charset="0"/>
              </a:endParaRPr>
            </a:p>
          </p:txBody>
        </p:sp>
      </p:grpSp>
      <p:grpSp>
        <p:nvGrpSpPr>
          <p:cNvPr id="49" name="Group 48">
            <a:extLst>
              <a:ext uri="{FF2B5EF4-FFF2-40B4-BE49-F238E27FC236}">
                <a16:creationId xmlns:a16="http://schemas.microsoft.com/office/drawing/2014/main" id="{70CC6246-C1D4-48C5-B1C1-5324D2DF6212}"/>
              </a:ext>
            </a:extLst>
          </p:cNvPr>
          <p:cNvGrpSpPr/>
          <p:nvPr/>
        </p:nvGrpSpPr>
        <p:grpSpPr>
          <a:xfrm>
            <a:off x="1494622" y="4953884"/>
            <a:ext cx="945248" cy="514077"/>
            <a:chOff x="1506424" y="2177014"/>
            <a:chExt cx="1028154" cy="514077"/>
          </a:xfrm>
          <a:solidFill>
            <a:schemeClr val="accent6">
              <a:lumMod val="60000"/>
              <a:lumOff val="40000"/>
            </a:schemeClr>
          </a:solidFill>
        </p:grpSpPr>
        <p:sp>
          <p:nvSpPr>
            <p:cNvPr id="161" name="Rectangle 160">
              <a:extLst>
                <a:ext uri="{FF2B5EF4-FFF2-40B4-BE49-F238E27FC236}">
                  <a16:creationId xmlns:a16="http://schemas.microsoft.com/office/drawing/2014/main" id="{11048502-21C5-47EC-A635-575F7811FF9D}"/>
                </a:ext>
              </a:extLst>
            </p:cNvPr>
            <p:cNvSpPr/>
            <p:nvPr/>
          </p:nvSpPr>
          <p:spPr>
            <a:xfrm>
              <a:off x="1506424"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62" name="TextBox 161">
              <a:extLst>
                <a:ext uri="{FF2B5EF4-FFF2-40B4-BE49-F238E27FC236}">
                  <a16:creationId xmlns:a16="http://schemas.microsoft.com/office/drawing/2014/main" id="{24C4D921-0F2A-4910-9F21-4B2E4CA6C2BD}"/>
                </a:ext>
              </a:extLst>
            </p:cNvPr>
            <p:cNvSpPr txBox="1"/>
            <p:nvPr/>
          </p:nvSpPr>
          <p:spPr>
            <a:xfrm>
              <a:off x="1506424"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Y" sz="1400" kern="1200" dirty="0">
                  <a:solidFill>
                    <a:schemeClr val="tx1"/>
                  </a:solidFill>
                  <a:latin typeface="Arial" panose="020B0604020202020204" pitchFamily="34" charset="0"/>
                  <a:cs typeface="Arial" panose="020B0604020202020204" pitchFamily="34" charset="0"/>
                </a:rPr>
                <a:t>الطرق</a:t>
              </a:r>
            </a:p>
          </p:txBody>
        </p:sp>
      </p:grpSp>
      <p:grpSp>
        <p:nvGrpSpPr>
          <p:cNvPr id="50" name="Group 49">
            <a:extLst>
              <a:ext uri="{FF2B5EF4-FFF2-40B4-BE49-F238E27FC236}">
                <a16:creationId xmlns:a16="http://schemas.microsoft.com/office/drawing/2014/main" id="{C3A26AD0-57E2-4215-9396-5302A0A010F3}"/>
              </a:ext>
            </a:extLst>
          </p:cNvPr>
          <p:cNvGrpSpPr/>
          <p:nvPr/>
        </p:nvGrpSpPr>
        <p:grpSpPr>
          <a:xfrm>
            <a:off x="886826" y="5597973"/>
            <a:ext cx="598283" cy="335247"/>
            <a:chOff x="1763462" y="2907003"/>
            <a:chExt cx="1028154" cy="514077"/>
          </a:xfrm>
          <a:solidFill>
            <a:schemeClr val="tx2">
              <a:lumMod val="40000"/>
              <a:lumOff val="60000"/>
            </a:schemeClr>
          </a:solidFill>
        </p:grpSpPr>
        <p:sp>
          <p:nvSpPr>
            <p:cNvPr id="159" name="Rectangle 158">
              <a:extLst>
                <a:ext uri="{FF2B5EF4-FFF2-40B4-BE49-F238E27FC236}">
                  <a16:creationId xmlns:a16="http://schemas.microsoft.com/office/drawing/2014/main" id="{D2B95CD1-53CC-4BB3-8652-99CD21B6408F}"/>
                </a:ext>
              </a:extLst>
            </p:cNvPr>
            <p:cNvSpPr/>
            <p:nvPr/>
          </p:nvSpPr>
          <p:spPr>
            <a:xfrm>
              <a:off x="1763462" y="2907003"/>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60" name="TextBox 159">
              <a:extLst>
                <a:ext uri="{FF2B5EF4-FFF2-40B4-BE49-F238E27FC236}">
                  <a16:creationId xmlns:a16="http://schemas.microsoft.com/office/drawing/2014/main" id="{BB524ECC-7092-4771-9C4C-8A22162EC788}"/>
                </a:ext>
              </a:extLst>
            </p:cNvPr>
            <p:cNvSpPr txBox="1"/>
            <p:nvPr/>
          </p:nvSpPr>
          <p:spPr>
            <a:xfrm>
              <a:off x="1763462" y="2907003"/>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البلاط</a:t>
              </a:r>
            </a:p>
          </p:txBody>
        </p:sp>
      </p:grpSp>
      <p:sp>
        <p:nvSpPr>
          <p:cNvPr id="158" name="TextBox 157">
            <a:extLst>
              <a:ext uri="{FF2B5EF4-FFF2-40B4-BE49-F238E27FC236}">
                <a16:creationId xmlns:a16="http://schemas.microsoft.com/office/drawing/2014/main" id="{7CA9E6A3-6DAD-4434-B904-764B8F197FE9}"/>
              </a:ext>
            </a:extLst>
          </p:cNvPr>
          <p:cNvSpPr txBox="1"/>
          <p:nvPr/>
        </p:nvSpPr>
        <p:spPr>
          <a:xfrm>
            <a:off x="886826" y="6403967"/>
            <a:ext cx="618182" cy="388774"/>
          </a:xfrm>
          <a:prstGeom prst="rect">
            <a:avLst/>
          </a:prstGeom>
          <a:solidFill>
            <a:schemeClr val="tx2">
              <a:lumMod val="40000"/>
              <a:lumOff val="6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الإسفلت</a:t>
            </a:r>
          </a:p>
        </p:txBody>
      </p:sp>
      <p:sp>
        <p:nvSpPr>
          <p:cNvPr id="156" name="TextBox 155">
            <a:extLst>
              <a:ext uri="{FF2B5EF4-FFF2-40B4-BE49-F238E27FC236}">
                <a16:creationId xmlns:a16="http://schemas.microsoft.com/office/drawing/2014/main" id="{3C8ED41A-E3BC-44B0-AF0F-315A0F35F937}"/>
              </a:ext>
            </a:extLst>
          </p:cNvPr>
          <p:cNvSpPr txBox="1"/>
          <p:nvPr/>
        </p:nvSpPr>
        <p:spPr>
          <a:xfrm>
            <a:off x="2547210" y="5566571"/>
            <a:ext cx="598283" cy="401488"/>
          </a:xfrm>
          <a:prstGeom prst="rect">
            <a:avLst/>
          </a:prstGeom>
          <a:solidFill>
            <a:schemeClr val="tx2">
              <a:lumMod val="40000"/>
              <a:lumOff val="6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التجهيز</a:t>
            </a:r>
          </a:p>
        </p:txBody>
      </p:sp>
      <p:grpSp>
        <p:nvGrpSpPr>
          <p:cNvPr id="53" name="Group 52">
            <a:extLst>
              <a:ext uri="{FF2B5EF4-FFF2-40B4-BE49-F238E27FC236}">
                <a16:creationId xmlns:a16="http://schemas.microsoft.com/office/drawing/2014/main" id="{E58B0CB3-FEF3-4EC6-ADAB-EB0CA6AC6A97}"/>
              </a:ext>
            </a:extLst>
          </p:cNvPr>
          <p:cNvGrpSpPr/>
          <p:nvPr/>
        </p:nvGrpSpPr>
        <p:grpSpPr>
          <a:xfrm>
            <a:off x="2527948" y="5978612"/>
            <a:ext cx="600787" cy="384755"/>
            <a:chOff x="1763462" y="5096972"/>
            <a:chExt cx="1028154" cy="514077"/>
          </a:xfrm>
          <a:solidFill>
            <a:schemeClr val="tx2">
              <a:lumMod val="40000"/>
              <a:lumOff val="60000"/>
            </a:schemeClr>
          </a:solidFill>
        </p:grpSpPr>
        <p:sp>
          <p:nvSpPr>
            <p:cNvPr id="153" name="Rectangle 152">
              <a:extLst>
                <a:ext uri="{FF2B5EF4-FFF2-40B4-BE49-F238E27FC236}">
                  <a16:creationId xmlns:a16="http://schemas.microsoft.com/office/drawing/2014/main" id="{B6687EFD-3998-4E2A-B91B-117B191E8D54}"/>
                </a:ext>
              </a:extLst>
            </p:cNvPr>
            <p:cNvSpPr/>
            <p:nvPr/>
          </p:nvSpPr>
          <p:spPr>
            <a:xfrm>
              <a:off x="1763462" y="5096972"/>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54" name="TextBox 153">
              <a:extLst>
                <a:ext uri="{FF2B5EF4-FFF2-40B4-BE49-F238E27FC236}">
                  <a16:creationId xmlns:a16="http://schemas.microsoft.com/office/drawing/2014/main" id="{0D91FD4E-D6E6-41A2-A6D4-F0B399B23962}"/>
                </a:ext>
              </a:extLst>
            </p:cNvPr>
            <p:cNvSpPr txBox="1"/>
            <p:nvPr/>
          </p:nvSpPr>
          <p:spPr>
            <a:xfrm>
              <a:off x="1763462" y="5096972"/>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err="1">
                  <a:solidFill>
                    <a:schemeClr val="tx1"/>
                  </a:solidFill>
                </a:rPr>
                <a:t>القشاطة</a:t>
              </a:r>
              <a:endParaRPr lang="ar-SY" sz="1200" kern="1200" dirty="0">
                <a:solidFill>
                  <a:schemeClr val="tx1"/>
                </a:solidFill>
              </a:endParaRPr>
            </a:p>
          </p:txBody>
        </p:sp>
      </p:grpSp>
      <p:grpSp>
        <p:nvGrpSpPr>
          <p:cNvPr id="54" name="Group 53">
            <a:extLst>
              <a:ext uri="{FF2B5EF4-FFF2-40B4-BE49-F238E27FC236}">
                <a16:creationId xmlns:a16="http://schemas.microsoft.com/office/drawing/2014/main" id="{B0E58765-E329-4950-9A27-68D659456E37}"/>
              </a:ext>
            </a:extLst>
          </p:cNvPr>
          <p:cNvGrpSpPr/>
          <p:nvPr/>
        </p:nvGrpSpPr>
        <p:grpSpPr>
          <a:xfrm>
            <a:off x="886826" y="5996723"/>
            <a:ext cx="618182" cy="357346"/>
            <a:chOff x="1763462" y="5826962"/>
            <a:chExt cx="1028154" cy="514077"/>
          </a:xfrm>
          <a:solidFill>
            <a:schemeClr val="tx2">
              <a:lumMod val="40000"/>
              <a:lumOff val="60000"/>
            </a:schemeClr>
          </a:solidFill>
        </p:grpSpPr>
        <p:sp>
          <p:nvSpPr>
            <p:cNvPr id="151" name="Rectangle 150">
              <a:extLst>
                <a:ext uri="{FF2B5EF4-FFF2-40B4-BE49-F238E27FC236}">
                  <a16:creationId xmlns:a16="http://schemas.microsoft.com/office/drawing/2014/main" id="{C07615E1-9F43-4D4C-9F69-53C483B074A4}"/>
                </a:ext>
              </a:extLst>
            </p:cNvPr>
            <p:cNvSpPr/>
            <p:nvPr/>
          </p:nvSpPr>
          <p:spPr>
            <a:xfrm>
              <a:off x="1763462" y="5826962"/>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52" name="TextBox 151">
              <a:extLst>
                <a:ext uri="{FF2B5EF4-FFF2-40B4-BE49-F238E27FC236}">
                  <a16:creationId xmlns:a16="http://schemas.microsoft.com/office/drawing/2014/main" id="{6AE4920F-8E49-427D-9C46-927B433CFBCD}"/>
                </a:ext>
              </a:extLst>
            </p:cNvPr>
            <p:cNvSpPr txBox="1"/>
            <p:nvPr/>
          </p:nvSpPr>
          <p:spPr>
            <a:xfrm>
              <a:off x="1763462" y="5826962"/>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الأنفاق</a:t>
              </a:r>
            </a:p>
          </p:txBody>
        </p:sp>
      </p:grpSp>
      <p:grpSp>
        <p:nvGrpSpPr>
          <p:cNvPr id="55" name="Group 54">
            <a:extLst>
              <a:ext uri="{FF2B5EF4-FFF2-40B4-BE49-F238E27FC236}">
                <a16:creationId xmlns:a16="http://schemas.microsoft.com/office/drawing/2014/main" id="{160497C5-C4D1-4E7F-86B6-28DB488549CE}"/>
              </a:ext>
            </a:extLst>
          </p:cNvPr>
          <p:cNvGrpSpPr/>
          <p:nvPr/>
        </p:nvGrpSpPr>
        <p:grpSpPr>
          <a:xfrm>
            <a:off x="1487364" y="2590561"/>
            <a:ext cx="941775" cy="514077"/>
            <a:chOff x="2750491" y="2177014"/>
            <a:chExt cx="1028154" cy="514077"/>
          </a:xfrm>
          <a:solidFill>
            <a:schemeClr val="accent6">
              <a:lumMod val="60000"/>
              <a:lumOff val="40000"/>
            </a:schemeClr>
          </a:solidFill>
        </p:grpSpPr>
        <p:sp>
          <p:nvSpPr>
            <p:cNvPr id="149" name="Rectangle 148">
              <a:extLst>
                <a:ext uri="{FF2B5EF4-FFF2-40B4-BE49-F238E27FC236}">
                  <a16:creationId xmlns:a16="http://schemas.microsoft.com/office/drawing/2014/main" id="{BDACEC98-E0F6-4499-A856-C11FF8AA475C}"/>
                </a:ext>
              </a:extLst>
            </p:cNvPr>
            <p:cNvSpPr/>
            <p:nvPr/>
          </p:nvSpPr>
          <p:spPr>
            <a:xfrm>
              <a:off x="2750491"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50" name="TextBox 149">
              <a:extLst>
                <a:ext uri="{FF2B5EF4-FFF2-40B4-BE49-F238E27FC236}">
                  <a16:creationId xmlns:a16="http://schemas.microsoft.com/office/drawing/2014/main" id="{608300C7-744E-4E8C-90BE-F8861ABD09E8}"/>
                </a:ext>
              </a:extLst>
            </p:cNvPr>
            <p:cNvSpPr txBox="1"/>
            <p:nvPr/>
          </p:nvSpPr>
          <p:spPr>
            <a:xfrm>
              <a:off x="2750491"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a:solidFill>
                    <a:schemeClr val="tx1"/>
                  </a:solidFill>
                </a:rPr>
                <a:t>صيانة الأبنية</a:t>
              </a:r>
            </a:p>
          </p:txBody>
        </p:sp>
      </p:grpSp>
      <p:grpSp>
        <p:nvGrpSpPr>
          <p:cNvPr id="56" name="Group 55">
            <a:extLst>
              <a:ext uri="{FF2B5EF4-FFF2-40B4-BE49-F238E27FC236}">
                <a16:creationId xmlns:a16="http://schemas.microsoft.com/office/drawing/2014/main" id="{CA62A4A6-41FC-4C6D-A0B3-E797D5898186}"/>
              </a:ext>
            </a:extLst>
          </p:cNvPr>
          <p:cNvGrpSpPr/>
          <p:nvPr/>
        </p:nvGrpSpPr>
        <p:grpSpPr>
          <a:xfrm>
            <a:off x="3451006" y="4362223"/>
            <a:ext cx="1466610" cy="514077"/>
            <a:chOff x="3994557" y="2177014"/>
            <a:chExt cx="1028154" cy="514077"/>
          </a:xfrm>
          <a:solidFill>
            <a:schemeClr val="accent6">
              <a:lumMod val="60000"/>
              <a:lumOff val="40000"/>
            </a:schemeClr>
          </a:solidFill>
        </p:grpSpPr>
        <p:sp>
          <p:nvSpPr>
            <p:cNvPr id="147" name="Rectangle 146">
              <a:extLst>
                <a:ext uri="{FF2B5EF4-FFF2-40B4-BE49-F238E27FC236}">
                  <a16:creationId xmlns:a16="http://schemas.microsoft.com/office/drawing/2014/main" id="{762DCD7D-D67C-4E45-BB15-3CFDC4CF93EC}"/>
                </a:ext>
              </a:extLst>
            </p:cNvPr>
            <p:cNvSpPr/>
            <p:nvPr/>
          </p:nvSpPr>
          <p:spPr>
            <a:xfrm>
              <a:off x="3994557"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48" name="TextBox 147">
              <a:extLst>
                <a:ext uri="{FF2B5EF4-FFF2-40B4-BE49-F238E27FC236}">
                  <a16:creationId xmlns:a16="http://schemas.microsoft.com/office/drawing/2014/main" id="{669E00A0-0D3F-4D7A-AE15-DFDCE3C61991}"/>
                </a:ext>
              </a:extLst>
            </p:cNvPr>
            <p:cNvSpPr txBox="1"/>
            <p:nvPr/>
          </p:nvSpPr>
          <p:spPr>
            <a:xfrm>
              <a:off x="3994557"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err="1">
                  <a:solidFill>
                    <a:schemeClr val="tx1"/>
                  </a:solidFill>
                </a:rPr>
                <a:t>الورشات</a:t>
              </a:r>
              <a:r>
                <a:rPr lang="ar-SY" sz="1600" kern="1200" dirty="0">
                  <a:solidFill>
                    <a:schemeClr val="tx1"/>
                  </a:solidFill>
                </a:rPr>
                <a:t> المساعدة</a:t>
              </a:r>
            </a:p>
          </p:txBody>
        </p:sp>
      </p:grpSp>
      <p:grpSp>
        <p:nvGrpSpPr>
          <p:cNvPr id="57" name="Group 56">
            <a:extLst>
              <a:ext uri="{FF2B5EF4-FFF2-40B4-BE49-F238E27FC236}">
                <a16:creationId xmlns:a16="http://schemas.microsoft.com/office/drawing/2014/main" id="{7610442A-7165-4925-970F-90944ABC9A2F}"/>
              </a:ext>
            </a:extLst>
          </p:cNvPr>
          <p:cNvGrpSpPr/>
          <p:nvPr/>
        </p:nvGrpSpPr>
        <p:grpSpPr>
          <a:xfrm>
            <a:off x="3277019" y="5573362"/>
            <a:ext cx="639184" cy="320912"/>
            <a:chOff x="4251596" y="2907003"/>
            <a:chExt cx="1028154" cy="514077"/>
          </a:xfrm>
          <a:solidFill>
            <a:schemeClr val="tx2">
              <a:lumMod val="40000"/>
              <a:lumOff val="60000"/>
            </a:schemeClr>
          </a:solidFill>
        </p:grpSpPr>
        <p:sp>
          <p:nvSpPr>
            <p:cNvPr id="145" name="Rectangle 144">
              <a:extLst>
                <a:ext uri="{FF2B5EF4-FFF2-40B4-BE49-F238E27FC236}">
                  <a16:creationId xmlns:a16="http://schemas.microsoft.com/office/drawing/2014/main" id="{A715FB47-98CB-4C3D-A434-2C31538F0F9F}"/>
                </a:ext>
              </a:extLst>
            </p:cNvPr>
            <p:cNvSpPr/>
            <p:nvPr/>
          </p:nvSpPr>
          <p:spPr>
            <a:xfrm>
              <a:off x="4251596" y="2907003"/>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46" name="TextBox 145">
              <a:extLst>
                <a:ext uri="{FF2B5EF4-FFF2-40B4-BE49-F238E27FC236}">
                  <a16:creationId xmlns:a16="http://schemas.microsoft.com/office/drawing/2014/main" id="{0C1E606E-08EB-4FC0-A9E2-2D845D0CC5B8}"/>
                </a:ext>
              </a:extLst>
            </p:cNvPr>
            <p:cNvSpPr txBox="1"/>
            <p:nvPr/>
          </p:nvSpPr>
          <p:spPr>
            <a:xfrm>
              <a:off x="4251596" y="2907003"/>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ورشة حدادة</a:t>
              </a:r>
            </a:p>
          </p:txBody>
        </p:sp>
      </p:grpSp>
      <p:grpSp>
        <p:nvGrpSpPr>
          <p:cNvPr id="58" name="Group 57">
            <a:extLst>
              <a:ext uri="{FF2B5EF4-FFF2-40B4-BE49-F238E27FC236}">
                <a16:creationId xmlns:a16="http://schemas.microsoft.com/office/drawing/2014/main" id="{F1756AB8-FF05-4059-AC36-4A01EA5BE80A}"/>
              </a:ext>
            </a:extLst>
          </p:cNvPr>
          <p:cNvGrpSpPr/>
          <p:nvPr/>
        </p:nvGrpSpPr>
        <p:grpSpPr>
          <a:xfrm>
            <a:off x="3277019" y="5996723"/>
            <a:ext cx="647265" cy="320912"/>
            <a:chOff x="4251596" y="3636993"/>
            <a:chExt cx="1028154" cy="514077"/>
          </a:xfrm>
          <a:solidFill>
            <a:schemeClr val="accent6">
              <a:lumMod val="60000"/>
              <a:lumOff val="40000"/>
            </a:schemeClr>
          </a:solidFill>
        </p:grpSpPr>
        <p:sp>
          <p:nvSpPr>
            <p:cNvPr id="143" name="Rectangle 142">
              <a:extLst>
                <a:ext uri="{FF2B5EF4-FFF2-40B4-BE49-F238E27FC236}">
                  <a16:creationId xmlns:a16="http://schemas.microsoft.com/office/drawing/2014/main" id="{C652ED0A-168B-4BFF-89AB-BF48523C6466}"/>
                </a:ext>
              </a:extLst>
            </p:cNvPr>
            <p:cNvSpPr/>
            <p:nvPr/>
          </p:nvSpPr>
          <p:spPr>
            <a:xfrm>
              <a:off x="4251596" y="3636993"/>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44" name="TextBox 143">
              <a:extLst>
                <a:ext uri="{FF2B5EF4-FFF2-40B4-BE49-F238E27FC236}">
                  <a16:creationId xmlns:a16="http://schemas.microsoft.com/office/drawing/2014/main" id="{0A96C4E3-AA7B-405F-AECC-78A99F1D6D91}"/>
                </a:ext>
              </a:extLst>
            </p:cNvPr>
            <p:cNvSpPr txBox="1"/>
            <p:nvPr/>
          </p:nvSpPr>
          <p:spPr>
            <a:xfrm>
              <a:off x="4251596" y="3636993"/>
              <a:ext cx="1028154" cy="514077"/>
            </a:xfrm>
            <a:prstGeom prst="rect">
              <a:avLst/>
            </a:prstGeom>
            <a:solidFill>
              <a:schemeClr val="tx2">
                <a:lumMod val="40000"/>
                <a:lumOff val="6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ورشة نجارة</a:t>
              </a:r>
            </a:p>
          </p:txBody>
        </p:sp>
      </p:grpSp>
      <p:grpSp>
        <p:nvGrpSpPr>
          <p:cNvPr id="59" name="Group 58">
            <a:extLst>
              <a:ext uri="{FF2B5EF4-FFF2-40B4-BE49-F238E27FC236}">
                <a16:creationId xmlns:a16="http://schemas.microsoft.com/office/drawing/2014/main" id="{F96CA112-E2D1-4853-99DF-66124F3DD78F}"/>
              </a:ext>
            </a:extLst>
          </p:cNvPr>
          <p:cNvGrpSpPr/>
          <p:nvPr/>
        </p:nvGrpSpPr>
        <p:grpSpPr>
          <a:xfrm>
            <a:off x="4437999" y="5577126"/>
            <a:ext cx="671110" cy="320912"/>
            <a:chOff x="4251596" y="4366983"/>
            <a:chExt cx="1028154" cy="514077"/>
          </a:xfrm>
          <a:solidFill>
            <a:schemeClr val="accent6">
              <a:lumMod val="60000"/>
              <a:lumOff val="40000"/>
            </a:schemeClr>
          </a:solidFill>
        </p:grpSpPr>
        <p:sp>
          <p:nvSpPr>
            <p:cNvPr id="141" name="Rectangle 140">
              <a:extLst>
                <a:ext uri="{FF2B5EF4-FFF2-40B4-BE49-F238E27FC236}">
                  <a16:creationId xmlns:a16="http://schemas.microsoft.com/office/drawing/2014/main" id="{6AD30EF8-CE55-4161-82EC-C14B624EAD23}"/>
                </a:ext>
              </a:extLst>
            </p:cNvPr>
            <p:cNvSpPr/>
            <p:nvPr/>
          </p:nvSpPr>
          <p:spPr>
            <a:xfrm>
              <a:off x="4251596" y="4366983"/>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42" name="TextBox 141">
              <a:extLst>
                <a:ext uri="{FF2B5EF4-FFF2-40B4-BE49-F238E27FC236}">
                  <a16:creationId xmlns:a16="http://schemas.microsoft.com/office/drawing/2014/main" id="{8415B628-B290-488B-A6B7-9AD6754D5F14}"/>
                </a:ext>
              </a:extLst>
            </p:cNvPr>
            <p:cNvSpPr txBox="1"/>
            <p:nvPr/>
          </p:nvSpPr>
          <p:spPr>
            <a:xfrm>
              <a:off x="4251596" y="4366983"/>
              <a:ext cx="1028154" cy="514077"/>
            </a:xfrm>
            <a:prstGeom prst="rect">
              <a:avLst/>
            </a:prstGeom>
            <a:solidFill>
              <a:schemeClr val="tx2">
                <a:lumMod val="40000"/>
                <a:lumOff val="6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ورشة المنيوم</a:t>
              </a:r>
            </a:p>
          </p:txBody>
        </p:sp>
      </p:grpSp>
      <p:grpSp>
        <p:nvGrpSpPr>
          <p:cNvPr id="60" name="Group 59">
            <a:extLst>
              <a:ext uri="{FF2B5EF4-FFF2-40B4-BE49-F238E27FC236}">
                <a16:creationId xmlns:a16="http://schemas.microsoft.com/office/drawing/2014/main" id="{990835CC-5BBA-4ACF-AB5B-178CFE336421}"/>
              </a:ext>
            </a:extLst>
          </p:cNvPr>
          <p:cNvGrpSpPr/>
          <p:nvPr/>
        </p:nvGrpSpPr>
        <p:grpSpPr>
          <a:xfrm>
            <a:off x="4443673" y="6435552"/>
            <a:ext cx="676600" cy="319749"/>
            <a:chOff x="4251596" y="5096972"/>
            <a:chExt cx="1028154" cy="514077"/>
          </a:xfrm>
          <a:solidFill>
            <a:schemeClr val="tx2">
              <a:lumMod val="40000"/>
              <a:lumOff val="60000"/>
            </a:schemeClr>
          </a:solidFill>
        </p:grpSpPr>
        <p:sp>
          <p:nvSpPr>
            <p:cNvPr id="139" name="Rectangle 138">
              <a:extLst>
                <a:ext uri="{FF2B5EF4-FFF2-40B4-BE49-F238E27FC236}">
                  <a16:creationId xmlns:a16="http://schemas.microsoft.com/office/drawing/2014/main" id="{9B3B269B-FDCE-4395-9260-6BB219F0A10C}"/>
                </a:ext>
              </a:extLst>
            </p:cNvPr>
            <p:cNvSpPr/>
            <p:nvPr/>
          </p:nvSpPr>
          <p:spPr>
            <a:xfrm>
              <a:off x="4251596" y="5096972"/>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40" name="TextBox 139">
              <a:extLst>
                <a:ext uri="{FF2B5EF4-FFF2-40B4-BE49-F238E27FC236}">
                  <a16:creationId xmlns:a16="http://schemas.microsoft.com/office/drawing/2014/main" id="{D071BADD-C1B2-49ED-BD59-31F8A8D868D5}"/>
                </a:ext>
              </a:extLst>
            </p:cNvPr>
            <p:cNvSpPr txBox="1"/>
            <p:nvPr/>
          </p:nvSpPr>
          <p:spPr>
            <a:xfrm>
              <a:off x="4251596" y="5096972"/>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ورشة دهان</a:t>
              </a:r>
            </a:p>
          </p:txBody>
        </p:sp>
      </p:grpSp>
      <p:grpSp>
        <p:nvGrpSpPr>
          <p:cNvPr id="61" name="Group 60">
            <a:extLst>
              <a:ext uri="{FF2B5EF4-FFF2-40B4-BE49-F238E27FC236}">
                <a16:creationId xmlns:a16="http://schemas.microsoft.com/office/drawing/2014/main" id="{DB9DDDBE-267D-4B13-B9D4-8A246631EB0C}"/>
              </a:ext>
            </a:extLst>
          </p:cNvPr>
          <p:cNvGrpSpPr/>
          <p:nvPr/>
        </p:nvGrpSpPr>
        <p:grpSpPr>
          <a:xfrm>
            <a:off x="4432510" y="6018588"/>
            <a:ext cx="676599" cy="320912"/>
            <a:chOff x="4251596" y="5826962"/>
            <a:chExt cx="1028154" cy="514077"/>
          </a:xfrm>
          <a:solidFill>
            <a:schemeClr val="accent6">
              <a:lumMod val="60000"/>
              <a:lumOff val="40000"/>
            </a:schemeClr>
          </a:solidFill>
        </p:grpSpPr>
        <p:sp>
          <p:nvSpPr>
            <p:cNvPr id="137" name="Rectangle 136">
              <a:extLst>
                <a:ext uri="{FF2B5EF4-FFF2-40B4-BE49-F238E27FC236}">
                  <a16:creationId xmlns:a16="http://schemas.microsoft.com/office/drawing/2014/main" id="{7CFE3B25-C729-4E67-AB1A-E39008CCA3D0}"/>
                </a:ext>
              </a:extLst>
            </p:cNvPr>
            <p:cNvSpPr/>
            <p:nvPr/>
          </p:nvSpPr>
          <p:spPr>
            <a:xfrm>
              <a:off x="4251596" y="5826962"/>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38" name="TextBox 137">
              <a:extLst>
                <a:ext uri="{FF2B5EF4-FFF2-40B4-BE49-F238E27FC236}">
                  <a16:creationId xmlns:a16="http://schemas.microsoft.com/office/drawing/2014/main" id="{1061EBE6-4BE4-4D63-A462-32E8A2EA181E}"/>
                </a:ext>
              </a:extLst>
            </p:cNvPr>
            <p:cNvSpPr txBox="1"/>
            <p:nvPr/>
          </p:nvSpPr>
          <p:spPr>
            <a:xfrm>
              <a:off x="4251596" y="5826962"/>
              <a:ext cx="1028154" cy="514077"/>
            </a:xfrm>
            <a:prstGeom prst="rect">
              <a:avLst/>
            </a:prstGeom>
            <a:solidFill>
              <a:schemeClr val="tx2">
                <a:lumMod val="40000"/>
                <a:lumOff val="6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200" kern="1200" dirty="0">
                  <a:solidFill>
                    <a:schemeClr val="tx1"/>
                  </a:solidFill>
                </a:rPr>
                <a:t>ورشة تنجيد</a:t>
              </a:r>
            </a:p>
          </p:txBody>
        </p:sp>
      </p:grpSp>
      <p:sp>
        <p:nvSpPr>
          <p:cNvPr id="136" name="TextBox 135">
            <a:extLst>
              <a:ext uri="{FF2B5EF4-FFF2-40B4-BE49-F238E27FC236}">
                <a16:creationId xmlns:a16="http://schemas.microsoft.com/office/drawing/2014/main" id="{C3F6327C-A965-4FA7-9C26-F70E095D14A3}"/>
              </a:ext>
            </a:extLst>
          </p:cNvPr>
          <p:cNvSpPr txBox="1"/>
          <p:nvPr/>
        </p:nvSpPr>
        <p:spPr>
          <a:xfrm>
            <a:off x="3451006" y="2588688"/>
            <a:ext cx="1458007" cy="498335"/>
          </a:xfrm>
          <a:prstGeom prst="rect">
            <a:avLst/>
          </a:prstGeom>
          <a:solidFill>
            <a:schemeClr val="accent6">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شعبة صيانة الإنارة العامة والميكانيك والكهرباء</a:t>
            </a:r>
          </a:p>
        </p:txBody>
      </p:sp>
      <p:grpSp>
        <p:nvGrpSpPr>
          <p:cNvPr id="63" name="Group 62">
            <a:extLst>
              <a:ext uri="{FF2B5EF4-FFF2-40B4-BE49-F238E27FC236}">
                <a16:creationId xmlns:a16="http://schemas.microsoft.com/office/drawing/2014/main" id="{678321A3-F59F-4CC2-A8EC-9904AA29E565}"/>
              </a:ext>
            </a:extLst>
          </p:cNvPr>
          <p:cNvGrpSpPr/>
          <p:nvPr/>
        </p:nvGrpSpPr>
        <p:grpSpPr>
          <a:xfrm>
            <a:off x="1485109" y="3189278"/>
            <a:ext cx="946211" cy="478176"/>
            <a:chOff x="6482691" y="2177014"/>
            <a:chExt cx="1028154" cy="514077"/>
          </a:xfrm>
          <a:solidFill>
            <a:schemeClr val="accent6">
              <a:lumMod val="60000"/>
              <a:lumOff val="40000"/>
            </a:schemeClr>
          </a:solidFill>
        </p:grpSpPr>
        <p:sp>
          <p:nvSpPr>
            <p:cNvPr id="133" name="Rectangle 132">
              <a:extLst>
                <a:ext uri="{FF2B5EF4-FFF2-40B4-BE49-F238E27FC236}">
                  <a16:creationId xmlns:a16="http://schemas.microsoft.com/office/drawing/2014/main" id="{8DBCFBA9-DC14-46D9-B88B-5413A983CA81}"/>
                </a:ext>
              </a:extLst>
            </p:cNvPr>
            <p:cNvSpPr/>
            <p:nvPr/>
          </p:nvSpPr>
          <p:spPr>
            <a:xfrm>
              <a:off x="6482691"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34" name="TextBox 133">
              <a:extLst>
                <a:ext uri="{FF2B5EF4-FFF2-40B4-BE49-F238E27FC236}">
                  <a16:creationId xmlns:a16="http://schemas.microsoft.com/office/drawing/2014/main" id="{0E42D12E-CF74-4AC2-A97D-8AFA7153A691}"/>
                </a:ext>
              </a:extLst>
            </p:cNvPr>
            <p:cNvSpPr txBox="1"/>
            <p:nvPr/>
          </p:nvSpPr>
          <p:spPr>
            <a:xfrm>
              <a:off x="6482691"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a:solidFill>
                    <a:schemeClr val="tx1"/>
                  </a:solidFill>
                </a:rPr>
                <a:t>الأنهر</a:t>
              </a:r>
              <a:endParaRPr lang="ar-SY" sz="1200" kern="1200" dirty="0">
                <a:solidFill>
                  <a:schemeClr val="tx1"/>
                </a:solidFill>
              </a:endParaRPr>
            </a:p>
          </p:txBody>
        </p:sp>
      </p:grpSp>
      <p:grpSp>
        <p:nvGrpSpPr>
          <p:cNvPr id="64" name="Group 63">
            <a:extLst>
              <a:ext uri="{FF2B5EF4-FFF2-40B4-BE49-F238E27FC236}">
                <a16:creationId xmlns:a16="http://schemas.microsoft.com/office/drawing/2014/main" id="{814C6E55-2363-48D1-9163-0212628C4DAD}"/>
              </a:ext>
            </a:extLst>
          </p:cNvPr>
          <p:cNvGrpSpPr/>
          <p:nvPr/>
        </p:nvGrpSpPr>
        <p:grpSpPr>
          <a:xfrm>
            <a:off x="3426294" y="3160274"/>
            <a:ext cx="1482718" cy="507180"/>
            <a:chOff x="7726758" y="2177014"/>
            <a:chExt cx="2309610" cy="514077"/>
          </a:xfrm>
          <a:solidFill>
            <a:schemeClr val="accent6">
              <a:lumMod val="60000"/>
              <a:lumOff val="40000"/>
            </a:schemeClr>
          </a:solidFill>
        </p:grpSpPr>
        <p:sp>
          <p:nvSpPr>
            <p:cNvPr id="131" name="Rectangle 130">
              <a:extLst>
                <a:ext uri="{FF2B5EF4-FFF2-40B4-BE49-F238E27FC236}">
                  <a16:creationId xmlns:a16="http://schemas.microsoft.com/office/drawing/2014/main" id="{27102233-796A-49AE-9AB1-394DDF943E2B}"/>
                </a:ext>
              </a:extLst>
            </p:cNvPr>
            <p:cNvSpPr/>
            <p:nvPr/>
          </p:nvSpPr>
          <p:spPr>
            <a:xfrm>
              <a:off x="7726758"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32" name="TextBox 131">
              <a:extLst>
                <a:ext uri="{FF2B5EF4-FFF2-40B4-BE49-F238E27FC236}">
                  <a16:creationId xmlns:a16="http://schemas.microsoft.com/office/drawing/2014/main" id="{D47DBD25-9218-4B30-B4CC-3A4D96F272F4}"/>
                </a:ext>
              </a:extLst>
            </p:cNvPr>
            <p:cNvSpPr txBox="1"/>
            <p:nvPr/>
          </p:nvSpPr>
          <p:spPr>
            <a:xfrm>
              <a:off x="7726758" y="2177014"/>
              <a:ext cx="2309610"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a:solidFill>
                    <a:schemeClr val="tx1"/>
                  </a:solidFill>
                </a:rPr>
                <a:t>البحرات</a:t>
              </a:r>
              <a:endParaRPr lang="ar-SY" sz="1200" kern="1200" dirty="0">
                <a:solidFill>
                  <a:schemeClr val="tx1"/>
                </a:solidFill>
              </a:endParaRPr>
            </a:p>
          </p:txBody>
        </p:sp>
      </p:grpSp>
      <p:grpSp>
        <p:nvGrpSpPr>
          <p:cNvPr id="65" name="Group 64">
            <a:extLst>
              <a:ext uri="{FF2B5EF4-FFF2-40B4-BE49-F238E27FC236}">
                <a16:creationId xmlns:a16="http://schemas.microsoft.com/office/drawing/2014/main" id="{D4A7CF32-B4F1-49DB-BC94-7DB37507DEFB}"/>
              </a:ext>
            </a:extLst>
          </p:cNvPr>
          <p:cNvGrpSpPr/>
          <p:nvPr/>
        </p:nvGrpSpPr>
        <p:grpSpPr>
          <a:xfrm>
            <a:off x="1494621" y="3752094"/>
            <a:ext cx="941775" cy="514076"/>
            <a:chOff x="8970825" y="2177014"/>
            <a:chExt cx="1028154" cy="514077"/>
          </a:xfrm>
          <a:solidFill>
            <a:schemeClr val="accent6">
              <a:lumMod val="60000"/>
              <a:lumOff val="40000"/>
            </a:schemeClr>
          </a:solidFill>
        </p:grpSpPr>
        <p:sp>
          <p:nvSpPr>
            <p:cNvPr id="129" name="Rectangle 128">
              <a:extLst>
                <a:ext uri="{FF2B5EF4-FFF2-40B4-BE49-F238E27FC236}">
                  <a16:creationId xmlns:a16="http://schemas.microsoft.com/office/drawing/2014/main" id="{33127560-1E13-4977-9AEA-A143178DC238}"/>
                </a:ext>
              </a:extLst>
            </p:cNvPr>
            <p:cNvSpPr/>
            <p:nvPr/>
          </p:nvSpPr>
          <p:spPr>
            <a:xfrm>
              <a:off x="8970825"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30" name="TextBox 129">
              <a:extLst>
                <a:ext uri="{FF2B5EF4-FFF2-40B4-BE49-F238E27FC236}">
                  <a16:creationId xmlns:a16="http://schemas.microsoft.com/office/drawing/2014/main" id="{691FFED1-8957-43A9-90CA-FBDBE2165E04}"/>
                </a:ext>
              </a:extLst>
            </p:cNvPr>
            <p:cNvSpPr txBox="1"/>
            <p:nvPr/>
          </p:nvSpPr>
          <p:spPr>
            <a:xfrm>
              <a:off x="8970825"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err="1">
                  <a:solidFill>
                    <a:schemeClr val="tx1"/>
                  </a:solidFill>
                </a:rPr>
                <a:t>القابون</a:t>
              </a:r>
              <a:endParaRPr lang="ar-SY" sz="1200" kern="1200" dirty="0">
                <a:solidFill>
                  <a:schemeClr val="tx1"/>
                </a:solidFill>
              </a:endParaRPr>
            </a:p>
          </p:txBody>
        </p:sp>
      </p:grpSp>
      <p:grpSp>
        <p:nvGrpSpPr>
          <p:cNvPr id="66" name="Group 65">
            <a:extLst>
              <a:ext uri="{FF2B5EF4-FFF2-40B4-BE49-F238E27FC236}">
                <a16:creationId xmlns:a16="http://schemas.microsoft.com/office/drawing/2014/main" id="{1C24C5AC-D1D4-42AA-973E-740D2D754086}"/>
              </a:ext>
            </a:extLst>
          </p:cNvPr>
          <p:cNvGrpSpPr/>
          <p:nvPr/>
        </p:nvGrpSpPr>
        <p:grpSpPr>
          <a:xfrm>
            <a:off x="3442400" y="3752094"/>
            <a:ext cx="1466611" cy="514077"/>
            <a:chOff x="10214891" y="2177014"/>
            <a:chExt cx="1028154" cy="514077"/>
          </a:xfrm>
          <a:solidFill>
            <a:schemeClr val="accent6">
              <a:lumMod val="60000"/>
              <a:lumOff val="40000"/>
            </a:schemeClr>
          </a:solidFill>
        </p:grpSpPr>
        <p:sp>
          <p:nvSpPr>
            <p:cNvPr id="127" name="Rectangle 126">
              <a:extLst>
                <a:ext uri="{FF2B5EF4-FFF2-40B4-BE49-F238E27FC236}">
                  <a16:creationId xmlns:a16="http://schemas.microsoft.com/office/drawing/2014/main" id="{42F83D0F-C237-4130-975E-3AC4E731C32B}"/>
                </a:ext>
              </a:extLst>
            </p:cNvPr>
            <p:cNvSpPr/>
            <p:nvPr/>
          </p:nvSpPr>
          <p:spPr>
            <a:xfrm>
              <a:off x="10214891"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28" name="TextBox 127">
              <a:extLst>
                <a:ext uri="{FF2B5EF4-FFF2-40B4-BE49-F238E27FC236}">
                  <a16:creationId xmlns:a16="http://schemas.microsoft.com/office/drawing/2014/main" id="{0C6A2339-48F3-47B3-95A5-AFCDA93D7DF5}"/>
                </a:ext>
              </a:extLst>
            </p:cNvPr>
            <p:cNvSpPr txBox="1"/>
            <p:nvPr/>
          </p:nvSpPr>
          <p:spPr>
            <a:xfrm>
              <a:off x="10214891"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a:solidFill>
                    <a:schemeClr val="tx1"/>
                  </a:solidFill>
                </a:rPr>
                <a:t>برزة</a:t>
              </a:r>
              <a:endParaRPr lang="ar-SY" sz="1200" kern="1200" dirty="0">
                <a:solidFill>
                  <a:schemeClr val="tx1"/>
                </a:solidFill>
              </a:endParaRPr>
            </a:p>
          </p:txBody>
        </p:sp>
      </p:grpSp>
      <p:grpSp>
        <p:nvGrpSpPr>
          <p:cNvPr id="67" name="Group 66">
            <a:extLst>
              <a:ext uri="{FF2B5EF4-FFF2-40B4-BE49-F238E27FC236}">
                <a16:creationId xmlns:a16="http://schemas.microsoft.com/office/drawing/2014/main" id="{B70EA836-B5B6-4CF7-ADD5-B7978046FEC2}"/>
              </a:ext>
            </a:extLst>
          </p:cNvPr>
          <p:cNvGrpSpPr/>
          <p:nvPr/>
        </p:nvGrpSpPr>
        <p:grpSpPr>
          <a:xfrm>
            <a:off x="1494621" y="4350810"/>
            <a:ext cx="934518" cy="514077"/>
            <a:chOff x="11458958" y="2177014"/>
            <a:chExt cx="1028154" cy="514077"/>
          </a:xfrm>
          <a:solidFill>
            <a:schemeClr val="accent6">
              <a:lumMod val="60000"/>
              <a:lumOff val="40000"/>
            </a:schemeClr>
          </a:solidFill>
        </p:grpSpPr>
        <p:sp>
          <p:nvSpPr>
            <p:cNvPr id="125" name="Rectangle 124">
              <a:extLst>
                <a:ext uri="{FF2B5EF4-FFF2-40B4-BE49-F238E27FC236}">
                  <a16:creationId xmlns:a16="http://schemas.microsoft.com/office/drawing/2014/main" id="{BF1D9600-80ED-49F9-B87F-18EF8E9664B5}"/>
                </a:ext>
              </a:extLst>
            </p:cNvPr>
            <p:cNvSpPr/>
            <p:nvPr/>
          </p:nvSpPr>
          <p:spPr>
            <a:xfrm>
              <a:off x="11458958" y="217701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26" name="TextBox 125">
              <a:extLst>
                <a:ext uri="{FF2B5EF4-FFF2-40B4-BE49-F238E27FC236}">
                  <a16:creationId xmlns:a16="http://schemas.microsoft.com/office/drawing/2014/main" id="{EBDC028B-730B-4054-80EF-6CF81C0383CE}"/>
                </a:ext>
              </a:extLst>
            </p:cNvPr>
            <p:cNvSpPr txBox="1"/>
            <p:nvPr/>
          </p:nvSpPr>
          <p:spPr>
            <a:xfrm>
              <a:off x="11458958" y="217701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a:solidFill>
                    <a:schemeClr val="tx1"/>
                  </a:solidFill>
                </a:rPr>
                <a:t>البرامكة</a:t>
              </a:r>
              <a:endParaRPr lang="ar-SY" sz="1200" kern="1200" dirty="0">
                <a:solidFill>
                  <a:schemeClr val="tx1"/>
                </a:solidFill>
              </a:endParaRPr>
            </a:p>
          </p:txBody>
        </p:sp>
      </p:grpSp>
      <p:grpSp>
        <p:nvGrpSpPr>
          <p:cNvPr id="68" name="Group 67">
            <a:extLst>
              <a:ext uri="{FF2B5EF4-FFF2-40B4-BE49-F238E27FC236}">
                <a16:creationId xmlns:a16="http://schemas.microsoft.com/office/drawing/2014/main" id="{EE977203-9B6D-4884-8987-A0CE516EEA2C}"/>
              </a:ext>
            </a:extLst>
          </p:cNvPr>
          <p:cNvGrpSpPr/>
          <p:nvPr/>
        </p:nvGrpSpPr>
        <p:grpSpPr>
          <a:xfrm>
            <a:off x="4536799" y="1922780"/>
            <a:ext cx="1028154" cy="514077"/>
            <a:chOff x="11297075" y="1460051"/>
            <a:chExt cx="1028154" cy="514077"/>
          </a:xfrm>
          <a:solidFill>
            <a:schemeClr val="accent4">
              <a:lumMod val="60000"/>
              <a:lumOff val="40000"/>
            </a:schemeClr>
          </a:solidFill>
        </p:grpSpPr>
        <p:sp>
          <p:nvSpPr>
            <p:cNvPr id="123" name="Rectangle 122">
              <a:extLst>
                <a:ext uri="{FF2B5EF4-FFF2-40B4-BE49-F238E27FC236}">
                  <a16:creationId xmlns:a16="http://schemas.microsoft.com/office/drawing/2014/main" id="{061E1DA8-336E-44C6-B3F3-EF31F9AF6053}"/>
                </a:ext>
              </a:extLst>
            </p:cNvPr>
            <p:cNvSpPr/>
            <p:nvPr/>
          </p:nvSpPr>
          <p:spPr>
            <a:xfrm>
              <a:off x="11297075" y="1460051"/>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24" name="TextBox 123">
              <a:extLst>
                <a:ext uri="{FF2B5EF4-FFF2-40B4-BE49-F238E27FC236}">
                  <a16:creationId xmlns:a16="http://schemas.microsoft.com/office/drawing/2014/main" id="{DE5EAD08-944B-4001-97C4-C932295FDE3E}"/>
                </a:ext>
              </a:extLst>
            </p:cNvPr>
            <p:cNvSpPr txBox="1"/>
            <p:nvPr/>
          </p:nvSpPr>
          <p:spPr>
            <a:xfrm>
              <a:off x="11297075" y="1460051"/>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400" b="1" kern="1200" dirty="0">
                  <a:solidFill>
                    <a:schemeClr val="tx1"/>
                  </a:solidFill>
                  <a:latin typeface="Arial" panose="020B0604020202020204" pitchFamily="34" charset="0"/>
                  <a:cs typeface="Arial" panose="020B0604020202020204" pitchFamily="34" charset="0"/>
                </a:rPr>
                <a:t>مكتب </a:t>
              </a:r>
              <a:r>
                <a:rPr lang="ar-AE" sz="1400" b="1" kern="1200" dirty="0">
                  <a:solidFill>
                    <a:schemeClr val="tx1"/>
                  </a:solidFill>
                  <a:latin typeface="Arial" panose="020B0604020202020204" pitchFamily="34" charset="0"/>
                  <a:cs typeface="Arial" panose="020B0604020202020204" pitchFamily="34" charset="0"/>
                </a:rPr>
                <a:t>تنسيق الحفريات</a:t>
              </a:r>
              <a:endParaRPr lang="ar-SY" sz="1400" b="1" kern="1200" dirty="0">
                <a:solidFill>
                  <a:schemeClr val="tx1"/>
                </a:solidFill>
                <a:latin typeface="Arial" panose="020B0604020202020204" pitchFamily="34" charset="0"/>
                <a:cs typeface="Arial" panose="020B0604020202020204" pitchFamily="34" charset="0"/>
              </a:endParaRPr>
            </a:p>
          </p:txBody>
        </p:sp>
      </p:grpSp>
      <p:sp>
        <p:nvSpPr>
          <p:cNvPr id="122" name="TextBox 121">
            <a:extLst>
              <a:ext uri="{FF2B5EF4-FFF2-40B4-BE49-F238E27FC236}">
                <a16:creationId xmlns:a16="http://schemas.microsoft.com/office/drawing/2014/main" id="{E3E46206-A7B0-4A8C-8722-A355F6973B90}"/>
              </a:ext>
            </a:extLst>
          </p:cNvPr>
          <p:cNvSpPr txBox="1"/>
          <p:nvPr/>
        </p:nvSpPr>
        <p:spPr>
          <a:xfrm>
            <a:off x="5926569" y="1941226"/>
            <a:ext cx="1246534" cy="514076"/>
          </a:xfrm>
          <a:prstGeom prst="rect">
            <a:avLst/>
          </a:prstGeom>
          <a:solidFill>
            <a:schemeClr val="accent4">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b="1" kern="1200" dirty="0">
                <a:solidFill>
                  <a:schemeClr val="tx1"/>
                </a:solidFill>
                <a:latin typeface="Arial" panose="020B0604020202020204" pitchFamily="34" charset="0"/>
                <a:cs typeface="Arial" panose="020B0604020202020204" pitchFamily="34" charset="0"/>
              </a:rPr>
              <a:t>دائرة الدراسات الفنية</a:t>
            </a:r>
          </a:p>
        </p:txBody>
      </p:sp>
      <p:sp>
        <p:nvSpPr>
          <p:cNvPr id="120" name="TextBox 119">
            <a:extLst>
              <a:ext uri="{FF2B5EF4-FFF2-40B4-BE49-F238E27FC236}">
                <a16:creationId xmlns:a16="http://schemas.microsoft.com/office/drawing/2014/main" id="{F3DA1476-9927-4AF6-8C73-44D08396BEEB}"/>
              </a:ext>
            </a:extLst>
          </p:cNvPr>
          <p:cNvSpPr txBox="1"/>
          <p:nvPr/>
        </p:nvSpPr>
        <p:spPr>
          <a:xfrm>
            <a:off x="5224945" y="2584174"/>
            <a:ext cx="1028154" cy="502849"/>
          </a:xfrm>
          <a:prstGeom prst="rect">
            <a:avLst/>
          </a:prstGeom>
          <a:solidFill>
            <a:schemeClr val="accent6">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الدراسة وكفاءة الطاقة</a:t>
            </a:r>
          </a:p>
        </p:txBody>
      </p:sp>
      <p:sp>
        <p:nvSpPr>
          <p:cNvPr id="118" name="TextBox 117">
            <a:extLst>
              <a:ext uri="{FF2B5EF4-FFF2-40B4-BE49-F238E27FC236}">
                <a16:creationId xmlns:a16="http://schemas.microsoft.com/office/drawing/2014/main" id="{41150959-444D-4839-9F47-E4A767E975BE}"/>
              </a:ext>
            </a:extLst>
          </p:cNvPr>
          <p:cNvSpPr txBox="1"/>
          <p:nvPr/>
        </p:nvSpPr>
        <p:spPr>
          <a:xfrm>
            <a:off x="5224133" y="3158740"/>
            <a:ext cx="1028966" cy="514077"/>
          </a:xfrm>
          <a:prstGeom prst="rect">
            <a:avLst/>
          </a:prstGeom>
          <a:solidFill>
            <a:schemeClr val="accent6">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أعمال العزل الحراري</a:t>
            </a:r>
          </a:p>
        </p:txBody>
      </p:sp>
      <p:grpSp>
        <p:nvGrpSpPr>
          <p:cNvPr id="72" name="Group 71">
            <a:extLst>
              <a:ext uri="{FF2B5EF4-FFF2-40B4-BE49-F238E27FC236}">
                <a16:creationId xmlns:a16="http://schemas.microsoft.com/office/drawing/2014/main" id="{D36693E0-1256-4483-B1C0-18B56A3D08A2}"/>
              </a:ext>
            </a:extLst>
          </p:cNvPr>
          <p:cNvGrpSpPr/>
          <p:nvPr/>
        </p:nvGrpSpPr>
        <p:grpSpPr>
          <a:xfrm>
            <a:off x="5213980" y="3752095"/>
            <a:ext cx="1028154" cy="514076"/>
            <a:chOff x="12703025" y="3838691"/>
            <a:chExt cx="1028154" cy="514077"/>
          </a:xfrm>
          <a:solidFill>
            <a:schemeClr val="accent6">
              <a:lumMod val="60000"/>
              <a:lumOff val="40000"/>
            </a:schemeClr>
          </a:solidFill>
        </p:grpSpPr>
        <p:sp>
          <p:nvSpPr>
            <p:cNvPr id="115" name="Rectangle 114">
              <a:extLst>
                <a:ext uri="{FF2B5EF4-FFF2-40B4-BE49-F238E27FC236}">
                  <a16:creationId xmlns:a16="http://schemas.microsoft.com/office/drawing/2014/main" id="{3C9C753A-E603-46D7-94B6-3A65875178CF}"/>
                </a:ext>
              </a:extLst>
            </p:cNvPr>
            <p:cNvSpPr/>
            <p:nvPr/>
          </p:nvSpPr>
          <p:spPr>
            <a:xfrm>
              <a:off x="12703025" y="3838691"/>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16" name="TextBox 115">
              <a:extLst>
                <a:ext uri="{FF2B5EF4-FFF2-40B4-BE49-F238E27FC236}">
                  <a16:creationId xmlns:a16="http://schemas.microsoft.com/office/drawing/2014/main" id="{85B2295A-F040-4883-BDEE-02D220A893CE}"/>
                </a:ext>
              </a:extLst>
            </p:cNvPr>
            <p:cNvSpPr txBox="1"/>
            <p:nvPr/>
          </p:nvSpPr>
          <p:spPr>
            <a:xfrm>
              <a:off x="12703025" y="3838691"/>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دراسات الصيانة</a:t>
              </a:r>
            </a:p>
          </p:txBody>
        </p:sp>
      </p:grpSp>
      <p:grpSp>
        <p:nvGrpSpPr>
          <p:cNvPr id="73" name="Group 72">
            <a:extLst>
              <a:ext uri="{FF2B5EF4-FFF2-40B4-BE49-F238E27FC236}">
                <a16:creationId xmlns:a16="http://schemas.microsoft.com/office/drawing/2014/main" id="{3FDA9259-DE97-49DA-916F-C7268EA8EA22}"/>
              </a:ext>
            </a:extLst>
          </p:cNvPr>
          <p:cNvGrpSpPr/>
          <p:nvPr/>
        </p:nvGrpSpPr>
        <p:grpSpPr>
          <a:xfrm>
            <a:off x="7603707" y="1939521"/>
            <a:ext cx="1087499" cy="514078"/>
            <a:chOff x="13675217" y="1447024"/>
            <a:chExt cx="1087499" cy="956511"/>
          </a:xfrm>
          <a:solidFill>
            <a:schemeClr val="accent4">
              <a:lumMod val="60000"/>
              <a:lumOff val="40000"/>
            </a:schemeClr>
          </a:solidFill>
        </p:grpSpPr>
        <p:sp>
          <p:nvSpPr>
            <p:cNvPr id="113" name="Rectangle 112">
              <a:extLst>
                <a:ext uri="{FF2B5EF4-FFF2-40B4-BE49-F238E27FC236}">
                  <a16:creationId xmlns:a16="http://schemas.microsoft.com/office/drawing/2014/main" id="{2585D756-E649-4DF7-AB6E-49AC81B705A9}"/>
                </a:ext>
              </a:extLst>
            </p:cNvPr>
            <p:cNvSpPr/>
            <p:nvPr/>
          </p:nvSpPr>
          <p:spPr>
            <a:xfrm>
              <a:off x="13675217" y="1447024"/>
              <a:ext cx="1087499" cy="889708"/>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14" name="TextBox 113">
              <a:extLst>
                <a:ext uri="{FF2B5EF4-FFF2-40B4-BE49-F238E27FC236}">
                  <a16:creationId xmlns:a16="http://schemas.microsoft.com/office/drawing/2014/main" id="{AC722A9D-717C-49CF-BA71-219B11596C17}"/>
                </a:ext>
              </a:extLst>
            </p:cNvPr>
            <p:cNvSpPr txBox="1"/>
            <p:nvPr/>
          </p:nvSpPr>
          <p:spPr>
            <a:xfrm>
              <a:off x="13675217" y="1447024"/>
              <a:ext cx="1087499" cy="95651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b="1" kern="1200" dirty="0">
                  <a:solidFill>
                    <a:schemeClr val="tx1"/>
                  </a:solidFill>
                  <a:latin typeface="Arial" panose="020B0604020202020204" pitchFamily="34" charset="0"/>
                  <a:cs typeface="Arial" panose="020B0604020202020204" pitchFamily="34" charset="0"/>
                </a:rPr>
                <a:t>دائرة الاشراف والمتابعة</a:t>
              </a:r>
            </a:p>
          </p:txBody>
        </p:sp>
      </p:grpSp>
      <p:grpSp>
        <p:nvGrpSpPr>
          <p:cNvPr id="74" name="Group 73">
            <a:extLst>
              <a:ext uri="{FF2B5EF4-FFF2-40B4-BE49-F238E27FC236}">
                <a16:creationId xmlns:a16="http://schemas.microsoft.com/office/drawing/2014/main" id="{04CEFB54-56DD-4E35-B68A-9952F41E1EB2}"/>
              </a:ext>
            </a:extLst>
          </p:cNvPr>
          <p:cNvGrpSpPr/>
          <p:nvPr/>
        </p:nvGrpSpPr>
        <p:grpSpPr>
          <a:xfrm>
            <a:off x="6892460" y="2590560"/>
            <a:ext cx="1040154" cy="496463"/>
            <a:chOff x="13947092" y="2552645"/>
            <a:chExt cx="1028154" cy="514077"/>
          </a:xfrm>
          <a:solidFill>
            <a:schemeClr val="accent6">
              <a:lumMod val="60000"/>
              <a:lumOff val="40000"/>
            </a:schemeClr>
          </a:solidFill>
        </p:grpSpPr>
        <p:sp>
          <p:nvSpPr>
            <p:cNvPr id="111" name="Rectangle 110">
              <a:extLst>
                <a:ext uri="{FF2B5EF4-FFF2-40B4-BE49-F238E27FC236}">
                  <a16:creationId xmlns:a16="http://schemas.microsoft.com/office/drawing/2014/main" id="{EB984557-E75E-41B4-8C8B-5BEE0F6DB077}"/>
                </a:ext>
              </a:extLst>
            </p:cNvPr>
            <p:cNvSpPr/>
            <p:nvPr/>
          </p:nvSpPr>
          <p:spPr>
            <a:xfrm>
              <a:off x="13947092" y="2552645"/>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12" name="TextBox 111">
              <a:extLst>
                <a:ext uri="{FF2B5EF4-FFF2-40B4-BE49-F238E27FC236}">
                  <a16:creationId xmlns:a16="http://schemas.microsoft.com/office/drawing/2014/main" id="{B54C8199-26B9-4BD5-9974-E50284739776}"/>
                </a:ext>
              </a:extLst>
            </p:cNvPr>
            <p:cNvSpPr txBox="1"/>
            <p:nvPr/>
          </p:nvSpPr>
          <p:spPr>
            <a:xfrm>
              <a:off x="13947092" y="2552645"/>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متابعة</a:t>
              </a:r>
              <a:endParaRPr lang="ar-SY" kern="1200" dirty="0">
                <a:solidFill>
                  <a:schemeClr val="tx1"/>
                </a:solidFill>
              </a:endParaRPr>
            </a:p>
          </p:txBody>
        </p:sp>
      </p:grpSp>
      <p:grpSp>
        <p:nvGrpSpPr>
          <p:cNvPr id="75" name="Group 74">
            <a:extLst>
              <a:ext uri="{FF2B5EF4-FFF2-40B4-BE49-F238E27FC236}">
                <a16:creationId xmlns:a16="http://schemas.microsoft.com/office/drawing/2014/main" id="{CBC296B8-6C35-4377-A31D-8BAF6DA3158F}"/>
              </a:ext>
            </a:extLst>
          </p:cNvPr>
          <p:cNvGrpSpPr/>
          <p:nvPr/>
        </p:nvGrpSpPr>
        <p:grpSpPr>
          <a:xfrm>
            <a:off x="6886080" y="3153378"/>
            <a:ext cx="1028153" cy="514076"/>
            <a:chOff x="13947092" y="3282635"/>
            <a:chExt cx="1028154" cy="514077"/>
          </a:xfrm>
          <a:solidFill>
            <a:schemeClr val="accent6">
              <a:lumMod val="60000"/>
              <a:lumOff val="40000"/>
            </a:schemeClr>
          </a:solidFill>
        </p:grpSpPr>
        <p:sp>
          <p:nvSpPr>
            <p:cNvPr id="109" name="Rectangle 108">
              <a:extLst>
                <a:ext uri="{FF2B5EF4-FFF2-40B4-BE49-F238E27FC236}">
                  <a16:creationId xmlns:a16="http://schemas.microsoft.com/office/drawing/2014/main" id="{B0245756-E885-46BA-A8A6-7BACAF8FC3C9}"/>
                </a:ext>
              </a:extLst>
            </p:cNvPr>
            <p:cNvSpPr/>
            <p:nvPr/>
          </p:nvSpPr>
          <p:spPr>
            <a:xfrm>
              <a:off x="13947092" y="3282635"/>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10" name="TextBox 109">
              <a:extLst>
                <a:ext uri="{FF2B5EF4-FFF2-40B4-BE49-F238E27FC236}">
                  <a16:creationId xmlns:a16="http://schemas.microsoft.com/office/drawing/2014/main" id="{0DBC9C09-7788-4D9B-83DC-0871267986BB}"/>
                </a:ext>
              </a:extLst>
            </p:cNvPr>
            <p:cNvSpPr txBox="1"/>
            <p:nvPr/>
          </p:nvSpPr>
          <p:spPr>
            <a:xfrm>
              <a:off x="13947092" y="3282635"/>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الإشراف الكهربائي</a:t>
              </a:r>
            </a:p>
          </p:txBody>
        </p:sp>
      </p:grpSp>
      <p:grpSp>
        <p:nvGrpSpPr>
          <p:cNvPr id="76" name="Group 75">
            <a:extLst>
              <a:ext uri="{FF2B5EF4-FFF2-40B4-BE49-F238E27FC236}">
                <a16:creationId xmlns:a16="http://schemas.microsoft.com/office/drawing/2014/main" id="{F5CE4292-FEEA-4550-97F1-7D38563A74E6}"/>
              </a:ext>
            </a:extLst>
          </p:cNvPr>
          <p:cNvGrpSpPr/>
          <p:nvPr/>
        </p:nvGrpSpPr>
        <p:grpSpPr>
          <a:xfrm>
            <a:off x="6879450" y="3752094"/>
            <a:ext cx="1016153" cy="514076"/>
            <a:chOff x="13947092" y="4012624"/>
            <a:chExt cx="1028154" cy="514077"/>
          </a:xfrm>
          <a:solidFill>
            <a:schemeClr val="accent6">
              <a:lumMod val="60000"/>
              <a:lumOff val="40000"/>
            </a:schemeClr>
          </a:solidFill>
        </p:grpSpPr>
        <p:sp>
          <p:nvSpPr>
            <p:cNvPr id="107" name="Rectangle 106">
              <a:extLst>
                <a:ext uri="{FF2B5EF4-FFF2-40B4-BE49-F238E27FC236}">
                  <a16:creationId xmlns:a16="http://schemas.microsoft.com/office/drawing/2014/main" id="{630E4135-5420-4B2C-B0A1-70060E05C7EF}"/>
                </a:ext>
              </a:extLst>
            </p:cNvPr>
            <p:cNvSpPr/>
            <p:nvPr/>
          </p:nvSpPr>
          <p:spPr>
            <a:xfrm>
              <a:off x="13947092" y="401262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08" name="TextBox 107">
              <a:extLst>
                <a:ext uri="{FF2B5EF4-FFF2-40B4-BE49-F238E27FC236}">
                  <a16:creationId xmlns:a16="http://schemas.microsoft.com/office/drawing/2014/main" id="{50219F78-52C2-4709-9C8F-B35FF49AC7B6}"/>
                </a:ext>
              </a:extLst>
            </p:cNvPr>
            <p:cNvSpPr txBox="1"/>
            <p:nvPr/>
          </p:nvSpPr>
          <p:spPr>
            <a:xfrm>
              <a:off x="13947092" y="401262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الإشراف الميكانيكي</a:t>
              </a:r>
            </a:p>
          </p:txBody>
        </p:sp>
      </p:grpSp>
      <p:sp>
        <p:nvSpPr>
          <p:cNvPr id="106" name="TextBox 105">
            <a:extLst>
              <a:ext uri="{FF2B5EF4-FFF2-40B4-BE49-F238E27FC236}">
                <a16:creationId xmlns:a16="http://schemas.microsoft.com/office/drawing/2014/main" id="{FBD81342-F47C-4B25-A0D4-08DA4AE2E36A}"/>
              </a:ext>
            </a:extLst>
          </p:cNvPr>
          <p:cNvSpPr txBox="1"/>
          <p:nvPr/>
        </p:nvSpPr>
        <p:spPr>
          <a:xfrm>
            <a:off x="8873045" y="1939521"/>
            <a:ext cx="1408437" cy="514078"/>
          </a:xfrm>
          <a:prstGeom prst="rect">
            <a:avLst/>
          </a:prstGeom>
          <a:solidFill>
            <a:schemeClr val="accent4">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b="1" kern="1200" dirty="0">
                <a:solidFill>
                  <a:schemeClr val="tx1"/>
                </a:solidFill>
                <a:latin typeface="Arial" panose="020B0604020202020204" pitchFamily="34" charset="0"/>
                <a:cs typeface="Arial" panose="020B0604020202020204" pitchFamily="34" charset="0"/>
              </a:rPr>
              <a:t>دائرة الخدمات اللوجستية</a:t>
            </a:r>
          </a:p>
        </p:txBody>
      </p:sp>
      <p:sp>
        <p:nvSpPr>
          <p:cNvPr id="104" name="TextBox 103">
            <a:extLst>
              <a:ext uri="{FF2B5EF4-FFF2-40B4-BE49-F238E27FC236}">
                <a16:creationId xmlns:a16="http://schemas.microsoft.com/office/drawing/2014/main" id="{D9763DF2-576B-42B6-90BB-21A267570B9F}"/>
              </a:ext>
            </a:extLst>
          </p:cNvPr>
          <p:cNvSpPr txBox="1"/>
          <p:nvPr/>
        </p:nvSpPr>
        <p:spPr>
          <a:xfrm>
            <a:off x="8423773" y="2566337"/>
            <a:ext cx="1028154" cy="514076"/>
          </a:xfrm>
          <a:prstGeom prst="rect">
            <a:avLst/>
          </a:prstGeom>
          <a:solidFill>
            <a:schemeClr val="accent6">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الآليات</a:t>
            </a:r>
          </a:p>
        </p:txBody>
      </p:sp>
      <p:grpSp>
        <p:nvGrpSpPr>
          <p:cNvPr id="79" name="Group 78">
            <a:extLst>
              <a:ext uri="{FF2B5EF4-FFF2-40B4-BE49-F238E27FC236}">
                <a16:creationId xmlns:a16="http://schemas.microsoft.com/office/drawing/2014/main" id="{1AD703BA-9F3F-40AF-AAFB-EE2EEC79DE8F}"/>
              </a:ext>
            </a:extLst>
          </p:cNvPr>
          <p:cNvGrpSpPr/>
          <p:nvPr/>
        </p:nvGrpSpPr>
        <p:grpSpPr>
          <a:xfrm>
            <a:off x="8423773" y="3181400"/>
            <a:ext cx="1028154" cy="514077"/>
            <a:chOff x="15236737" y="3270399"/>
            <a:chExt cx="1028154" cy="514077"/>
          </a:xfrm>
          <a:solidFill>
            <a:schemeClr val="accent6">
              <a:lumMod val="60000"/>
              <a:lumOff val="40000"/>
            </a:schemeClr>
          </a:solidFill>
        </p:grpSpPr>
        <p:sp>
          <p:nvSpPr>
            <p:cNvPr id="101" name="Rectangle 100">
              <a:extLst>
                <a:ext uri="{FF2B5EF4-FFF2-40B4-BE49-F238E27FC236}">
                  <a16:creationId xmlns:a16="http://schemas.microsoft.com/office/drawing/2014/main" id="{C2D2FDD7-A1BA-435C-8E55-457F7FD084A8}"/>
                </a:ext>
              </a:extLst>
            </p:cNvPr>
            <p:cNvSpPr/>
            <p:nvPr/>
          </p:nvSpPr>
          <p:spPr>
            <a:xfrm>
              <a:off x="15236737" y="3270399"/>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02" name="TextBox 101">
              <a:extLst>
                <a:ext uri="{FF2B5EF4-FFF2-40B4-BE49-F238E27FC236}">
                  <a16:creationId xmlns:a16="http://schemas.microsoft.com/office/drawing/2014/main" id="{BCD9F156-A8BB-454F-A1D7-615A64839CFA}"/>
                </a:ext>
              </a:extLst>
            </p:cNvPr>
            <p:cNvSpPr txBox="1"/>
            <p:nvPr/>
          </p:nvSpPr>
          <p:spPr>
            <a:xfrm>
              <a:off x="15236737" y="3270399"/>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kern="1200" dirty="0">
                  <a:solidFill>
                    <a:schemeClr val="tx1"/>
                  </a:solidFill>
                </a:rPr>
                <a:t>المستودعات</a:t>
              </a:r>
              <a:endParaRPr lang="ar-SY" sz="1600" kern="1200" dirty="0">
                <a:solidFill>
                  <a:schemeClr val="tx1"/>
                </a:solidFill>
              </a:endParaRPr>
            </a:p>
          </p:txBody>
        </p:sp>
      </p:grpSp>
      <p:grpSp>
        <p:nvGrpSpPr>
          <p:cNvPr id="80" name="Group 79">
            <a:extLst>
              <a:ext uri="{FF2B5EF4-FFF2-40B4-BE49-F238E27FC236}">
                <a16:creationId xmlns:a16="http://schemas.microsoft.com/office/drawing/2014/main" id="{A23AC318-04ED-44F6-9BBF-328DC8947490}"/>
              </a:ext>
            </a:extLst>
          </p:cNvPr>
          <p:cNvGrpSpPr/>
          <p:nvPr/>
        </p:nvGrpSpPr>
        <p:grpSpPr>
          <a:xfrm>
            <a:off x="10904748" y="1986115"/>
            <a:ext cx="1036419" cy="514077"/>
            <a:chOff x="16226973" y="1447024"/>
            <a:chExt cx="1036419" cy="514077"/>
          </a:xfrm>
          <a:solidFill>
            <a:schemeClr val="accent4">
              <a:lumMod val="60000"/>
              <a:lumOff val="40000"/>
            </a:schemeClr>
          </a:solidFill>
        </p:grpSpPr>
        <p:sp>
          <p:nvSpPr>
            <p:cNvPr id="99" name="Rectangle 98">
              <a:extLst>
                <a:ext uri="{FF2B5EF4-FFF2-40B4-BE49-F238E27FC236}">
                  <a16:creationId xmlns:a16="http://schemas.microsoft.com/office/drawing/2014/main" id="{D2974EF1-658B-483A-BDA0-8FFF9FEBCDE9}"/>
                </a:ext>
              </a:extLst>
            </p:cNvPr>
            <p:cNvSpPr/>
            <p:nvPr/>
          </p:nvSpPr>
          <p:spPr>
            <a:xfrm>
              <a:off x="16226973" y="1447024"/>
              <a:ext cx="1028154" cy="514077"/>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100" name="TextBox 99">
              <a:extLst>
                <a:ext uri="{FF2B5EF4-FFF2-40B4-BE49-F238E27FC236}">
                  <a16:creationId xmlns:a16="http://schemas.microsoft.com/office/drawing/2014/main" id="{60D8597E-BAFC-4A54-82F0-18A9F0E03579}"/>
                </a:ext>
              </a:extLst>
            </p:cNvPr>
            <p:cNvSpPr txBox="1"/>
            <p:nvPr/>
          </p:nvSpPr>
          <p:spPr>
            <a:xfrm>
              <a:off x="16235238" y="1447024"/>
              <a:ext cx="1028154" cy="51407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400" b="1" kern="1200" dirty="0">
                  <a:solidFill>
                    <a:schemeClr val="tx1"/>
                  </a:solidFill>
                  <a:latin typeface="Arial" panose="020B0604020202020204" pitchFamily="34" charset="0"/>
                  <a:cs typeface="Arial" panose="020B0604020202020204" pitchFamily="34" charset="0"/>
                </a:rPr>
                <a:t>قسم الانتاج</a:t>
              </a:r>
            </a:p>
          </p:txBody>
        </p:sp>
      </p:grpSp>
      <p:grpSp>
        <p:nvGrpSpPr>
          <p:cNvPr id="81" name="Group 80">
            <a:extLst>
              <a:ext uri="{FF2B5EF4-FFF2-40B4-BE49-F238E27FC236}">
                <a16:creationId xmlns:a16="http://schemas.microsoft.com/office/drawing/2014/main" id="{85CC7417-4B76-41FB-851C-587051F87DE3}"/>
              </a:ext>
            </a:extLst>
          </p:cNvPr>
          <p:cNvGrpSpPr/>
          <p:nvPr/>
        </p:nvGrpSpPr>
        <p:grpSpPr>
          <a:xfrm>
            <a:off x="10253005" y="2566336"/>
            <a:ext cx="1028154" cy="514077"/>
            <a:chOff x="16540388" y="2622842"/>
            <a:chExt cx="1006779" cy="690662"/>
          </a:xfrm>
          <a:solidFill>
            <a:schemeClr val="accent6">
              <a:lumMod val="60000"/>
              <a:lumOff val="40000"/>
            </a:schemeClr>
          </a:solidFill>
        </p:grpSpPr>
        <p:sp>
          <p:nvSpPr>
            <p:cNvPr id="97" name="Rectangle 96">
              <a:extLst>
                <a:ext uri="{FF2B5EF4-FFF2-40B4-BE49-F238E27FC236}">
                  <a16:creationId xmlns:a16="http://schemas.microsoft.com/office/drawing/2014/main" id="{3192B10E-9181-444C-AB5B-F106232F4C6F}"/>
                </a:ext>
              </a:extLst>
            </p:cNvPr>
            <p:cNvSpPr/>
            <p:nvPr/>
          </p:nvSpPr>
          <p:spPr>
            <a:xfrm>
              <a:off x="16540388" y="2622842"/>
              <a:ext cx="1006779" cy="690662"/>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98" name="TextBox 97">
              <a:extLst>
                <a:ext uri="{FF2B5EF4-FFF2-40B4-BE49-F238E27FC236}">
                  <a16:creationId xmlns:a16="http://schemas.microsoft.com/office/drawing/2014/main" id="{AE749DEF-AAA9-4CB1-AEE1-65092CE10410}"/>
                </a:ext>
              </a:extLst>
            </p:cNvPr>
            <p:cNvSpPr txBox="1"/>
            <p:nvPr/>
          </p:nvSpPr>
          <p:spPr>
            <a:xfrm>
              <a:off x="16540388" y="2622842"/>
              <a:ext cx="1006779" cy="69066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a:solidFill>
                    <a:schemeClr val="tx1"/>
                  </a:solidFill>
                </a:rPr>
                <a:t>معمل</a:t>
              </a:r>
              <a:r>
                <a:rPr lang="ar-SY" sz="1600" kern="1200" dirty="0"/>
                <a:t> </a:t>
              </a:r>
              <a:r>
                <a:rPr lang="ar-SY" sz="1600" kern="1200" dirty="0">
                  <a:solidFill>
                    <a:schemeClr val="tx1"/>
                  </a:solidFill>
                </a:rPr>
                <a:t>البلاط</a:t>
              </a:r>
            </a:p>
          </p:txBody>
        </p:sp>
      </p:grpSp>
      <p:grpSp>
        <p:nvGrpSpPr>
          <p:cNvPr id="82" name="Group 81">
            <a:extLst>
              <a:ext uri="{FF2B5EF4-FFF2-40B4-BE49-F238E27FC236}">
                <a16:creationId xmlns:a16="http://schemas.microsoft.com/office/drawing/2014/main" id="{36A7E978-19D8-4AD9-BCB4-9A93D3B725A3}"/>
              </a:ext>
            </a:extLst>
          </p:cNvPr>
          <p:cNvGrpSpPr/>
          <p:nvPr/>
        </p:nvGrpSpPr>
        <p:grpSpPr>
          <a:xfrm>
            <a:off x="10253004" y="3189278"/>
            <a:ext cx="1028155" cy="502389"/>
            <a:chOff x="16489330" y="3589898"/>
            <a:chExt cx="1057837" cy="540403"/>
          </a:xfrm>
          <a:solidFill>
            <a:schemeClr val="accent6">
              <a:lumMod val="60000"/>
              <a:lumOff val="40000"/>
            </a:schemeClr>
          </a:solidFill>
        </p:grpSpPr>
        <p:sp>
          <p:nvSpPr>
            <p:cNvPr id="95" name="Rectangle 94">
              <a:extLst>
                <a:ext uri="{FF2B5EF4-FFF2-40B4-BE49-F238E27FC236}">
                  <a16:creationId xmlns:a16="http://schemas.microsoft.com/office/drawing/2014/main" id="{F8219C4E-D2F0-44FB-AA93-893269FB498F}"/>
                </a:ext>
              </a:extLst>
            </p:cNvPr>
            <p:cNvSpPr/>
            <p:nvPr/>
          </p:nvSpPr>
          <p:spPr>
            <a:xfrm>
              <a:off x="16489330" y="3589898"/>
              <a:ext cx="1057837" cy="540403"/>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96" name="TextBox 95">
              <a:extLst>
                <a:ext uri="{FF2B5EF4-FFF2-40B4-BE49-F238E27FC236}">
                  <a16:creationId xmlns:a16="http://schemas.microsoft.com/office/drawing/2014/main" id="{0B215D8E-F2D1-4EFC-B56E-C5D78D482EDD}"/>
                </a:ext>
              </a:extLst>
            </p:cNvPr>
            <p:cNvSpPr txBox="1"/>
            <p:nvPr/>
          </p:nvSpPr>
          <p:spPr>
            <a:xfrm>
              <a:off x="16489330" y="3589898"/>
              <a:ext cx="1057837" cy="540403"/>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Y" sz="1600" kern="1200" dirty="0" err="1">
                  <a:solidFill>
                    <a:schemeClr val="tx1"/>
                  </a:solidFill>
                </a:rPr>
                <a:t>مجبل</a:t>
              </a:r>
              <a:r>
                <a:rPr lang="ar-SY" sz="1600" kern="1200" dirty="0"/>
                <a:t> </a:t>
              </a:r>
              <a:r>
                <a:rPr lang="ar-SY" sz="1600" kern="1200" dirty="0">
                  <a:solidFill>
                    <a:schemeClr val="tx1"/>
                  </a:solidFill>
                </a:rPr>
                <a:t>الاسمنت</a:t>
              </a:r>
            </a:p>
          </p:txBody>
        </p:sp>
      </p:grpSp>
      <p:sp>
        <p:nvSpPr>
          <p:cNvPr id="94" name="TextBox 93">
            <a:extLst>
              <a:ext uri="{FF2B5EF4-FFF2-40B4-BE49-F238E27FC236}">
                <a16:creationId xmlns:a16="http://schemas.microsoft.com/office/drawing/2014/main" id="{6DF788DA-7993-4CC2-A0ED-2ED80A49E46C}"/>
              </a:ext>
            </a:extLst>
          </p:cNvPr>
          <p:cNvSpPr txBox="1"/>
          <p:nvPr/>
        </p:nvSpPr>
        <p:spPr>
          <a:xfrm>
            <a:off x="4111907" y="679141"/>
            <a:ext cx="1229168" cy="438423"/>
          </a:xfrm>
          <a:prstGeom prst="rect">
            <a:avLst/>
          </a:prstGeom>
          <a:solidFill>
            <a:schemeClr val="accent2">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600" b="1" kern="1200" dirty="0">
                <a:solidFill>
                  <a:schemeClr val="tx1"/>
                </a:solidFill>
                <a:latin typeface="Arial" panose="020B0604020202020204" pitchFamily="34" charset="0"/>
                <a:cs typeface="Arial" panose="020B0604020202020204" pitchFamily="34" charset="0"/>
              </a:rPr>
              <a:t>معاون</a:t>
            </a:r>
            <a:r>
              <a:rPr lang="ar-SY" sz="1600" b="1" kern="1200" dirty="0">
                <a:solidFill>
                  <a:schemeClr val="tx1"/>
                </a:solidFill>
                <a:latin typeface="Arial" panose="020B0604020202020204" pitchFamily="34" charset="0"/>
                <a:cs typeface="Arial" panose="020B0604020202020204" pitchFamily="34" charset="0"/>
              </a:rPr>
              <a:t> للشؤون المالية</a:t>
            </a:r>
            <a:endParaRPr lang="ar-SY" sz="2000" b="1" kern="1200" dirty="0">
              <a:solidFill>
                <a:schemeClr val="tx1"/>
              </a:solidFill>
              <a:latin typeface="Arial" panose="020B0604020202020204" pitchFamily="34" charset="0"/>
              <a:cs typeface="Arial" panose="020B0604020202020204" pitchFamily="34" charset="0"/>
            </a:endParaRPr>
          </a:p>
        </p:txBody>
      </p:sp>
      <p:grpSp>
        <p:nvGrpSpPr>
          <p:cNvPr id="84" name="Group 83">
            <a:extLst>
              <a:ext uri="{FF2B5EF4-FFF2-40B4-BE49-F238E27FC236}">
                <a16:creationId xmlns:a16="http://schemas.microsoft.com/office/drawing/2014/main" id="{23122BD3-D3F3-4FAD-ACD2-CD665C9988A4}"/>
              </a:ext>
            </a:extLst>
          </p:cNvPr>
          <p:cNvGrpSpPr/>
          <p:nvPr/>
        </p:nvGrpSpPr>
        <p:grpSpPr>
          <a:xfrm>
            <a:off x="6115593" y="700905"/>
            <a:ext cx="1229168" cy="514077"/>
            <a:chOff x="9379351" y="279442"/>
            <a:chExt cx="1229168" cy="647978"/>
          </a:xfrm>
          <a:solidFill>
            <a:schemeClr val="accent2">
              <a:lumMod val="60000"/>
              <a:lumOff val="40000"/>
            </a:schemeClr>
          </a:solidFill>
        </p:grpSpPr>
        <p:sp>
          <p:nvSpPr>
            <p:cNvPr id="91" name="Rectangle 90">
              <a:extLst>
                <a:ext uri="{FF2B5EF4-FFF2-40B4-BE49-F238E27FC236}">
                  <a16:creationId xmlns:a16="http://schemas.microsoft.com/office/drawing/2014/main" id="{7A9D7429-DDA4-44A3-8013-A6D250C5D017}"/>
                </a:ext>
              </a:extLst>
            </p:cNvPr>
            <p:cNvSpPr/>
            <p:nvPr/>
          </p:nvSpPr>
          <p:spPr>
            <a:xfrm>
              <a:off x="9379351" y="279442"/>
              <a:ext cx="1229168" cy="647978"/>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92" name="TextBox 91">
              <a:extLst>
                <a:ext uri="{FF2B5EF4-FFF2-40B4-BE49-F238E27FC236}">
                  <a16:creationId xmlns:a16="http://schemas.microsoft.com/office/drawing/2014/main" id="{66E14A75-0C3C-4BCD-8005-FEE938C97E47}"/>
                </a:ext>
              </a:extLst>
            </p:cNvPr>
            <p:cNvSpPr txBox="1"/>
            <p:nvPr/>
          </p:nvSpPr>
          <p:spPr>
            <a:xfrm>
              <a:off x="9379351" y="279442"/>
              <a:ext cx="1229168" cy="64797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600" b="1" kern="1200" dirty="0">
                  <a:solidFill>
                    <a:schemeClr val="tx1"/>
                  </a:solidFill>
                  <a:latin typeface="Arial" panose="020B0604020202020204" pitchFamily="34" charset="0"/>
                  <a:cs typeface="Arial" panose="020B0604020202020204" pitchFamily="34" charset="0"/>
                </a:rPr>
                <a:t>معاون</a:t>
              </a:r>
              <a:r>
                <a:rPr lang="ar-SY" sz="1600" b="1" kern="1200" dirty="0">
                  <a:solidFill>
                    <a:schemeClr val="tx1"/>
                  </a:solidFill>
                  <a:latin typeface="Arial" panose="020B0604020202020204" pitchFamily="34" charset="0"/>
                  <a:cs typeface="Arial" panose="020B0604020202020204" pitchFamily="34" charset="0"/>
                </a:rPr>
                <a:t> للشؤون الإدارية</a:t>
              </a:r>
              <a:endParaRPr lang="ar-SY" sz="2000" b="1" kern="1200" dirty="0">
                <a:solidFill>
                  <a:schemeClr val="tx1"/>
                </a:solidFill>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11C5A361-01A0-45B3-B5B0-DDBE8BC96A08}"/>
              </a:ext>
            </a:extLst>
          </p:cNvPr>
          <p:cNvGrpSpPr/>
          <p:nvPr/>
        </p:nvGrpSpPr>
        <p:grpSpPr>
          <a:xfrm>
            <a:off x="7611955" y="696641"/>
            <a:ext cx="1246515" cy="522603"/>
            <a:chOff x="11322530" y="269636"/>
            <a:chExt cx="1246515" cy="658725"/>
          </a:xfrm>
          <a:solidFill>
            <a:schemeClr val="accent2">
              <a:lumMod val="60000"/>
              <a:lumOff val="40000"/>
            </a:schemeClr>
          </a:solidFill>
        </p:grpSpPr>
        <p:sp>
          <p:nvSpPr>
            <p:cNvPr id="89" name="Rectangle 88">
              <a:extLst>
                <a:ext uri="{FF2B5EF4-FFF2-40B4-BE49-F238E27FC236}">
                  <a16:creationId xmlns:a16="http://schemas.microsoft.com/office/drawing/2014/main" id="{F45811D7-7CCB-4EB4-9CED-87742A999F9F}"/>
                </a:ext>
              </a:extLst>
            </p:cNvPr>
            <p:cNvSpPr/>
            <p:nvPr/>
          </p:nvSpPr>
          <p:spPr>
            <a:xfrm>
              <a:off x="11339877" y="280383"/>
              <a:ext cx="1229168" cy="647978"/>
            </a:xfrm>
            <a:prstGeom prst="rect">
              <a:avLst/>
            </a:prstGeom>
            <a:grp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90" name="TextBox 89">
              <a:extLst>
                <a:ext uri="{FF2B5EF4-FFF2-40B4-BE49-F238E27FC236}">
                  <a16:creationId xmlns:a16="http://schemas.microsoft.com/office/drawing/2014/main" id="{F731158A-AD95-4287-A7F5-18CFE3AC7157}"/>
                </a:ext>
              </a:extLst>
            </p:cNvPr>
            <p:cNvSpPr txBox="1"/>
            <p:nvPr/>
          </p:nvSpPr>
          <p:spPr>
            <a:xfrm>
              <a:off x="11322530" y="269636"/>
              <a:ext cx="1229168" cy="64797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600" b="1" kern="1200" dirty="0">
                  <a:solidFill>
                    <a:schemeClr val="tx1"/>
                  </a:solidFill>
                  <a:latin typeface="Arial" panose="020B0604020202020204" pitchFamily="34" charset="0"/>
                  <a:cs typeface="Arial" panose="020B0604020202020204" pitchFamily="34" charset="0"/>
                </a:rPr>
                <a:t>معاون</a:t>
              </a:r>
              <a:r>
                <a:rPr lang="ar-SY" sz="1600" b="1" kern="1200" dirty="0">
                  <a:solidFill>
                    <a:schemeClr val="tx1"/>
                  </a:solidFill>
                  <a:latin typeface="Arial" panose="020B0604020202020204" pitchFamily="34" charset="0"/>
                  <a:cs typeface="Arial" panose="020B0604020202020204" pitchFamily="34" charset="0"/>
                </a:rPr>
                <a:t> للشؤون الفنية </a:t>
              </a:r>
              <a:endParaRPr lang="ar-SY" sz="2000" b="1" kern="1200" dirty="0">
                <a:solidFill>
                  <a:schemeClr val="tx1"/>
                </a:solidFill>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E8912771-BB53-4F88-A58B-AE809A7C75D2}"/>
              </a:ext>
            </a:extLst>
          </p:cNvPr>
          <p:cNvGrpSpPr/>
          <p:nvPr/>
        </p:nvGrpSpPr>
        <p:grpSpPr>
          <a:xfrm>
            <a:off x="4086347" y="1189252"/>
            <a:ext cx="1261518" cy="491739"/>
            <a:chOff x="6598019" y="413344"/>
            <a:chExt cx="1028154" cy="514077"/>
          </a:xfrm>
        </p:grpSpPr>
        <p:sp>
          <p:nvSpPr>
            <p:cNvPr id="87" name="Rectangle 86">
              <a:extLst>
                <a:ext uri="{FF2B5EF4-FFF2-40B4-BE49-F238E27FC236}">
                  <a16:creationId xmlns:a16="http://schemas.microsoft.com/office/drawing/2014/main" id="{3B62483E-F698-453B-89C2-1AE9454BB4AB}"/>
                </a:ext>
              </a:extLst>
            </p:cNvPr>
            <p:cNvSpPr/>
            <p:nvPr/>
          </p:nvSpPr>
          <p:spPr>
            <a:xfrm>
              <a:off x="6598019" y="413344"/>
              <a:ext cx="1028154" cy="514077"/>
            </a:xfrm>
            <a:prstGeom prst="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ar-SY"/>
            </a:p>
          </p:txBody>
        </p:sp>
        <p:sp>
          <p:nvSpPr>
            <p:cNvPr id="88" name="TextBox 87">
              <a:extLst>
                <a:ext uri="{FF2B5EF4-FFF2-40B4-BE49-F238E27FC236}">
                  <a16:creationId xmlns:a16="http://schemas.microsoft.com/office/drawing/2014/main" id="{CC3AD60D-2FAB-48B3-8A31-78C8DE3C02C7}"/>
                </a:ext>
              </a:extLst>
            </p:cNvPr>
            <p:cNvSpPr txBox="1"/>
            <p:nvPr/>
          </p:nvSpPr>
          <p:spPr>
            <a:xfrm>
              <a:off x="6598019" y="413344"/>
              <a:ext cx="1028154" cy="514077"/>
            </a:xfrm>
            <a:prstGeom prst="rect">
              <a:avLst/>
            </a:prstGeom>
            <a:solidFill>
              <a:schemeClr val="bg1">
                <a:lumMod val="65000"/>
              </a:schemeClr>
            </a:solidFill>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ar-SA" sz="1400" b="1" kern="1200" dirty="0">
                  <a:solidFill>
                    <a:schemeClr val="tx1"/>
                  </a:solidFill>
                </a:rPr>
                <a:t>مكتب</a:t>
              </a:r>
              <a:r>
                <a:rPr lang="ar-SA" kern="1200" dirty="0">
                  <a:solidFill>
                    <a:schemeClr val="tx1"/>
                  </a:solidFill>
                </a:rPr>
                <a:t> </a:t>
              </a:r>
              <a:r>
                <a:rPr lang="ar-SA" sz="1400" b="1" kern="1200" dirty="0">
                  <a:solidFill>
                    <a:schemeClr val="tx1"/>
                  </a:solidFill>
                </a:rPr>
                <a:t>المدير</a:t>
              </a:r>
              <a:endParaRPr lang="ar-SY" b="1" kern="1200" dirty="0">
                <a:solidFill>
                  <a:schemeClr val="tx1"/>
                </a:solidFill>
              </a:endParaRPr>
            </a:p>
          </p:txBody>
        </p:sp>
      </p:grpSp>
      <p:cxnSp>
        <p:nvCxnSpPr>
          <p:cNvPr id="177" name="موصل: على شكل مرفق 126">
            <a:extLst>
              <a:ext uri="{FF2B5EF4-FFF2-40B4-BE49-F238E27FC236}">
                <a16:creationId xmlns:a16="http://schemas.microsoft.com/office/drawing/2014/main" id="{083CE9ED-1A0B-4419-9229-3C4F2D503F94}"/>
              </a:ext>
            </a:extLst>
          </p:cNvPr>
          <p:cNvCxnSpPr>
            <a:cxnSpLocks/>
            <a:stCxn id="176" idx="2"/>
            <a:endCxn id="88" idx="3"/>
          </p:cNvCxnSpPr>
          <p:nvPr/>
        </p:nvCxnSpPr>
        <p:spPr>
          <a:xfrm rot="5400000">
            <a:off x="5124170" y="710893"/>
            <a:ext cx="947925" cy="50053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0" name="موصل: على شكل مرفق 126">
            <a:extLst>
              <a:ext uri="{FF2B5EF4-FFF2-40B4-BE49-F238E27FC236}">
                <a16:creationId xmlns:a16="http://schemas.microsoft.com/office/drawing/2014/main" id="{0054A0F1-9400-4F72-AECA-CED7C70AFF4D}"/>
              </a:ext>
            </a:extLst>
          </p:cNvPr>
          <p:cNvCxnSpPr>
            <a:cxnSpLocks/>
            <a:stCxn id="175" idx="2"/>
            <a:endCxn id="92" idx="0"/>
          </p:cNvCxnSpPr>
          <p:nvPr/>
        </p:nvCxnSpPr>
        <p:spPr>
          <a:xfrm rot="16200000" flipH="1">
            <a:off x="6182433" y="153161"/>
            <a:ext cx="213708" cy="88177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83" name="موصل: على شكل مرفق 126">
            <a:extLst>
              <a:ext uri="{FF2B5EF4-FFF2-40B4-BE49-F238E27FC236}">
                <a16:creationId xmlns:a16="http://schemas.microsoft.com/office/drawing/2014/main" id="{25223482-C370-4461-BEF4-53B2CB98444E}"/>
              </a:ext>
            </a:extLst>
          </p:cNvPr>
          <p:cNvCxnSpPr>
            <a:cxnSpLocks/>
            <a:stCxn id="176" idx="2"/>
            <a:endCxn id="90" idx="0"/>
          </p:cNvCxnSpPr>
          <p:nvPr/>
        </p:nvCxnSpPr>
        <p:spPr>
          <a:xfrm rot="16200000" flipH="1">
            <a:off x="6932746" y="-597152"/>
            <a:ext cx="209444" cy="237814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86" name="موصل: على شكل مرفق 126">
            <a:extLst>
              <a:ext uri="{FF2B5EF4-FFF2-40B4-BE49-F238E27FC236}">
                <a16:creationId xmlns:a16="http://schemas.microsoft.com/office/drawing/2014/main" id="{42CA3441-07A5-4510-A655-60E3D780B897}"/>
              </a:ext>
            </a:extLst>
          </p:cNvPr>
          <p:cNvCxnSpPr>
            <a:cxnSpLocks/>
          </p:cNvCxnSpPr>
          <p:nvPr/>
        </p:nvCxnSpPr>
        <p:spPr>
          <a:xfrm rot="5400000">
            <a:off x="5191473" y="22218"/>
            <a:ext cx="191944" cy="1121907"/>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89" name="موصل: على شكل مرفق 126">
            <a:extLst>
              <a:ext uri="{FF2B5EF4-FFF2-40B4-BE49-F238E27FC236}">
                <a16:creationId xmlns:a16="http://schemas.microsoft.com/office/drawing/2014/main" id="{3EB4A337-C59F-43E4-B468-CE353B878C11}"/>
              </a:ext>
            </a:extLst>
          </p:cNvPr>
          <p:cNvCxnSpPr>
            <a:cxnSpLocks/>
            <a:stCxn id="176" idx="2"/>
            <a:endCxn id="124" idx="0"/>
          </p:cNvCxnSpPr>
          <p:nvPr/>
        </p:nvCxnSpPr>
        <p:spPr>
          <a:xfrm rot="5400000">
            <a:off x="4731846" y="806227"/>
            <a:ext cx="1435583" cy="797522"/>
          </a:xfrm>
          <a:prstGeom prst="bentConnector3">
            <a:avLst>
              <a:gd name="adj1" fmla="val 89515"/>
            </a:avLst>
          </a:prstGeom>
          <a:ln>
            <a:tailEnd type="triangle"/>
          </a:ln>
        </p:spPr>
        <p:style>
          <a:lnRef idx="2">
            <a:schemeClr val="dk1"/>
          </a:lnRef>
          <a:fillRef idx="0">
            <a:schemeClr val="dk1"/>
          </a:fillRef>
          <a:effectRef idx="1">
            <a:schemeClr val="dk1"/>
          </a:effectRef>
          <a:fontRef idx="minor">
            <a:schemeClr val="tx1"/>
          </a:fontRef>
        </p:style>
      </p:cxnSp>
      <p:cxnSp>
        <p:nvCxnSpPr>
          <p:cNvPr id="192" name="موصل: على شكل مرفق 126">
            <a:extLst>
              <a:ext uri="{FF2B5EF4-FFF2-40B4-BE49-F238E27FC236}">
                <a16:creationId xmlns:a16="http://schemas.microsoft.com/office/drawing/2014/main" id="{67851A18-85D5-44D0-B8EC-1060385507B8}"/>
              </a:ext>
            </a:extLst>
          </p:cNvPr>
          <p:cNvCxnSpPr>
            <a:cxnSpLocks/>
            <a:stCxn id="122" idx="2"/>
            <a:endCxn id="118" idx="3"/>
          </p:cNvCxnSpPr>
          <p:nvPr/>
        </p:nvCxnSpPr>
        <p:spPr>
          <a:xfrm rot="5400000">
            <a:off x="5921230" y="2787172"/>
            <a:ext cx="960477" cy="29673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97" name="موصل: على شكل مرفق 126">
            <a:extLst>
              <a:ext uri="{FF2B5EF4-FFF2-40B4-BE49-F238E27FC236}">
                <a16:creationId xmlns:a16="http://schemas.microsoft.com/office/drawing/2014/main" id="{6A002C12-CAC6-4F03-91EA-224220761D9E}"/>
              </a:ext>
            </a:extLst>
          </p:cNvPr>
          <p:cNvCxnSpPr>
            <a:cxnSpLocks/>
            <a:stCxn id="176" idx="2"/>
            <a:endCxn id="114" idx="0"/>
          </p:cNvCxnSpPr>
          <p:nvPr/>
        </p:nvCxnSpPr>
        <p:spPr>
          <a:xfrm rot="16200000" flipH="1">
            <a:off x="6271765" y="63829"/>
            <a:ext cx="1452324" cy="2299059"/>
          </a:xfrm>
          <a:prstGeom prst="bentConnector3">
            <a:avLst>
              <a:gd name="adj1" fmla="val 88476"/>
            </a:avLst>
          </a:prstGeom>
          <a:ln>
            <a:tailEnd type="triangle"/>
          </a:ln>
        </p:spPr>
        <p:style>
          <a:lnRef idx="2">
            <a:schemeClr val="dk1"/>
          </a:lnRef>
          <a:fillRef idx="0">
            <a:schemeClr val="dk1"/>
          </a:fillRef>
          <a:effectRef idx="1">
            <a:schemeClr val="dk1"/>
          </a:effectRef>
          <a:fontRef idx="minor">
            <a:schemeClr val="tx1"/>
          </a:fontRef>
        </p:style>
      </p:cxnSp>
      <p:cxnSp>
        <p:nvCxnSpPr>
          <p:cNvPr id="200" name="موصل: على شكل مرفق 126">
            <a:extLst>
              <a:ext uri="{FF2B5EF4-FFF2-40B4-BE49-F238E27FC236}">
                <a16:creationId xmlns:a16="http://schemas.microsoft.com/office/drawing/2014/main" id="{C23EA8D4-A92D-4833-B152-75BFF16EFC40}"/>
              </a:ext>
            </a:extLst>
          </p:cNvPr>
          <p:cNvCxnSpPr>
            <a:cxnSpLocks/>
            <a:stCxn id="122" idx="2"/>
            <a:endCxn id="116" idx="3"/>
          </p:cNvCxnSpPr>
          <p:nvPr/>
        </p:nvCxnSpPr>
        <p:spPr>
          <a:xfrm rot="5400000">
            <a:off x="5619070" y="3078366"/>
            <a:ext cx="1553831" cy="30770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03" name="موصل: على شكل مرفق 126">
            <a:extLst>
              <a:ext uri="{FF2B5EF4-FFF2-40B4-BE49-F238E27FC236}">
                <a16:creationId xmlns:a16="http://schemas.microsoft.com/office/drawing/2014/main" id="{5388C502-5952-43CB-ABD7-ADAC4EFDA1F6}"/>
              </a:ext>
            </a:extLst>
          </p:cNvPr>
          <p:cNvCxnSpPr>
            <a:cxnSpLocks/>
            <a:stCxn id="176" idx="2"/>
            <a:endCxn id="100" idx="0"/>
          </p:cNvCxnSpPr>
          <p:nvPr/>
        </p:nvCxnSpPr>
        <p:spPr>
          <a:xfrm rot="16200000" flipH="1">
            <a:off x="7888285" y="-1552690"/>
            <a:ext cx="1498918" cy="5578692"/>
          </a:xfrm>
          <a:prstGeom prst="bentConnector3">
            <a:avLst>
              <a:gd name="adj1" fmla="val 85021"/>
            </a:avLst>
          </a:prstGeom>
          <a:ln>
            <a:tailEnd type="triangle"/>
          </a:ln>
        </p:spPr>
        <p:style>
          <a:lnRef idx="2">
            <a:schemeClr val="dk1"/>
          </a:lnRef>
          <a:fillRef idx="0">
            <a:schemeClr val="dk1"/>
          </a:fillRef>
          <a:effectRef idx="1">
            <a:schemeClr val="dk1"/>
          </a:effectRef>
          <a:fontRef idx="minor">
            <a:schemeClr val="tx1"/>
          </a:fontRef>
        </p:style>
      </p:cxnSp>
      <p:cxnSp>
        <p:nvCxnSpPr>
          <p:cNvPr id="206" name="موصل: على شكل مرفق 126">
            <a:extLst>
              <a:ext uri="{FF2B5EF4-FFF2-40B4-BE49-F238E27FC236}">
                <a16:creationId xmlns:a16="http://schemas.microsoft.com/office/drawing/2014/main" id="{B6327BC8-6E5F-4576-B6F1-62FE723C5864}"/>
              </a:ext>
            </a:extLst>
          </p:cNvPr>
          <p:cNvCxnSpPr>
            <a:cxnSpLocks/>
            <a:stCxn id="148" idx="2"/>
            <a:endCxn id="142" idx="1"/>
          </p:cNvCxnSpPr>
          <p:nvPr/>
        </p:nvCxnSpPr>
        <p:spPr>
          <a:xfrm rot="16200000" flipH="1">
            <a:off x="3880514" y="5180097"/>
            <a:ext cx="861282" cy="25368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09" name="موصل: على شكل مرفق 126">
            <a:extLst>
              <a:ext uri="{FF2B5EF4-FFF2-40B4-BE49-F238E27FC236}">
                <a16:creationId xmlns:a16="http://schemas.microsoft.com/office/drawing/2014/main" id="{6FF480DF-4BA7-4595-BB70-69822F684BC0}"/>
              </a:ext>
            </a:extLst>
          </p:cNvPr>
          <p:cNvCxnSpPr>
            <a:cxnSpLocks/>
            <a:stCxn id="176" idx="2"/>
            <a:endCxn id="174" idx="0"/>
          </p:cNvCxnSpPr>
          <p:nvPr/>
        </p:nvCxnSpPr>
        <p:spPr>
          <a:xfrm rot="5400000">
            <a:off x="2698378" y="-1240149"/>
            <a:ext cx="1422674" cy="4877366"/>
          </a:xfrm>
          <a:prstGeom prst="bentConnector3">
            <a:avLst>
              <a:gd name="adj1" fmla="val 90468"/>
            </a:avLst>
          </a:prstGeom>
          <a:ln>
            <a:tailEnd type="triangle"/>
          </a:ln>
        </p:spPr>
        <p:style>
          <a:lnRef idx="2">
            <a:schemeClr val="dk1"/>
          </a:lnRef>
          <a:fillRef idx="0">
            <a:schemeClr val="dk1"/>
          </a:fillRef>
          <a:effectRef idx="1">
            <a:schemeClr val="dk1"/>
          </a:effectRef>
          <a:fontRef idx="minor">
            <a:schemeClr val="tx1"/>
          </a:fontRef>
        </p:style>
      </p:cxnSp>
      <p:cxnSp>
        <p:nvCxnSpPr>
          <p:cNvPr id="215" name="موصل: على شكل مرفق 126">
            <a:extLst>
              <a:ext uri="{FF2B5EF4-FFF2-40B4-BE49-F238E27FC236}">
                <a16:creationId xmlns:a16="http://schemas.microsoft.com/office/drawing/2014/main" id="{05B65267-1D6D-46BA-9AF8-CFECDD84D15A}"/>
              </a:ext>
            </a:extLst>
          </p:cNvPr>
          <p:cNvCxnSpPr>
            <a:cxnSpLocks/>
            <a:stCxn id="114" idx="2"/>
            <a:endCxn id="110" idx="3"/>
          </p:cNvCxnSpPr>
          <p:nvPr/>
        </p:nvCxnSpPr>
        <p:spPr>
          <a:xfrm rot="5400000">
            <a:off x="7552437" y="2815395"/>
            <a:ext cx="956817" cy="23322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18" name="موصل: على شكل مرفق 126">
            <a:extLst>
              <a:ext uri="{FF2B5EF4-FFF2-40B4-BE49-F238E27FC236}">
                <a16:creationId xmlns:a16="http://schemas.microsoft.com/office/drawing/2014/main" id="{2921FC1D-B8DF-47AC-B5F7-D44692E73283}"/>
              </a:ext>
            </a:extLst>
          </p:cNvPr>
          <p:cNvCxnSpPr>
            <a:cxnSpLocks/>
            <a:stCxn id="176" idx="2"/>
            <a:endCxn id="106" idx="0"/>
          </p:cNvCxnSpPr>
          <p:nvPr/>
        </p:nvCxnSpPr>
        <p:spPr>
          <a:xfrm rot="16200000" flipH="1">
            <a:off x="6986669" y="-651074"/>
            <a:ext cx="1452324" cy="3728866"/>
          </a:xfrm>
          <a:prstGeom prst="bentConnector3">
            <a:avLst>
              <a:gd name="adj1" fmla="val 87893"/>
            </a:avLst>
          </a:prstGeom>
          <a:ln>
            <a:tailEnd type="triangle"/>
          </a:ln>
        </p:spPr>
        <p:style>
          <a:lnRef idx="2">
            <a:schemeClr val="dk1"/>
          </a:lnRef>
          <a:fillRef idx="0">
            <a:schemeClr val="dk1"/>
          </a:fillRef>
          <a:effectRef idx="1">
            <a:schemeClr val="dk1"/>
          </a:effectRef>
          <a:fontRef idx="minor">
            <a:schemeClr val="tx1"/>
          </a:fontRef>
        </p:style>
      </p:cxnSp>
      <p:cxnSp>
        <p:nvCxnSpPr>
          <p:cNvPr id="221" name="موصل: على شكل مرفق 126">
            <a:extLst>
              <a:ext uri="{FF2B5EF4-FFF2-40B4-BE49-F238E27FC236}">
                <a16:creationId xmlns:a16="http://schemas.microsoft.com/office/drawing/2014/main" id="{F3E2DE27-9E5E-4087-8089-0706CFC45F4F}"/>
              </a:ext>
            </a:extLst>
          </p:cNvPr>
          <p:cNvCxnSpPr>
            <a:cxnSpLocks/>
            <a:stCxn id="148" idx="2"/>
            <a:endCxn id="137" idx="1"/>
          </p:cNvCxnSpPr>
          <p:nvPr/>
        </p:nvCxnSpPr>
        <p:spPr>
          <a:xfrm rot="16200000" flipH="1">
            <a:off x="3657038" y="5403572"/>
            <a:ext cx="1302744" cy="24819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24" name="موصل: على شكل مرفق 126">
            <a:extLst>
              <a:ext uri="{FF2B5EF4-FFF2-40B4-BE49-F238E27FC236}">
                <a16:creationId xmlns:a16="http://schemas.microsoft.com/office/drawing/2014/main" id="{2238420B-D72F-46AB-91E5-6A2C436904F2}"/>
              </a:ext>
            </a:extLst>
          </p:cNvPr>
          <p:cNvCxnSpPr>
            <a:cxnSpLocks/>
            <a:stCxn id="114" idx="2"/>
            <a:endCxn id="112" idx="3"/>
          </p:cNvCxnSpPr>
          <p:nvPr/>
        </p:nvCxnSpPr>
        <p:spPr>
          <a:xfrm rot="5400000">
            <a:off x="7847440" y="2538774"/>
            <a:ext cx="385193" cy="21484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27" name="موصل: على شكل مرفق 126">
            <a:extLst>
              <a:ext uri="{FF2B5EF4-FFF2-40B4-BE49-F238E27FC236}">
                <a16:creationId xmlns:a16="http://schemas.microsoft.com/office/drawing/2014/main" id="{4DE10DD5-2FF7-47B6-B43F-1022D50FEB7F}"/>
              </a:ext>
            </a:extLst>
          </p:cNvPr>
          <p:cNvCxnSpPr>
            <a:cxnSpLocks/>
            <a:stCxn id="122" idx="2"/>
            <a:endCxn id="120" idx="3"/>
          </p:cNvCxnSpPr>
          <p:nvPr/>
        </p:nvCxnSpPr>
        <p:spPr>
          <a:xfrm rot="5400000">
            <a:off x="6211320" y="2497082"/>
            <a:ext cx="380297" cy="29673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28" name="موصل: على شكل مرفق 126">
            <a:extLst>
              <a:ext uri="{FF2B5EF4-FFF2-40B4-BE49-F238E27FC236}">
                <a16:creationId xmlns:a16="http://schemas.microsoft.com/office/drawing/2014/main" id="{45BE71A0-0698-4159-B998-ABF2C23EDFF4}"/>
              </a:ext>
            </a:extLst>
          </p:cNvPr>
          <p:cNvCxnSpPr>
            <a:cxnSpLocks/>
            <a:stCxn id="176" idx="2"/>
            <a:endCxn id="122" idx="0"/>
          </p:cNvCxnSpPr>
          <p:nvPr/>
        </p:nvCxnSpPr>
        <p:spPr>
          <a:xfrm rot="16200000" flipH="1">
            <a:off x="5472103" y="863492"/>
            <a:ext cx="1454029" cy="701438"/>
          </a:xfrm>
          <a:prstGeom prst="bentConnector3">
            <a:avLst>
              <a:gd name="adj1" fmla="val 88432"/>
            </a:avLst>
          </a:prstGeom>
          <a:ln>
            <a:tailEnd type="triangle"/>
          </a:ln>
        </p:spPr>
        <p:style>
          <a:lnRef idx="2">
            <a:schemeClr val="dk1"/>
          </a:lnRef>
          <a:fillRef idx="0">
            <a:schemeClr val="dk1"/>
          </a:fillRef>
          <a:effectRef idx="1">
            <a:schemeClr val="dk1"/>
          </a:effectRef>
          <a:fontRef idx="minor">
            <a:schemeClr val="tx1"/>
          </a:fontRef>
        </p:style>
      </p:cxnSp>
      <p:cxnSp>
        <p:nvCxnSpPr>
          <p:cNvPr id="229" name="موصل: على شكل مرفق 126">
            <a:extLst>
              <a:ext uri="{FF2B5EF4-FFF2-40B4-BE49-F238E27FC236}">
                <a16:creationId xmlns:a16="http://schemas.microsoft.com/office/drawing/2014/main" id="{28A1AF6A-090E-43FC-81C9-6BF7E809E00D}"/>
              </a:ext>
            </a:extLst>
          </p:cNvPr>
          <p:cNvCxnSpPr>
            <a:cxnSpLocks/>
            <a:stCxn id="148" idx="2"/>
            <a:endCxn id="144" idx="3"/>
          </p:cNvCxnSpPr>
          <p:nvPr/>
        </p:nvCxnSpPr>
        <p:spPr>
          <a:xfrm rot="5400000">
            <a:off x="3413859" y="5386726"/>
            <a:ext cx="1280879" cy="26002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36" name="موصل: على شكل مرفق 126">
            <a:extLst>
              <a:ext uri="{FF2B5EF4-FFF2-40B4-BE49-F238E27FC236}">
                <a16:creationId xmlns:a16="http://schemas.microsoft.com/office/drawing/2014/main" id="{F5979E9F-4D59-47B0-B29A-24798D57F259}"/>
              </a:ext>
            </a:extLst>
          </p:cNvPr>
          <p:cNvCxnSpPr>
            <a:cxnSpLocks/>
            <a:stCxn id="164" idx="2"/>
            <a:endCxn id="136" idx="1"/>
          </p:cNvCxnSpPr>
          <p:nvPr/>
        </p:nvCxnSpPr>
        <p:spPr>
          <a:xfrm rot="16200000" flipH="1">
            <a:off x="3019643" y="2406492"/>
            <a:ext cx="402533" cy="46019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37" name="موصل: على شكل مرفق 126">
            <a:extLst>
              <a:ext uri="{FF2B5EF4-FFF2-40B4-BE49-F238E27FC236}">
                <a16:creationId xmlns:a16="http://schemas.microsoft.com/office/drawing/2014/main" id="{4AF92C91-A407-4EFE-963B-36C2A3231E14}"/>
              </a:ext>
            </a:extLst>
          </p:cNvPr>
          <p:cNvCxnSpPr>
            <a:cxnSpLocks/>
            <a:stCxn id="148" idx="2"/>
            <a:endCxn id="146" idx="3"/>
          </p:cNvCxnSpPr>
          <p:nvPr/>
        </p:nvCxnSpPr>
        <p:spPr>
          <a:xfrm rot="5400000">
            <a:off x="3621498" y="5171005"/>
            <a:ext cx="857518" cy="26810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38" name="موصل: على شكل مرفق 126">
            <a:extLst>
              <a:ext uri="{FF2B5EF4-FFF2-40B4-BE49-F238E27FC236}">
                <a16:creationId xmlns:a16="http://schemas.microsoft.com/office/drawing/2014/main" id="{4B9AA032-8484-4D1C-8BD0-82D1162FDBF6}"/>
              </a:ext>
            </a:extLst>
          </p:cNvPr>
          <p:cNvCxnSpPr>
            <a:cxnSpLocks/>
            <a:stCxn id="161" idx="2"/>
            <a:endCxn id="156" idx="1"/>
          </p:cNvCxnSpPr>
          <p:nvPr/>
        </p:nvCxnSpPr>
        <p:spPr>
          <a:xfrm rot="16200000" flipH="1">
            <a:off x="2107551" y="5327656"/>
            <a:ext cx="299354" cy="57996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46" name="موصل: على شكل مرفق 126">
            <a:extLst>
              <a:ext uri="{FF2B5EF4-FFF2-40B4-BE49-F238E27FC236}">
                <a16:creationId xmlns:a16="http://schemas.microsoft.com/office/drawing/2014/main" id="{CD53518B-A3F3-47C8-8D95-C7D4462417C7}"/>
              </a:ext>
            </a:extLst>
          </p:cNvPr>
          <p:cNvCxnSpPr>
            <a:cxnSpLocks/>
            <a:stCxn id="164" idx="2"/>
            <a:endCxn id="162" idx="3"/>
          </p:cNvCxnSpPr>
          <p:nvPr/>
        </p:nvCxnSpPr>
        <p:spPr>
          <a:xfrm rot="5400000">
            <a:off x="1327542" y="3547652"/>
            <a:ext cx="2775600" cy="55094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47" name="موصل: على شكل مرفق 126">
            <a:extLst>
              <a:ext uri="{FF2B5EF4-FFF2-40B4-BE49-F238E27FC236}">
                <a16:creationId xmlns:a16="http://schemas.microsoft.com/office/drawing/2014/main" id="{E19796E0-5A61-4A14-8E54-E80DEF975567}"/>
              </a:ext>
            </a:extLst>
          </p:cNvPr>
          <p:cNvCxnSpPr>
            <a:cxnSpLocks/>
            <a:stCxn id="164" idx="2"/>
            <a:endCxn id="150" idx="3"/>
          </p:cNvCxnSpPr>
          <p:nvPr/>
        </p:nvCxnSpPr>
        <p:spPr>
          <a:xfrm rot="5400000">
            <a:off x="2503838" y="2360624"/>
            <a:ext cx="412277" cy="5616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48" name="موصل: على شكل مرفق 126">
            <a:extLst>
              <a:ext uri="{FF2B5EF4-FFF2-40B4-BE49-F238E27FC236}">
                <a16:creationId xmlns:a16="http://schemas.microsoft.com/office/drawing/2014/main" id="{DCA7C4C0-F11B-4FB8-BB59-5A41926FC370}"/>
              </a:ext>
            </a:extLst>
          </p:cNvPr>
          <p:cNvCxnSpPr>
            <a:cxnSpLocks/>
            <a:stCxn id="148" idx="2"/>
            <a:endCxn id="140" idx="1"/>
          </p:cNvCxnSpPr>
          <p:nvPr/>
        </p:nvCxnSpPr>
        <p:spPr>
          <a:xfrm rot="16200000" flipH="1">
            <a:off x="3454429" y="5606182"/>
            <a:ext cx="1719127" cy="25936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55" name="موصل: على شكل مرفق 126">
            <a:extLst>
              <a:ext uri="{FF2B5EF4-FFF2-40B4-BE49-F238E27FC236}">
                <a16:creationId xmlns:a16="http://schemas.microsoft.com/office/drawing/2014/main" id="{ADA465C8-EA97-4E63-B056-A6DB4039DEA9}"/>
              </a:ext>
            </a:extLst>
          </p:cNvPr>
          <p:cNvCxnSpPr>
            <a:cxnSpLocks/>
            <a:stCxn id="164" idx="2"/>
            <a:endCxn id="128" idx="1"/>
          </p:cNvCxnSpPr>
          <p:nvPr/>
        </p:nvCxnSpPr>
        <p:spPr>
          <a:xfrm rot="16200000" flipH="1">
            <a:off x="2429701" y="2996434"/>
            <a:ext cx="1573810" cy="45158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56" name="موصل: على شكل مرفق 126">
            <a:extLst>
              <a:ext uri="{FF2B5EF4-FFF2-40B4-BE49-F238E27FC236}">
                <a16:creationId xmlns:a16="http://schemas.microsoft.com/office/drawing/2014/main" id="{64AF37BE-2300-4730-9678-7E6ECE03754D}"/>
              </a:ext>
            </a:extLst>
          </p:cNvPr>
          <p:cNvCxnSpPr>
            <a:cxnSpLocks/>
            <a:stCxn id="164" idx="2"/>
            <a:endCxn id="130" idx="3"/>
          </p:cNvCxnSpPr>
          <p:nvPr/>
        </p:nvCxnSpPr>
        <p:spPr>
          <a:xfrm rot="5400000">
            <a:off x="1926701" y="2945019"/>
            <a:ext cx="1573809" cy="55441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1" name="موصل: على شكل مرفق 126">
            <a:extLst>
              <a:ext uri="{FF2B5EF4-FFF2-40B4-BE49-F238E27FC236}">
                <a16:creationId xmlns:a16="http://schemas.microsoft.com/office/drawing/2014/main" id="{8857654F-EDCB-48E7-A70D-A77787ECD931}"/>
              </a:ext>
            </a:extLst>
          </p:cNvPr>
          <p:cNvCxnSpPr>
            <a:cxnSpLocks/>
            <a:stCxn id="164" idx="2"/>
            <a:endCxn id="134" idx="3"/>
          </p:cNvCxnSpPr>
          <p:nvPr/>
        </p:nvCxnSpPr>
        <p:spPr>
          <a:xfrm rot="5400000">
            <a:off x="2214546" y="2652098"/>
            <a:ext cx="993043" cy="55949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4" name="موصل: على شكل مرفق 126">
            <a:extLst>
              <a:ext uri="{FF2B5EF4-FFF2-40B4-BE49-F238E27FC236}">
                <a16:creationId xmlns:a16="http://schemas.microsoft.com/office/drawing/2014/main" id="{F12259E0-5533-4923-B66A-1527DBC71DE3}"/>
              </a:ext>
            </a:extLst>
          </p:cNvPr>
          <p:cNvCxnSpPr>
            <a:cxnSpLocks/>
            <a:stCxn id="162" idx="2"/>
            <a:endCxn id="158" idx="3"/>
          </p:cNvCxnSpPr>
          <p:nvPr/>
        </p:nvCxnSpPr>
        <p:spPr>
          <a:xfrm rot="5400000">
            <a:off x="1170931" y="5802038"/>
            <a:ext cx="1130393" cy="46223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7" name="موصل: على شكل مرفق 126">
            <a:extLst>
              <a:ext uri="{FF2B5EF4-FFF2-40B4-BE49-F238E27FC236}">
                <a16:creationId xmlns:a16="http://schemas.microsoft.com/office/drawing/2014/main" id="{C2909165-E90E-45A4-877F-068525110200}"/>
              </a:ext>
            </a:extLst>
          </p:cNvPr>
          <p:cNvCxnSpPr>
            <a:cxnSpLocks/>
            <a:stCxn id="162" idx="2"/>
            <a:endCxn id="152" idx="3"/>
          </p:cNvCxnSpPr>
          <p:nvPr/>
        </p:nvCxnSpPr>
        <p:spPr>
          <a:xfrm rot="5400000">
            <a:off x="1382410" y="5590559"/>
            <a:ext cx="707435" cy="46223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8" name="موصل: على شكل مرفق 126">
            <a:extLst>
              <a:ext uri="{FF2B5EF4-FFF2-40B4-BE49-F238E27FC236}">
                <a16:creationId xmlns:a16="http://schemas.microsoft.com/office/drawing/2014/main" id="{9D8D4090-2FBA-43C2-9E1C-1FF79CA85CEA}"/>
              </a:ext>
            </a:extLst>
          </p:cNvPr>
          <p:cNvCxnSpPr>
            <a:cxnSpLocks/>
            <a:stCxn id="163" idx="2"/>
            <a:endCxn id="148" idx="1"/>
          </p:cNvCxnSpPr>
          <p:nvPr/>
        </p:nvCxnSpPr>
        <p:spPr>
          <a:xfrm rot="16200000" flipH="1">
            <a:off x="2128940" y="3297195"/>
            <a:ext cx="2183939" cy="46019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9" name="موصل: على شكل مرفق 126">
            <a:extLst>
              <a:ext uri="{FF2B5EF4-FFF2-40B4-BE49-F238E27FC236}">
                <a16:creationId xmlns:a16="http://schemas.microsoft.com/office/drawing/2014/main" id="{871F13FD-2E39-4F2D-BB82-B9C60A9829E0}"/>
              </a:ext>
            </a:extLst>
          </p:cNvPr>
          <p:cNvCxnSpPr>
            <a:cxnSpLocks/>
            <a:stCxn id="164" idx="2"/>
            <a:endCxn id="132" idx="1"/>
          </p:cNvCxnSpPr>
          <p:nvPr/>
        </p:nvCxnSpPr>
        <p:spPr>
          <a:xfrm rot="16200000" flipH="1">
            <a:off x="2719283" y="2706852"/>
            <a:ext cx="978541" cy="43548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70" name="موصل: على شكل مرفق 126">
            <a:extLst>
              <a:ext uri="{FF2B5EF4-FFF2-40B4-BE49-F238E27FC236}">
                <a16:creationId xmlns:a16="http://schemas.microsoft.com/office/drawing/2014/main" id="{E7EFC1E5-521E-4AD4-82B5-A3774DFD44F0}"/>
              </a:ext>
            </a:extLst>
          </p:cNvPr>
          <p:cNvCxnSpPr>
            <a:cxnSpLocks/>
            <a:stCxn id="162" idx="2"/>
            <a:endCxn id="160" idx="3"/>
          </p:cNvCxnSpPr>
          <p:nvPr/>
        </p:nvCxnSpPr>
        <p:spPr>
          <a:xfrm rot="5400000">
            <a:off x="1577360" y="5375711"/>
            <a:ext cx="297636" cy="48213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79" name="موصل: على شكل مرفق 126">
            <a:extLst>
              <a:ext uri="{FF2B5EF4-FFF2-40B4-BE49-F238E27FC236}">
                <a16:creationId xmlns:a16="http://schemas.microsoft.com/office/drawing/2014/main" id="{C849BBA5-5720-4AC3-83B9-CAF6B69149BF}"/>
              </a:ext>
            </a:extLst>
          </p:cNvPr>
          <p:cNvCxnSpPr>
            <a:cxnSpLocks/>
            <a:stCxn id="164" idx="2"/>
            <a:endCxn id="126" idx="3"/>
          </p:cNvCxnSpPr>
          <p:nvPr/>
        </p:nvCxnSpPr>
        <p:spPr>
          <a:xfrm rot="5400000">
            <a:off x="1623713" y="3240749"/>
            <a:ext cx="2172526" cy="5616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82" name="موصل: على شكل مرفق 126">
            <a:extLst>
              <a:ext uri="{FF2B5EF4-FFF2-40B4-BE49-F238E27FC236}">
                <a16:creationId xmlns:a16="http://schemas.microsoft.com/office/drawing/2014/main" id="{828801F6-6A75-43C5-9E1D-2F5203577E2E}"/>
              </a:ext>
            </a:extLst>
          </p:cNvPr>
          <p:cNvCxnSpPr>
            <a:cxnSpLocks/>
            <a:stCxn id="161" idx="2"/>
            <a:endCxn id="154" idx="1"/>
          </p:cNvCxnSpPr>
          <p:nvPr/>
        </p:nvCxnSpPr>
        <p:spPr>
          <a:xfrm rot="16200000" flipH="1">
            <a:off x="1896083" y="5539124"/>
            <a:ext cx="703029" cy="56070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20" name="موصل: على شكل مرفق 126">
            <a:extLst>
              <a:ext uri="{FF2B5EF4-FFF2-40B4-BE49-F238E27FC236}">
                <a16:creationId xmlns:a16="http://schemas.microsoft.com/office/drawing/2014/main" id="{F8E9F41D-CCA7-425C-A430-1612141B60A1}"/>
              </a:ext>
            </a:extLst>
          </p:cNvPr>
          <p:cNvCxnSpPr>
            <a:cxnSpLocks/>
            <a:stCxn id="174" idx="2"/>
            <a:endCxn id="172" idx="3"/>
          </p:cNvCxnSpPr>
          <p:nvPr/>
        </p:nvCxnSpPr>
        <p:spPr>
          <a:xfrm rot="5400000">
            <a:off x="659230" y="2482364"/>
            <a:ext cx="370219" cy="25338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29" name="موصل: على شكل مرفق 126">
            <a:extLst>
              <a:ext uri="{FF2B5EF4-FFF2-40B4-BE49-F238E27FC236}">
                <a16:creationId xmlns:a16="http://schemas.microsoft.com/office/drawing/2014/main" id="{37618B0B-5488-47C0-8D10-5A611DDA4A5C}"/>
              </a:ext>
            </a:extLst>
          </p:cNvPr>
          <p:cNvCxnSpPr>
            <a:cxnSpLocks/>
            <a:stCxn id="173" idx="2"/>
            <a:endCxn id="170" idx="3"/>
          </p:cNvCxnSpPr>
          <p:nvPr/>
        </p:nvCxnSpPr>
        <p:spPr>
          <a:xfrm rot="5400000">
            <a:off x="321377" y="2820217"/>
            <a:ext cx="1045925" cy="25338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48" name="موصل: على شكل مرفق 126">
            <a:extLst>
              <a:ext uri="{FF2B5EF4-FFF2-40B4-BE49-F238E27FC236}">
                <a16:creationId xmlns:a16="http://schemas.microsoft.com/office/drawing/2014/main" id="{6C53BEDA-C5D7-4613-AAD4-211810C7514E}"/>
              </a:ext>
            </a:extLst>
          </p:cNvPr>
          <p:cNvCxnSpPr>
            <a:cxnSpLocks/>
            <a:stCxn id="174" idx="2"/>
            <a:endCxn id="168" idx="3"/>
          </p:cNvCxnSpPr>
          <p:nvPr/>
        </p:nvCxnSpPr>
        <p:spPr>
          <a:xfrm rot="5400000">
            <a:off x="-24384" y="3165978"/>
            <a:ext cx="1737446" cy="25338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51" name="موصل: على شكل مرفق 126">
            <a:extLst>
              <a:ext uri="{FF2B5EF4-FFF2-40B4-BE49-F238E27FC236}">
                <a16:creationId xmlns:a16="http://schemas.microsoft.com/office/drawing/2014/main" id="{94A4E87E-A9EA-40B7-8E38-9AC6AACADC21}"/>
              </a:ext>
            </a:extLst>
          </p:cNvPr>
          <p:cNvCxnSpPr>
            <a:cxnSpLocks/>
            <a:stCxn id="174" idx="2"/>
            <a:endCxn id="166" idx="3"/>
          </p:cNvCxnSpPr>
          <p:nvPr/>
        </p:nvCxnSpPr>
        <p:spPr>
          <a:xfrm rot="5400000">
            <a:off x="-356270" y="3525722"/>
            <a:ext cx="2429077" cy="22552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54" name="موصل: على شكل مرفق 126">
            <a:extLst>
              <a:ext uri="{FF2B5EF4-FFF2-40B4-BE49-F238E27FC236}">
                <a16:creationId xmlns:a16="http://schemas.microsoft.com/office/drawing/2014/main" id="{049E4A17-AD44-49AB-A980-C1E36355E7B4}"/>
              </a:ext>
            </a:extLst>
          </p:cNvPr>
          <p:cNvCxnSpPr>
            <a:cxnSpLocks/>
            <a:stCxn id="176" idx="2"/>
            <a:endCxn id="164" idx="0"/>
          </p:cNvCxnSpPr>
          <p:nvPr/>
        </p:nvCxnSpPr>
        <p:spPr>
          <a:xfrm rot="5400000">
            <a:off x="3702582" y="-224571"/>
            <a:ext cx="1434049" cy="2857585"/>
          </a:xfrm>
          <a:prstGeom prst="bentConnector3">
            <a:avLst>
              <a:gd name="adj1" fmla="val 89557"/>
            </a:avLst>
          </a:prstGeom>
          <a:ln>
            <a:tailEnd type="triangle"/>
          </a:ln>
        </p:spPr>
        <p:style>
          <a:lnRef idx="2">
            <a:schemeClr val="dk1"/>
          </a:lnRef>
          <a:fillRef idx="0">
            <a:schemeClr val="dk1"/>
          </a:fillRef>
          <a:effectRef idx="1">
            <a:schemeClr val="dk1"/>
          </a:effectRef>
          <a:fontRef idx="minor">
            <a:schemeClr val="tx1"/>
          </a:fontRef>
        </p:style>
      </p:cxnSp>
      <p:cxnSp>
        <p:nvCxnSpPr>
          <p:cNvPr id="484" name="موصل: على شكل مرفق 126">
            <a:extLst>
              <a:ext uri="{FF2B5EF4-FFF2-40B4-BE49-F238E27FC236}">
                <a16:creationId xmlns:a16="http://schemas.microsoft.com/office/drawing/2014/main" id="{2DE45294-335F-4BA9-AEC7-0BC772DA810A}"/>
              </a:ext>
            </a:extLst>
          </p:cNvPr>
          <p:cNvCxnSpPr>
            <a:cxnSpLocks/>
            <a:endCxn id="108" idx="3"/>
          </p:cNvCxnSpPr>
          <p:nvPr/>
        </p:nvCxnSpPr>
        <p:spPr>
          <a:xfrm rot="5400000">
            <a:off x="7285529" y="3147203"/>
            <a:ext cx="1472004" cy="25185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487" name="موصل: على شكل مرفق 126">
            <a:extLst>
              <a:ext uri="{FF2B5EF4-FFF2-40B4-BE49-F238E27FC236}">
                <a16:creationId xmlns:a16="http://schemas.microsoft.com/office/drawing/2014/main" id="{3485223E-03CB-475B-9633-EEA7A6D348F5}"/>
              </a:ext>
            </a:extLst>
          </p:cNvPr>
          <p:cNvCxnSpPr>
            <a:cxnSpLocks/>
            <a:stCxn id="106" idx="2"/>
            <a:endCxn id="104" idx="3"/>
          </p:cNvCxnSpPr>
          <p:nvPr/>
        </p:nvCxnSpPr>
        <p:spPr>
          <a:xfrm rot="5400000">
            <a:off x="9329708" y="2575819"/>
            <a:ext cx="369776" cy="12533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490" name="موصل: على شكل مرفق 126">
            <a:extLst>
              <a:ext uri="{FF2B5EF4-FFF2-40B4-BE49-F238E27FC236}">
                <a16:creationId xmlns:a16="http://schemas.microsoft.com/office/drawing/2014/main" id="{3DA2259D-F9D7-4B37-8E24-83CCC64208FD}"/>
              </a:ext>
            </a:extLst>
          </p:cNvPr>
          <p:cNvCxnSpPr>
            <a:cxnSpLocks/>
            <a:stCxn id="106" idx="2"/>
            <a:endCxn id="102" idx="3"/>
          </p:cNvCxnSpPr>
          <p:nvPr/>
        </p:nvCxnSpPr>
        <p:spPr>
          <a:xfrm rot="5400000">
            <a:off x="9022176" y="2883351"/>
            <a:ext cx="984840" cy="12533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493" name="موصل: على شكل مرفق 126">
            <a:extLst>
              <a:ext uri="{FF2B5EF4-FFF2-40B4-BE49-F238E27FC236}">
                <a16:creationId xmlns:a16="http://schemas.microsoft.com/office/drawing/2014/main" id="{107A0D8C-FAC9-4F90-81E4-CC60E1583AAE}"/>
              </a:ext>
            </a:extLst>
          </p:cNvPr>
          <p:cNvCxnSpPr>
            <a:cxnSpLocks/>
            <a:stCxn id="100" idx="2"/>
            <a:endCxn id="97" idx="3"/>
          </p:cNvCxnSpPr>
          <p:nvPr/>
        </p:nvCxnSpPr>
        <p:spPr>
          <a:xfrm rot="5400000">
            <a:off x="11192534" y="2588818"/>
            <a:ext cx="323183" cy="14593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496" name="موصل: على شكل مرفق 126">
            <a:extLst>
              <a:ext uri="{FF2B5EF4-FFF2-40B4-BE49-F238E27FC236}">
                <a16:creationId xmlns:a16="http://schemas.microsoft.com/office/drawing/2014/main" id="{EE4777A9-2321-49E5-B4E5-134141A1A834}"/>
              </a:ext>
            </a:extLst>
          </p:cNvPr>
          <p:cNvCxnSpPr>
            <a:cxnSpLocks/>
            <a:stCxn id="100" idx="2"/>
            <a:endCxn id="96" idx="3"/>
          </p:cNvCxnSpPr>
          <p:nvPr/>
        </p:nvCxnSpPr>
        <p:spPr>
          <a:xfrm rot="5400000">
            <a:off x="10883985" y="2897367"/>
            <a:ext cx="940281" cy="14593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2" name="Date Placeholder 1">
            <a:extLst>
              <a:ext uri="{FF2B5EF4-FFF2-40B4-BE49-F238E27FC236}">
                <a16:creationId xmlns:a16="http://schemas.microsoft.com/office/drawing/2014/main" id="{8C3DAB5D-BCEC-2DBF-2871-4CB3948706EF}"/>
              </a:ext>
            </a:extLst>
          </p:cNvPr>
          <p:cNvSpPr>
            <a:spLocks noGrp="1"/>
          </p:cNvSpPr>
          <p:nvPr>
            <p:ph type="dt" sz="half" idx="10"/>
          </p:nvPr>
        </p:nvSpPr>
        <p:spPr/>
        <p:txBody>
          <a:bodyPr/>
          <a:lstStyle/>
          <a:p>
            <a:fld id="{145D73E3-3560-4B2E-A995-DE519C793496}"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E8CAED7B-7002-9068-0AB8-89639B6023C1}"/>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2CF0182B-0D13-FF4A-A243-2C150FF337A0}"/>
              </a:ext>
            </a:extLst>
          </p:cNvPr>
          <p:cNvSpPr>
            <a:spLocks noGrp="1"/>
          </p:cNvSpPr>
          <p:nvPr>
            <p:ph type="sldNum" sz="quarter" idx="12"/>
          </p:nvPr>
        </p:nvSpPr>
        <p:spPr/>
        <p:txBody>
          <a:bodyPr/>
          <a:lstStyle/>
          <a:p>
            <a:fld id="{065EBCF0-071A-41B4-9C48-9ADF70E893B6}" type="slidenum">
              <a:rPr lang="ar-SY" smtClean="0"/>
              <a:pPr/>
              <a:t>20</a:t>
            </a:fld>
            <a:endParaRPr lang="ar-SY" dirty="0"/>
          </a:p>
        </p:txBody>
      </p:sp>
    </p:spTree>
    <p:extLst>
      <p:ext uri="{BB962C8B-B14F-4D97-AF65-F5344CB8AC3E}">
        <p14:creationId xmlns:p14="http://schemas.microsoft.com/office/powerpoint/2010/main" val="1554711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A536A-E2D7-9D95-B968-3C8B1293E1A0}"/>
              </a:ext>
            </a:extLst>
          </p:cNvPr>
          <p:cNvSpPr>
            <a:spLocks noGrp="1"/>
          </p:cNvSpPr>
          <p:nvPr>
            <p:ph type="title"/>
          </p:nvPr>
        </p:nvSpPr>
        <p:spPr/>
        <p:txBody>
          <a:bodyPr>
            <a:normAutofit/>
          </a:bodyPr>
          <a:lstStyle/>
          <a:p>
            <a:r>
              <a:rPr lang="ar-SY" dirty="0"/>
              <a:t>مديرية المهن والرخص</a:t>
            </a:r>
          </a:p>
        </p:txBody>
      </p:sp>
      <p:sp>
        <p:nvSpPr>
          <p:cNvPr id="6" name="Content Placeholder 5">
            <a:extLst>
              <a:ext uri="{FF2B5EF4-FFF2-40B4-BE49-F238E27FC236}">
                <a16:creationId xmlns:a16="http://schemas.microsoft.com/office/drawing/2014/main" id="{FC47F689-26CB-9951-1616-011547F449DC}"/>
              </a:ext>
            </a:extLst>
          </p:cNvPr>
          <p:cNvSpPr>
            <a:spLocks noGrp="1"/>
          </p:cNvSpPr>
          <p:nvPr>
            <p:ph idx="1"/>
          </p:nvPr>
        </p:nvSpPr>
        <p:spPr>
          <a:xfrm>
            <a:off x="954592" y="1825625"/>
            <a:ext cx="10399207" cy="4183289"/>
          </a:xfrm>
        </p:spPr>
        <p:txBody>
          <a:bodyPr/>
          <a:lstStyle/>
          <a:p>
            <a:pPr marL="0" indent="0">
              <a:lnSpc>
                <a:spcPct val="150000"/>
              </a:lnSpc>
              <a:buNone/>
            </a:pPr>
            <a:r>
              <a:rPr lang="ar-SY" dirty="0"/>
              <a:t>دارسة ومنح التراخيص الإدارية والصناعية والصحية والتجارية للمهن المختلفة الخاضعة للترخيص بموجب القوانين والأنظمة الناظمة بعد استكمال كافة الثبوتيات من الجهات المعنية</a:t>
            </a:r>
          </a:p>
          <a:p>
            <a:pPr>
              <a:lnSpc>
                <a:spcPct val="150000"/>
              </a:lnSpc>
            </a:pPr>
            <a:endParaRPr lang="ar-SY" dirty="0"/>
          </a:p>
        </p:txBody>
      </p:sp>
      <p:sp>
        <p:nvSpPr>
          <p:cNvPr id="2" name="Date Placeholder 1">
            <a:extLst>
              <a:ext uri="{FF2B5EF4-FFF2-40B4-BE49-F238E27FC236}">
                <a16:creationId xmlns:a16="http://schemas.microsoft.com/office/drawing/2014/main" id="{28DF4C3E-E675-91CF-2E56-15EA2B49B7FD}"/>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1A7C774C-CCAB-965C-9358-FC7B2E27A966}"/>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5CF30CEE-575D-E01B-19EE-EAA80B252339}"/>
              </a:ext>
            </a:extLst>
          </p:cNvPr>
          <p:cNvSpPr>
            <a:spLocks noGrp="1"/>
          </p:cNvSpPr>
          <p:nvPr>
            <p:ph type="sldNum" sz="quarter" idx="12"/>
          </p:nvPr>
        </p:nvSpPr>
        <p:spPr/>
        <p:txBody>
          <a:bodyPr/>
          <a:lstStyle/>
          <a:p>
            <a:fld id="{065EBCF0-071A-41B4-9C48-9ADF70E893B6}" type="slidenum">
              <a:rPr lang="ar-SY" smtClean="0"/>
              <a:pPr/>
              <a:t>21</a:t>
            </a:fld>
            <a:endParaRPr lang="ar-SY" dirty="0"/>
          </a:p>
        </p:txBody>
      </p:sp>
    </p:spTree>
    <p:extLst>
      <p:ext uri="{BB962C8B-B14F-4D97-AF65-F5344CB8AC3E}">
        <p14:creationId xmlns:p14="http://schemas.microsoft.com/office/powerpoint/2010/main" val="2166313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514737" y="941194"/>
            <a:ext cx="11020404" cy="3932800"/>
            <a:chOff x="256670" y="176919"/>
            <a:chExt cx="11020404" cy="3932800"/>
          </a:xfrm>
        </p:grpSpPr>
        <p:sp>
          <p:nvSpPr>
            <p:cNvPr id="13" name="مستطيل 12">
              <a:extLst>
                <a:ext uri="{FF2B5EF4-FFF2-40B4-BE49-F238E27FC236}">
                  <a16:creationId xmlns:a16="http://schemas.microsoft.com/office/drawing/2014/main" id="{A5C26464-24E0-44AC-B988-79191DAE4A72}"/>
                </a:ext>
              </a:extLst>
            </p:cNvPr>
            <p:cNvSpPr/>
            <p:nvPr/>
          </p:nvSpPr>
          <p:spPr>
            <a:xfrm>
              <a:off x="9643318" y="2289558"/>
              <a:ext cx="1224000" cy="540001"/>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دائرة </a:t>
              </a:r>
              <a:r>
                <a:rPr kumimoji="0" lang="ar-SA"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السياسيات </a:t>
              </a:r>
              <a:r>
                <a:rPr kumimoji="0" lang="ar-SA" sz="1200" b="1" i="0" u="none" strike="noStrike" kern="1200" cap="none" spc="0" normalizeH="0" baseline="0" noProof="0" dirty="0" err="1">
                  <a:ln w="0"/>
                  <a:solidFill>
                    <a:prstClr val="black"/>
                  </a:solidFill>
                  <a:uLnTx/>
                  <a:uFillTx/>
                  <a:latin typeface="Simplified Arabic" panose="02020603050405020304" pitchFamily="18" charset="-78"/>
                  <a:cs typeface="Simplified Arabic" panose="02020603050405020304" pitchFamily="18" charset="-78"/>
                </a:rPr>
                <a:t>والإستراتيجيات</a:t>
              </a:r>
              <a:endParaRPr kumimoji="0" lang="ar-SA" sz="1200" b="1" i="0" u="none" strike="noStrike" kern="1200" cap="none" spc="0" normalizeH="0" baseline="0" noProof="0" dirty="0">
                <a:ln w="0"/>
                <a:solidFill>
                  <a:srgbClr val="C00000"/>
                </a:solidFill>
                <a:uLnTx/>
                <a:uFillTx/>
                <a:latin typeface="Simplified Arabic" panose="02020603050405020304" pitchFamily="18" charset="-78"/>
                <a:cs typeface="Simplified Arabic" panose="02020603050405020304" pitchFamily="18" charset="-78"/>
              </a:endParaRPr>
            </a:p>
          </p:txBody>
        </p:sp>
        <p:sp>
          <p:nvSpPr>
            <p:cNvPr id="17" name="مستطيل 16">
              <a:extLst>
                <a:ext uri="{FF2B5EF4-FFF2-40B4-BE49-F238E27FC236}">
                  <a16:creationId xmlns:a16="http://schemas.microsoft.com/office/drawing/2014/main" id="{747072EF-2A54-4197-9E24-0A6723BEF0E6}"/>
                </a:ext>
              </a:extLst>
            </p:cNvPr>
            <p:cNvSpPr/>
            <p:nvPr/>
          </p:nvSpPr>
          <p:spPr>
            <a:xfrm>
              <a:off x="10493878" y="3132129"/>
              <a:ext cx="783196" cy="97647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الإحصاء</a:t>
              </a:r>
            </a:p>
          </p:txBody>
        </p:sp>
        <p:cxnSp>
          <p:nvCxnSpPr>
            <p:cNvPr id="31" name="موصل: على شكل مرفق 30">
              <a:extLst>
                <a:ext uri="{FF2B5EF4-FFF2-40B4-BE49-F238E27FC236}">
                  <a16:creationId xmlns:a16="http://schemas.microsoft.com/office/drawing/2014/main" id="{496E7D6C-B412-43BE-B798-EEF7C2DCCF6D}"/>
                </a:ext>
              </a:extLst>
            </p:cNvPr>
            <p:cNvCxnSpPr>
              <a:cxnSpLocks/>
              <a:stCxn id="13" idx="2"/>
              <a:endCxn id="17" idx="0"/>
            </p:cNvCxnSpPr>
            <p:nvPr/>
          </p:nvCxnSpPr>
          <p:spPr>
            <a:xfrm rot="16200000" flipH="1">
              <a:off x="10419112" y="2665765"/>
              <a:ext cx="302570" cy="6301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1" name="مستطيل 50">
              <a:extLst>
                <a:ext uri="{FF2B5EF4-FFF2-40B4-BE49-F238E27FC236}">
                  <a16:creationId xmlns:a16="http://schemas.microsoft.com/office/drawing/2014/main" id="{5210A856-F4F0-429A-8A44-B2D7C64F16CE}"/>
                </a:ext>
              </a:extLst>
            </p:cNvPr>
            <p:cNvSpPr/>
            <p:nvPr/>
          </p:nvSpPr>
          <p:spPr>
            <a:xfrm>
              <a:off x="6312637" y="2292613"/>
              <a:ext cx="1364937"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دائرة الشكاوى</a:t>
              </a:r>
            </a:p>
          </p:txBody>
        </p:sp>
        <p:sp>
          <p:nvSpPr>
            <p:cNvPr id="52" name="مستطيل 51">
              <a:extLst>
                <a:ext uri="{FF2B5EF4-FFF2-40B4-BE49-F238E27FC236}">
                  <a16:creationId xmlns:a16="http://schemas.microsoft.com/office/drawing/2014/main" id="{94EDE014-CD39-4926-BF1F-11BD57D7D199}"/>
                </a:ext>
              </a:extLst>
            </p:cNvPr>
            <p:cNvSpPr/>
            <p:nvPr/>
          </p:nvSpPr>
          <p:spPr>
            <a:xfrm>
              <a:off x="7815123" y="3148199"/>
              <a:ext cx="1066113" cy="95320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الشكاوى الإدارية</a:t>
              </a:r>
            </a:p>
          </p:txBody>
        </p:sp>
        <p:sp>
          <p:nvSpPr>
            <p:cNvPr id="53" name="مستطيل 52">
              <a:extLst>
                <a:ext uri="{FF2B5EF4-FFF2-40B4-BE49-F238E27FC236}">
                  <a16:creationId xmlns:a16="http://schemas.microsoft.com/office/drawing/2014/main" id="{BE6C735B-7C07-400D-90D2-4453355CFCC9}"/>
                </a:ext>
              </a:extLst>
            </p:cNvPr>
            <p:cNvSpPr/>
            <p:nvPr/>
          </p:nvSpPr>
          <p:spPr>
            <a:xfrm>
              <a:off x="6965973" y="3148200"/>
              <a:ext cx="751233" cy="95320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الشكاوى الصحية</a:t>
              </a:r>
            </a:p>
          </p:txBody>
        </p:sp>
        <p:cxnSp>
          <p:nvCxnSpPr>
            <p:cNvPr id="54" name="موصل: على شكل مرفق 53">
              <a:extLst>
                <a:ext uri="{FF2B5EF4-FFF2-40B4-BE49-F238E27FC236}">
                  <a16:creationId xmlns:a16="http://schemas.microsoft.com/office/drawing/2014/main" id="{855CAC86-A491-4736-8F66-E76CE706C1B5}"/>
                </a:ext>
              </a:extLst>
            </p:cNvPr>
            <p:cNvCxnSpPr>
              <a:cxnSpLocks/>
              <a:stCxn id="51" idx="2"/>
              <a:endCxn id="53" idx="0"/>
            </p:cNvCxnSpPr>
            <p:nvPr/>
          </p:nvCxnSpPr>
          <p:spPr>
            <a:xfrm rot="16200000" flipH="1">
              <a:off x="7010555" y="2817164"/>
              <a:ext cx="315587" cy="34648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موصل: على شكل مرفق 54">
              <a:extLst>
                <a:ext uri="{FF2B5EF4-FFF2-40B4-BE49-F238E27FC236}">
                  <a16:creationId xmlns:a16="http://schemas.microsoft.com/office/drawing/2014/main" id="{EAC2B112-12CA-4CDE-A889-C808A816A74A}"/>
                </a:ext>
              </a:extLst>
            </p:cNvPr>
            <p:cNvCxnSpPr>
              <a:cxnSpLocks/>
              <a:stCxn id="51" idx="2"/>
              <a:endCxn id="52" idx="0"/>
            </p:cNvCxnSpPr>
            <p:nvPr/>
          </p:nvCxnSpPr>
          <p:spPr>
            <a:xfrm rot="16200000" flipH="1">
              <a:off x="7513850" y="2313869"/>
              <a:ext cx="315586" cy="135307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84" name="مستطيل 183">
              <a:extLst>
                <a:ext uri="{FF2B5EF4-FFF2-40B4-BE49-F238E27FC236}">
                  <a16:creationId xmlns:a16="http://schemas.microsoft.com/office/drawing/2014/main" id="{9AF78FCE-A42B-425A-807E-EE7ACFD5EAC3}"/>
                </a:ext>
              </a:extLst>
            </p:cNvPr>
            <p:cNvSpPr/>
            <p:nvPr/>
          </p:nvSpPr>
          <p:spPr>
            <a:xfrm>
              <a:off x="4469730" y="3130731"/>
              <a:ext cx="683137" cy="97067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الديوان </a:t>
              </a:r>
            </a:p>
          </p:txBody>
        </p:sp>
        <p:sp>
          <p:nvSpPr>
            <p:cNvPr id="199" name="مستطيل 198">
              <a:extLst>
                <a:ext uri="{FF2B5EF4-FFF2-40B4-BE49-F238E27FC236}">
                  <a16:creationId xmlns:a16="http://schemas.microsoft.com/office/drawing/2014/main" id="{EBEE7F71-AAF2-4EE5-A6B1-2FD803A94C52}"/>
                </a:ext>
              </a:extLst>
            </p:cNvPr>
            <p:cNvSpPr/>
            <p:nvPr/>
          </p:nvSpPr>
          <p:spPr>
            <a:xfrm>
              <a:off x="4811299" y="1769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مديرية المهن والرخص</a:t>
              </a: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a:stCxn id="199" idx="2"/>
              <a:endCxn id="13" idx="0"/>
            </p:cNvCxnSpPr>
            <p:nvPr/>
          </p:nvCxnSpPr>
          <p:spPr>
            <a:xfrm rot="16200000" flipH="1">
              <a:off x="7418272" y="-547489"/>
              <a:ext cx="1572639" cy="410145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61448027-CAF4-444F-96C7-9DB6F22B5A60}"/>
                </a:ext>
              </a:extLst>
            </p:cNvPr>
            <p:cNvCxnSpPr>
              <a:cxnSpLocks/>
              <a:stCxn id="199" idx="2"/>
              <a:endCxn id="51" idx="0"/>
            </p:cNvCxnSpPr>
            <p:nvPr/>
          </p:nvCxnSpPr>
          <p:spPr>
            <a:xfrm rot="16200000" flipH="1">
              <a:off x="5786638" y="1084145"/>
              <a:ext cx="1575694" cy="84124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75">
              <a:extLst>
                <a:ext uri="{FF2B5EF4-FFF2-40B4-BE49-F238E27FC236}">
                  <a16:creationId xmlns:a16="http://schemas.microsoft.com/office/drawing/2014/main" id="{34C64E4E-BBA0-4263-9FA1-F66BABF7C40A}"/>
                </a:ext>
              </a:extLst>
            </p:cNvPr>
            <p:cNvSpPr/>
            <p:nvPr/>
          </p:nvSpPr>
          <p:spPr>
            <a:xfrm>
              <a:off x="9091577" y="3132128"/>
              <a:ext cx="1224000" cy="96927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السياسات </a:t>
              </a:r>
              <a:r>
                <a:rPr kumimoji="0" lang="ar-SA" sz="1200" b="0" i="0" u="none" strike="noStrike" kern="1200" cap="none" spc="0" normalizeH="0" baseline="0" noProof="0" dirty="0" err="1">
                  <a:ln>
                    <a:noFill/>
                  </a:ln>
                  <a:solidFill>
                    <a:prstClr val="black"/>
                  </a:solidFill>
                  <a:uLnTx/>
                  <a:uFillTx/>
                  <a:latin typeface="Simplified Arabic" panose="02020603050405020304" pitchFamily="18" charset="-78"/>
                  <a:cs typeface="Simplified Arabic" panose="02020603050405020304" pitchFamily="18" charset="-78"/>
                </a:rPr>
                <a:t>والإستراتيجيات</a:t>
              </a:r>
              <a:endPar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endParaRPr>
            </a:p>
          </p:txBody>
        </p:sp>
        <p:cxnSp>
          <p:nvCxnSpPr>
            <p:cNvPr id="77" name="موصل: على شكل مرفق 76">
              <a:extLst>
                <a:ext uri="{FF2B5EF4-FFF2-40B4-BE49-F238E27FC236}">
                  <a16:creationId xmlns:a16="http://schemas.microsoft.com/office/drawing/2014/main" id="{4D85285C-BE2C-44B0-A805-E67E9A399983}"/>
                </a:ext>
              </a:extLst>
            </p:cNvPr>
            <p:cNvCxnSpPr>
              <a:cxnSpLocks/>
              <a:stCxn id="13" idx="2"/>
              <a:endCxn id="76" idx="0"/>
            </p:cNvCxnSpPr>
            <p:nvPr/>
          </p:nvCxnSpPr>
          <p:spPr>
            <a:xfrm rot="5400000">
              <a:off x="9828164" y="2704973"/>
              <a:ext cx="302569" cy="55174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 name="موصل: على شكل مرفق 3">
              <a:extLst>
                <a:ext uri="{FF2B5EF4-FFF2-40B4-BE49-F238E27FC236}">
                  <a16:creationId xmlns:a16="http://schemas.microsoft.com/office/drawing/2014/main" id="{3E926946-6BC5-82C3-2EC2-5ABA22DD1D7B}"/>
                </a:ext>
              </a:extLst>
            </p:cNvPr>
            <p:cNvCxnSpPr>
              <a:cxnSpLocks/>
              <a:stCxn id="6" idx="2"/>
              <a:endCxn id="8" idx="0"/>
            </p:cNvCxnSpPr>
            <p:nvPr/>
          </p:nvCxnSpPr>
          <p:spPr>
            <a:xfrm rot="16200000" flipH="1">
              <a:off x="2847785" y="2778695"/>
              <a:ext cx="349609" cy="43542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5">
              <a:extLst>
                <a:ext uri="{FF2B5EF4-FFF2-40B4-BE49-F238E27FC236}">
                  <a16:creationId xmlns:a16="http://schemas.microsoft.com/office/drawing/2014/main" id="{04CAA827-6FF2-60E9-72BB-D77BE9660531}"/>
                </a:ext>
              </a:extLst>
            </p:cNvPr>
            <p:cNvSpPr/>
            <p:nvPr/>
          </p:nvSpPr>
          <p:spPr>
            <a:xfrm>
              <a:off x="2192875" y="228160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دائرة </a:t>
              </a:r>
              <a:r>
                <a:rPr kumimoji="0" lang="ar-SA"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الرقابة</a:t>
              </a:r>
            </a:p>
          </p:txBody>
        </p:sp>
        <p:sp>
          <p:nvSpPr>
            <p:cNvPr id="8" name="مستطيل 7">
              <a:extLst>
                <a:ext uri="{FF2B5EF4-FFF2-40B4-BE49-F238E27FC236}">
                  <a16:creationId xmlns:a16="http://schemas.microsoft.com/office/drawing/2014/main" id="{2E3F783C-950C-0210-DAC4-32F86A15248B}"/>
                </a:ext>
              </a:extLst>
            </p:cNvPr>
            <p:cNvSpPr/>
            <p:nvPr/>
          </p:nvSpPr>
          <p:spPr>
            <a:xfrm>
              <a:off x="2913410" y="3171214"/>
              <a:ext cx="653786" cy="93850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الرقابة الدورية</a:t>
              </a:r>
            </a:p>
          </p:txBody>
        </p:sp>
        <p:sp>
          <p:nvSpPr>
            <p:cNvPr id="10" name="مستطيل 9">
              <a:extLst>
                <a:ext uri="{FF2B5EF4-FFF2-40B4-BE49-F238E27FC236}">
                  <a16:creationId xmlns:a16="http://schemas.microsoft.com/office/drawing/2014/main" id="{5F3C967E-317D-3984-7809-9795E1F3D80F}"/>
                </a:ext>
              </a:extLst>
            </p:cNvPr>
            <p:cNvSpPr/>
            <p:nvPr/>
          </p:nvSpPr>
          <p:spPr>
            <a:xfrm>
              <a:off x="5277373" y="3141070"/>
              <a:ext cx="723615" cy="96033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الشكاوى التجارية</a:t>
              </a:r>
            </a:p>
          </p:txBody>
        </p:sp>
        <p:cxnSp>
          <p:nvCxnSpPr>
            <p:cNvPr id="18" name="موصل: على شكل مرفق 17">
              <a:extLst>
                <a:ext uri="{FF2B5EF4-FFF2-40B4-BE49-F238E27FC236}">
                  <a16:creationId xmlns:a16="http://schemas.microsoft.com/office/drawing/2014/main" id="{C18D934F-70BD-EB1B-21DC-496D19E2A126}"/>
                </a:ext>
              </a:extLst>
            </p:cNvPr>
            <p:cNvCxnSpPr>
              <a:cxnSpLocks/>
              <a:stCxn id="51" idx="2"/>
              <a:endCxn id="10" idx="0"/>
            </p:cNvCxnSpPr>
            <p:nvPr/>
          </p:nvCxnSpPr>
          <p:spPr>
            <a:xfrm rot="5400000">
              <a:off x="6162916" y="2308879"/>
              <a:ext cx="308457" cy="135592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44" name="مستطيل 43">
              <a:extLst>
                <a:ext uri="{FF2B5EF4-FFF2-40B4-BE49-F238E27FC236}">
                  <a16:creationId xmlns:a16="http://schemas.microsoft.com/office/drawing/2014/main" id="{EA44F1D8-5ADF-DC7C-5F1B-745FFBCA465A}"/>
                </a:ext>
              </a:extLst>
            </p:cNvPr>
            <p:cNvSpPr/>
            <p:nvPr/>
          </p:nvSpPr>
          <p:spPr>
            <a:xfrm>
              <a:off x="1964098" y="3162900"/>
              <a:ext cx="765760" cy="93850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 الرقابة اللاحقة</a:t>
              </a:r>
            </a:p>
          </p:txBody>
        </p:sp>
        <p:cxnSp>
          <p:nvCxnSpPr>
            <p:cNvPr id="45" name="موصل: على شكل مرفق 44">
              <a:extLst>
                <a:ext uri="{FF2B5EF4-FFF2-40B4-BE49-F238E27FC236}">
                  <a16:creationId xmlns:a16="http://schemas.microsoft.com/office/drawing/2014/main" id="{42F183D4-BA4E-D2CA-4BEE-ABBB0CF25597}"/>
                </a:ext>
              </a:extLst>
            </p:cNvPr>
            <p:cNvCxnSpPr>
              <a:cxnSpLocks/>
              <a:stCxn id="6" idx="2"/>
              <a:endCxn id="44" idx="0"/>
            </p:cNvCxnSpPr>
            <p:nvPr/>
          </p:nvCxnSpPr>
          <p:spPr>
            <a:xfrm rot="5400000">
              <a:off x="2405280" y="2763304"/>
              <a:ext cx="341295" cy="45789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72">
              <a:extLst>
                <a:ext uri="{FF2B5EF4-FFF2-40B4-BE49-F238E27FC236}">
                  <a16:creationId xmlns:a16="http://schemas.microsoft.com/office/drawing/2014/main" id="{F242E45A-9D6B-6DCC-E3A3-EF4996252171}"/>
                </a:ext>
              </a:extLst>
            </p:cNvPr>
            <p:cNvSpPr/>
            <p:nvPr/>
          </p:nvSpPr>
          <p:spPr>
            <a:xfrm>
              <a:off x="6139631" y="3133245"/>
              <a:ext cx="751233" cy="97647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الشكاوى الصناعية</a:t>
              </a:r>
            </a:p>
          </p:txBody>
        </p:sp>
        <p:cxnSp>
          <p:nvCxnSpPr>
            <p:cNvPr id="94" name="موصل: على شكل مرفق 93">
              <a:extLst>
                <a:ext uri="{FF2B5EF4-FFF2-40B4-BE49-F238E27FC236}">
                  <a16:creationId xmlns:a16="http://schemas.microsoft.com/office/drawing/2014/main" id="{F8EEE417-0BAD-D3C2-18B6-993C6AE50961}"/>
                </a:ext>
              </a:extLst>
            </p:cNvPr>
            <p:cNvCxnSpPr>
              <a:cxnSpLocks/>
              <a:stCxn id="51" idx="2"/>
              <a:endCxn id="73" idx="0"/>
            </p:cNvCxnSpPr>
            <p:nvPr/>
          </p:nvCxnSpPr>
          <p:spPr>
            <a:xfrm rot="5400000">
              <a:off x="6604861" y="2743000"/>
              <a:ext cx="300632" cy="4798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36" name="موصل: على شكل مرفق 135">
              <a:extLst>
                <a:ext uri="{FF2B5EF4-FFF2-40B4-BE49-F238E27FC236}">
                  <a16:creationId xmlns:a16="http://schemas.microsoft.com/office/drawing/2014/main" id="{C0DED952-31F3-8C78-693C-54C5907603E2}"/>
                </a:ext>
              </a:extLst>
            </p:cNvPr>
            <p:cNvCxnSpPr>
              <a:cxnSpLocks/>
              <a:stCxn id="199" idx="2"/>
              <a:endCxn id="6" idx="0"/>
            </p:cNvCxnSpPr>
            <p:nvPr/>
          </p:nvCxnSpPr>
          <p:spPr>
            <a:xfrm rot="5400000">
              <a:off x="3697027" y="-175232"/>
              <a:ext cx="1564686" cy="334898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موصل: على شكل مرفق 29">
              <a:extLst>
                <a:ext uri="{FF2B5EF4-FFF2-40B4-BE49-F238E27FC236}">
                  <a16:creationId xmlns:a16="http://schemas.microsoft.com/office/drawing/2014/main" id="{6E42AD42-1F3C-59E0-B9A4-D4D290BE2F68}"/>
                </a:ext>
              </a:extLst>
            </p:cNvPr>
            <p:cNvCxnSpPr>
              <a:cxnSpLocks/>
              <a:stCxn id="32" idx="2"/>
              <a:endCxn id="35" idx="0"/>
            </p:cNvCxnSpPr>
            <p:nvPr/>
          </p:nvCxnSpPr>
          <p:spPr>
            <a:xfrm rot="16200000" flipH="1">
              <a:off x="1125579" y="2801427"/>
              <a:ext cx="341656" cy="3979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A670E44A-C4FC-5D9F-06D4-EF28D6FEE8FE}"/>
                </a:ext>
              </a:extLst>
            </p:cNvPr>
            <p:cNvSpPr/>
            <p:nvPr/>
          </p:nvSpPr>
          <p:spPr>
            <a:xfrm>
              <a:off x="485447" y="2281605"/>
              <a:ext cx="1224000" cy="547954"/>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دائرة </a:t>
              </a:r>
              <a:r>
                <a:rPr kumimoji="0" lang="ar-SA"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متابعة الترخيص </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Y" sz="1200" b="1" i="0" u="none" strike="noStrike" kern="1200" cap="none" spc="0" normalizeH="0" baseline="0" noProof="0" dirty="0">
                <a:ln w="0"/>
                <a:solidFill>
                  <a:srgbClr val="C00000"/>
                </a:solidFill>
                <a:uLnTx/>
                <a:uFillTx/>
                <a:latin typeface="Simplified Arabic" panose="02020603050405020304" pitchFamily="18" charset="-78"/>
                <a:cs typeface="Simplified Arabic" panose="02020603050405020304" pitchFamily="18" charset="-78"/>
              </a:endParaRPr>
            </a:p>
          </p:txBody>
        </p:sp>
        <p:sp>
          <p:nvSpPr>
            <p:cNvPr id="35" name="مستطيل 34">
              <a:extLst>
                <a:ext uri="{FF2B5EF4-FFF2-40B4-BE49-F238E27FC236}">
                  <a16:creationId xmlns:a16="http://schemas.microsoft.com/office/drawing/2014/main" id="{E0CCCF07-0AE5-7F7D-F681-4ED7CF06112B}"/>
                </a:ext>
              </a:extLst>
            </p:cNvPr>
            <p:cNvSpPr/>
            <p:nvPr/>
          </p:nvSpPr>
          <p:spPr>
            <a:xfrm>
              <a:off x="1130965" y="3171215"/>
              <a:ext cx="728803" cy="93019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متابعة الترخيص</a:t>
              </a:r>
            </a:p>
          </p:txBody>
        </p:sp>
        <p:sp>
          <p:nvSpPr>
            <p:cNvPr id="36" name="مستطيل 35">
              <a:extLst>
                <a:ext uri="{FF2B5EF4-FFF2-40B4-BE49-F238E27FC236}">
                  <a16:creationId xmlns:a16="http://schemas.microsoft.com/office/drawing/2014/main" id="{67A86EFF-A1E9-0D4D-2F9E-8C758BEB192D}"/>
                </a:ext>
              </a:extLst>
            </p:cNvPr>
            <p:cNvSpPr/>
            <p:nvPr/>
          </p:nvSpPr>
          <p:spPr>
            <a:xfrm>
              <a:off x="256670" y="3162900"/>
              <a:ext cx="765760" cy="94681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a:t>
              </a: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 لجان الكشف</a:t>
              </a:r>
            </a:p>
          </p:txBody>
        </p:sp>
        <p:cxnSp>
          <p:nvCxnSpPr>
            <p:cNvPr id="37" name="موصل: على شكل مرفق 36">
              <a:extLst>
                <a:ext uri="{FF2B5EF4-FFF2-40B4-BE49-F238E27FC236}">
                  <a16:creationId xmlns:a16="http://schemas.microsoft.com/office/drawing/2014/main" id="{B98384BF-9F18-25A9-13C1-D7879C2DFE65}"/>
                </a:ext>
              </a:extLst>
            </p:cNvPr>
            <p:cNvCxnSpPr>
              <a:cxnSpLocks/>
              <a:stCxn id="32" idx="2"/>
              <a:endCxn id="36" idx="0"/>
            </p:cNvCxnSpPr>
            <p:nvPr/>
          </p:nvCxnSpPr>
          <p:spPr>
            <a:xfrm rot="5400000">
              <a:off x="701829" y="2767281"/>
              <a:ext cx="333341" cy="45789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موصل: على شكل مرفق 38">
              <a:extLst>
                <a:ext uri="{FF2B5EF4-FFF2-40B4-BE49-F238E27FC236}">
                  <a16:creationId xmlns:a16="http://schemas.microsoft.com/office/drawing/2014/main" id="{812D1E63-5EC8-A9ED-6C16-69A3D656212B}"/>
                </a:ext>
              </a:extLst>
            </p:cNvPr>
            <p:cNvCxnSpPr>
              <a:cxnSpLocks/>
              <a:stCxn id="199" idx="2"/>
              <a:endCxn id="32" idx="0"/>
            </p:cNvCxnSpPr>
            <p:nvPr/>
          </p:nvCxnSpPr>
          <p:spPr>
            <a:xfrm rot="5400000">
              <a:off x="2843313" y="-1028946"/>
              <a:ext cx="1564686" cy="505641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4EE19D90-603E-FE4E-580D-2F099C138B65}"/>
                </a:ext>
              </a:extLst>
            </p:cNvPr>
            <p:cNvSpPr/>
            <p:nvPr/>
          </p:nvSpPr>
          <p:spPr>
            <a:xfrm>
              <a:off x="3474836" y="849824"/>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معاون المدير</a:t>
              </a: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stCxn id="199" idx="2"/>
              <a:endCxn id="66" idx="3"/>
            </p:cNvCxnSpPr>
            <p:nvPr/>
          </p:nvCxnSpPr>
          <p:spPr>
            <a:xfrm rot="5400000">
              <a:off x="5224898" y="190857"/>
              <a:ext cx="402905" cy="145502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0" name="موصل: على شكل مرفق 69">
              <a:extLst>
                <a:ext uri="{FF2B5EF4-FFF2-40B4-BE49-F238E27FC236}">
                  <a16:creationId xmlns:a16="http://schemas.microsoft.com/office/drawing/2014/main" id="{CFF59790-3FD0-70E4-F827-532785EFEFFB}"/>
                </a:ext>
              </a:extLst>
            </p:cNvPr>
            <p:cNvCxnSpPr>
              <a:cxnSpLocks/>
              <a:stCxn id="199" idx="2"/>
              <a:endCxn id="2" idx="0"/>
            </p:cNvCxnSpPr>
            <p:nvPr/>
          </p:nvCxnSpPr>
          <p:spPr>
            <a:xfrm rot="5400000">
              <a:off x="4509739" y="635308"/>
              <a:ext cx="1562515" cy="172573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 name="مستطيل 1">
              <a:extLst>
                <a:ext uri="{FF2B5EF4-FFF2-40B4-BE49-F238E27FC236}">
                  <a16:creationId xmlns:a16="http://schemas.microsoft.com/office/drawing/2014/main" id="{A2D028D6-3065-31B1-4374-F0138B7AC74F}"/>
                </a:ext>
              </a:extLst>
            </p:cNvPr>
            <p:cNvSpPr/>
            <p:nvPr/>
          </p:nvSpPr>
          <p:spPr>
            <a:xfrm>
              <a:off x="3816128" y="227943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دائرة</a:t>
              </a:r>
              <a:r>
                <a:rPr kumimoji="0" lang="ar-SA" sz="1200" b="1" i="0" u="none" strike="noStrike" kern="1200" cap="none" spc="0" normalizeH="0" baseline="0" noProof="0" dirty="0">
                  <a:ln w="0"/>
                  <a:solidFill>
                    <a:prstClr val="black"/>
                  </a:solidFill>
                  <a:uLnTx/>
                  <a:uFillTx/>
                  <a:latin typeface="Simplified Arabic" panose="02020603050405020304" pitchFamily="18" charset="-78"/>
                  <a:cs typeface="Simplified Arabic" panose="02020603050405020304" pitchFamily="18" charset="-78"/>
                </a:rPr>
                <a:t> الشؤون الإدارية</a:t>
              </a:r>
            </a:p>
          </p:txBody>
        </p:sp>
        <p:cxnSp>
          <p:nvCxnSpPr>
            <p:cNvPr id="5" name="موصل: على شكل مرفق 4">
              <a:extLst>
                <a:ext uri="{FF2B5EF4-FFF2-40B4-BE49-F238E27FC236}">
                  <a16:creationId xmlns:a16="http://schemas.microsoft.com/office/drawing/2014/main" id="{D6E37538-C273-AEE7-A71D-F1752CC32D31}"/>
                </a:ext>
              </a:extLst>
            </p:cNvPr>
            <p:cNvCxnSpPr>
              <a:cxnSpLocks/>
              <a:stCxn id="2" idx="2"/>
              <a:endCxn id="184" idx="0"/>
            </p:cNvCxnSpPr>
            <p:nvPr/>
          </p:nvCxnSpPr>
          <p:spPr>
            <a:xfrm rot="16200000" flipH="1">
              <a:off x="4464065" y="2783496"/>
              <a:ext cx="311297" cy="38317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1" name="موصل: على شكل مرفق 10">
              <a:extLst>
                <a:ext uri="{FF2B5EF4-FFF2-40B4-BE49-F238E27FC236}">
                  <a16:creationId xmlns:a16="http://schemas.microsoft.com/office/drawing/2014/main" id="{3C5B22C4-E946-CAD4-03BF-0EB8F983DFF2}"/>
                </a:ext>
              </a:extLst>
            </p:cNvPr>
            <p:cNvCxnSpPr>
              <a:cxnSpLocks/>
              <a:stCxn id="2" idx="2"/>
              <a:endCxn id="12" idx="0"/>
            </p:cNvCxnSpPr>
            <p:nvPr/>
          </p:nvCxnSpPr>
          <p:spPr>
            <a:xfrm rot="5400000">
              <a:off x="4081832" y="2785398"/>
              <a:ext cx="312260" cy="38033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11">
              <a:extLst>
                <a:ext uri="{FF2B5EF4-FFF2-40B4-BE49-F238E27FC236}">
                  <a16:creationId xmlns:a16="http://schemas.microsoft.com/office/drawing/2014/main" id="{3BAD9164-61FD-F9BB-CA98-B51B71DFDB8F}"/>
                </a:ext>
              </a:extLst>
            </p:cNvPr>
            <p:cNvSpPr/>
            <p:nvPr/>
          </p:nvSpPr>
          <p:spPr>
            <a:xfrm>
              <a:off x="3686120" y="3131694"/>
              <a:ext cx="723351" cy="97802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uLnTx/>
                  <a:uFillTx/>
                  <a:latin typeface="Simplified Arabic" panose="02020603050405020304" pitchFamily="18" charset="-78"/>
                  <a:cs typeface="Simplified Arabic" panose="02020603050405020304" pitchFamily="18" charset="-78"/>
                </a:rPr>
                <a:t>شعبة شؤون العاملين </a:t>
              </a:r>
            </a:p>
          </p:txBody>
        </p:sp>
      </p:grpSp>
      <p:sp>
        <p:nvSpPr>
          <p:cNvPr id="3" name="Date Placeholder 2">
            <a:extLst>
              <a:ext uri="{FF2B5EF4-FFF2-40B4-BE49-F238E27FC236}">
                <a16:creationId xmlns:a16="http://schemas.microsoft.com/office/drawing/2014/main" id="{0743D1B7-5965-C03F-8BA1-A929724C5B20}"/>
              </a:ext>
            </a:extLst>
          </p:cNvPr>
          <p:cNvSpPr>
            <a:spLocks noGrp="1"/>
          </p:cNvSpPr>
          <p:nvPr>
            <p:ph type="dt" sz="half" idx="10"/>
          </p:nvPr>
        </p:nvSpPr>
        <p:spPr/>
        <p:txBody>
          <a:bodyPr/>
          <a:lstStyle/>
          <a:p>
            <a:fld id="{8DE4BEAE-4A43-44FB-8725-98459C6ACAB7}" type="datetime8">
              <a:rPr lang="ar-SY" smtClean="0"/>
              <a:t>28 تشرين الأول، 26</a:t>
            </a:fld>
            <a:endParaRPr lang="ar-SY" dirty="0"/>
          </a:p>
        </p:txBody>
      </p:sp>
      <p:sp>
        <p:nvSpPr>
          <p:cNvPr id="9" name="Footer Placeholder 8">
            <a:extLst>
              <a:ext uri="{FF2B5EF4-FFF2-40B4-BE49-F238E27FC236}">
                <a16:creationId xmlns:a16="http://schemas.microsoft.com/office/drawing/2014/main" id="{0FD01AB7-AED4-88B6-E83B-F3450D398173}"/>
              </a:ext>
            </a:extLst>
          </p:cNvPr>
          <p:cNvSpPr>
            <a:spLocks noGrp="1"/>
          </p:cNvSpPr>
          <p:nvPr>
            <p:ph type="ftr" sz="quarter" idx="11"/>
          </p:nvPr>
        </p:nvSpPr>
        <p:spPr/>
        <p:txBody>
          <a:bodyPr/>
          <a:lstStyle/>
          <a:p>
            <a:r>
              <a:rPr lang="ar-SY"/>
              <a:t>التعريف العام بمحافظة دمشق</a:t>
            </a:r>
          </a:p>
        </p:txBody>
      </p:sp>
      <p:sp>
        <p:nvSpPr>
          <p:cNvPr id="14" name="Slide Number Placeholder 13">
            <a:extLst>
              <a:ext uri="{FF2B5EF4-FFF2-40B4-BE49-F238E27FC236}">
                <a16:creationId xmlns:a16="http://schemas.microsoft.com/office/drawing/2014/main" id="{FA090743-2FFB-4EE2-F051-1BB2CE39F6C0}"/>
              </a:ext>
            </a:extLst>
          </p:cNvPr>
          <p:cNvSpPr>
            <a:spLocks noGrp="1"/>
          </p:cNvSpPr>
          <p:nvPr>
            <p:ph type="sldNum" sz="quarter" idx="12"/>
          </p:nvPr>
        </p:nvSpPr>
        <p:spPr/>
        <p:txBody>
          <a:bodyPr/>
          <a:lstStyle/>
          <a:p>
            <a:fld id="{065EBCF0-071A-41B4-9C48-9ADF70E893B6}" type="slidenum">
              <a:rPr lang="ar-SY" smtClean="0"/>
              <a:pPr/>
              <a:t>22</a:t>
            </a:fld>
            <a:endParaRPr lang="ar-SY" dirty="0"/>
          </a:p>
        </p:txBody>
      </p:sp>
    </p:spTree>
    <p:extLst>
      <p:ext uri="{BB962C8B-B14F-4D97-AF65-F5344CB8AC3E}">
        <p14:creationId xmlns:p14="http://schemas.microsoft.com/office/powerpoint/2010/main" val="3940644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347EC5-7904-6C26-5984-ACEDE24072E5}"/>
              </a:ext>
            </a:extLst>
          </p:cNvPr>
          <p:cNvSpPr>
            <a:spLocks noGrp="1"/>
          </p:cNvSpPr>
          <p:nvPr>
            <p:ph type="title"/>
          </p:nvPr>
        </p:nvSpPr>
        <p:spPr/>
        <p:txBody>
          <a:bodyPr>
            <a:normAutofit/>
          </a:bodyPr>
          <a:lstStyle/>
          <a:p>
            <a:r>
              <a:rPr lang="ar-SY" dirty="0"/>
              <a:t>مديرية الشكاوي والتظلم</a:t>
            </a:r>
          </a:p>
        </p:txBody>
      </p:sp>
      <p:sp>
        <p:nvSpPr>
          <p:cNvPr id="6" name="Content Placeholder 5">
            <a:extLst>
              <a:ext uri="{FF2B5EF4-FFF2-40B4-BE49-F238E27FC236}">
                <a16:creationId xmlns:a16="http://schemas.microsoft.com/office/drawing/2014/main" id="{DD0D9D73-A374-106E-F8EE-18265553227F}"/>
              </a:ext>
            </a:extLst>
          </p:cNvPr>
          <p:cNvSpPr>
            <a:spLocks noGrp="1"/>
          </p:cNvSpPr>
          <p:nvPr>
            <p:ph idx="1"/>
          </p:nvPr>
        </p:nvSpPr>
        <p:spPr/>
        <p:txBody>
          <a:bodyPr>
            <a:normAutofit fontScale="77500" lnSpcReduction="20000"/>
          </a:bodyPr>
          <a:lstStyle/>
          <a:p>
            <a:pPr marL="0" indent="0">
              <a:buNone/>
            </a:pPr>
            <a:r>
              <a:rPr lang="ar-SY" dirty="0"/>
              <a:t>هي الجهة المختصة باستقبال شكاوى المواطنين وتظلّماتهم عبر القنوات المعتمدة (الرابط الإلكتروني، مركز خدمة المواطن، والمراسلات)، وتسجيلها وتصنيفها إلكترونياً.</a:t>
            </a:r>
            <a:br>
              <a:rPr lang="ar-SY" dirty="0"/>
            </a:br>
            <a:r>
              <a:rPr lang="ar-SY" dirty="0"/>
              <a:t>تتولى تحويل الشكاوى إلى الجهات المعنية، ومتابعة دراستها والتحقق منها ميدانياً عند الحاجة، وضمان معالجة الشكاوى وفق الأصول المعتمدة.</a:t>
            </a:r>
            <a:br>
              <a:rPr lang="ar-SY" dirty="0"/>
            </a:br>
            <a:r>
              <a:rPr lang="ar-SY" dirty="0"/>
              <a:t>تشرف على صياغة الردود الرسمية، توثيق الإجراءات، وإغلاق الشكاوى بعد التأكد من معالجتها.</a:t>
            </a:r>
            <a:br>
              <a:rPr lang="ar-SY" dirty="0"/>
            </a:br>
            <a:r>
              <a:rPr lang="ar-SY" dirty="0"/>
              <a:t>تلتزم بسرية بيانات الشاكين، وتعمل على تحسين جودة الخدمات وتعزيز الثقة بين المواطن والإدارة.</a:t>
            </a:r>
            <a:br>
              <a:rPr lang="ar-SY" dirty="0"/>
            </a:br>
            <a:r>
              <a:rPr lang="ar-SY" dirty="0"/>
              <a:t>تهدف إلى ضمان العدالة الإدارية، سرعة الاستجابة، ورفع مستوى الشفافية في العمل الحكومي.</a:t>
            </a:r>
          </a:p>
        </p:txBody>
      </p:sp>
      <p:sp>
        <p:nvSpPr>
          <p:cNvPr id="2" name="Date Placeholder 1">
            <a:extLst>
              <a:ext uri="{FF2B5EF4-FFF2-40B4-BE49-F238E27FC236}">
                <a16:creationId xmlns:a16="http://schemas.microsoft.com/office/drawing/2014/main" id="{F25021EF-7A2B-72C9-035D-01E6AFE54BB6}"/>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A31876A9-C6B6-9837-A0E5-41479613E62F}"/>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7741F9E1-7208-B9FA-0BB0-F91DFF222BD6}"/>
              </a:ext>
            </a:extLst>
          </p:cNvPr>
          <p:cNvSpPr>
            <a:spLocks noGrp="1"/>
          </p:cNvSpPr>
          <p:nvPr>
            <p:ph type="sldNum" sz="quarter" idx="12"/>
          </p:nvPr>
        </p:nvSpPr>
        <p:spPr/>
        <p:txBody>
          <a:bodyPr/>
          <a:lstStyle/>
          <a:p>
            <a:fld id="{065EBCF0-071A-41B4-9C48-9ADF70E893B6}" type="slidenum">
              <a:rPr lang="ar-SY" smtClean="0"/>
              <a:pPr/>
              <a:t>23</a:t>
            </a:fld>
            <a:endParaRPr lang="ar-SY" dirty="0"/>
          </a:p>
        </p:txBody>
      </p:sp>
    </p:spTree>
    <p:extLst>
      <p:ext uri="{BB962C8B-B14F-4D97-AF65-F5344CB8AC3E}">
        <p14:creationId xmlns:p14="http://schemas.microsoft.com/office/powerpoint/2010/main" val="2365926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990217" y="1239083"/>
            <a:ext cx="8542216" cy="3677603"/>
            <a:chOff x="1920944" y="130719"/>
            <a:chExt cx="8542216" cy="3677603"/>
          </a:xfrm>
        </p:grpSpPr>
        <p:sp>
          <p:nvSpPr>
            <p:cNvPr id="13" name="مستطيل 12">
              <a:extLst>
                <a:ext uri="{FF2B5EF4-FFF2-40B4-BE49-F238E27FC236}">
                  <a16:creationId xmlns:a16="http://schemas.microsoft.com/office/drawing/2014/main" id="{A5C26464-24E0-44AC-B988-79191DAE4A72}"/>
                </a:ext>
              </a:extLst>
            </p:cNvPr>
            <p:cNvSpPr/>
            <p:nvPr/>
          </p:nvSpPr>
          <p:spPr>
            <a:xfrm>
              <a:off x="8829404" y="221150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latin typeface="Simplified Arabic" panose="02020603050405020304" pitchFamily="18" charset="-78"/>
                  <a:cs typeface="Simplified Arabic" panose="02020603050405020304" pitchFamily="18" charset="-78"/>
                </a:rPr>
                <a:t>دائرة </a:t>
              </a:r>
              <a:r>
                <a:rPr lang="ar-SA" sz="1200" b="1" dirty="0">
                  <a:ln w="0"/>
                  <a:solidFill>
                    <a:schemeClr val="tx1"/>
                  </a:solidFill>
                  <a:latin typeface="Simplified Arabic" panose="02020603050405020304" pitchFamily="18" charset="-78"/>
                  <a:cs typeface="Simplified Arabic" panose="02020603050405020304" pitchFamily="18" charset="-78"/>
                </a:rPr>
                <a:t>الشكاوى</a:t>
              </a:r>
              <a:endParaRPr lang="ar-SY" sz="1200" b="1" dirty="0">
                <a:ln w="0"/>
                <a:solidFill>
                  <a:schemeClr val="tx1"/>
                </a:solidFill>
                <a:latin typeface="Simplified Arabic" panose="02020603050405020304" pitchFamily="18" charset="-78"/>
                <a:cs typeface="Simplified Arabic" panose="02020603050405020304" pitchFamily="18" charset="-78"/>
              </a:endParaRPr>
            </a:p>
          </p:txBody>
        </p:sp>
        <p:sp>
          <p:nvSpPr>
            <p:cNvPr id="17" name="مستطيل 16">
              <a:extLst>
                <a:ext uri="{FF2B5EF4-FFF2-40B4-BE49-F238E27FC236}">
                  <a16:creationId xmlns:a16="http://schemas.microsoft.com/office/drawing/2014/main" id="{747072EF-2A54-4197-9E24-0A6723BEF0E6}"/>
                </a:ext>
              </a:extLst>
            </p:cNvPr>
            <p:cNvSpPr/>
            <p:nvPr/>
          </p:nvSpPr>
          <p:spPr>
            <a:xfrm>
              <a:off x="9679964" y="3171213"/>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استقبال الشكاوى</a:t>
              </a: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31" name="موصل: على شكل مرفق 30">
              <a:extLst>
                <a:ext uri="{FF2B5EF4-FFF2-40B4-BE49-F238E27FC236}">
                  <a16:creationId xmlns:a16="http://schemas.microsoft.com/office/drawing/2014/main" id="{496E7D6C-B412-43BE-B798-EEF7C2DCCF6D}"/>
                </a:ext>
              </a:extLst>
            </p:cNvPr>
            <p:cNvCxnSpPr>
              <a:cxnSpLocks/>
              <a:stCxn id="13" idx="2"/>
              <a:endCxn id="17" idx="0"/>
            </p:cNvCxnSpPr>
            <p:nvPr/>
          </p:nvCxnSpPr>
          <p:spPr>
            <a:xfrm rot="16200000" flipH="1">
              <a:off x="9546630" y="2646280"/>
              <a:ext cx="419707" cy="6301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1" name="مستطيل 50">
              <a:extLst>
                <a:ext uri="{FF2B5EF4-FFF2-40B4-BE49-F238E27FC236}">
                  <a16:creationId xmlns:a16="http://schemas.microsoft.com/office/drawing/2014/main" id="{5210A856-F4F0-429A-8A44-B2D7C64F16CE}"/>
                </a:ext>
              </a:extLst>
            </p:cNvPr>
            <p:cNvSpPr/>
            <p:nvPr/>
          </p:nvSpPr>
          <p:spPr>
            <a:xfrm>
              <a:off x="5449394" y="2211506"/>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latin typeface="Simplified Arabic" panose="02020603050405020304" pitchFamily="18" charset="-78"/>
                  <a:cs typeface="Simplified Arabic" panose="02020603050405020304" pitchFamily="18" charset="-78"/>
                </a:rPr>
                <a:t>دائرة الشؤون الادارية</a:t>
              </a:r>
              <a:endParaRPr lang="ar-SY" sz="1200" b="1" dirty="0">
                <a:ln w="0"/>
                <a:solidFill>
                  <a:schemeClr val="tx1"/>
                </a:solidFill>
                <a:latin typeface="Simplified Arabic" panose="02020603050405020304" pitchFamily="18" charset="-78"/>
                <a:cs typeface="Simplified Arabic" panose="02020603050405020304" pitchFamily="18" charset="-78"/>
              </a:endParaRPr>
            </a:p>
          </p:txBody>
        </p:sp>
        <p:sp>
          <p:nvSpPr>
            <p:cNvPr id="199" name="مستطيل 198">
              <a:extLst>
                <a:ext uri="{FF2B5EF4-FFF2-40B4-BE49-F238E27FC236}">
                  <a16:creationId xmlns:a16="http://schemas.microsoft.com/office/drawing/2014/main" id="{EBEE7F71-AAF2-4EE5-A6B1-2FD803A94C52}"/>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600" b="1" dirty="0">
                  <a:ln w="0"/>
                  <a:solidFill>
                    <a:schemeClr val="tx1"/>
                  </a:solidFill>
                  <a:latin typeface="Simplified Arabic" panose="02020603050405020304" pitchFamily="18" charset="-78"/>
                  <a:cs typeface="Simplified Arabic" panose="02020603050405020304" pitchFamily="18" charset="-78"/>
                </a:rPr>
                <a:t>مديرية الشكاوى والتظلم</a:t>
              </a:r>
              <a:endParaRPr lang="ar-SY" sz="1600" b="1" dirty="0">
                <a:ln w="0"/>
                <a:solidFill>
                  <a:schemeClr val="tx1"/>
                </a:solidFill>
                <a:latin typeface="Simplified Arabic" panose="02020603050405020304" pitchFamily="18" charset="-78"/>
                <a:cs typeface="Simplified Arabic" panose="02020603050405020304" pitchFamily="18" charset="-78"/>
              </a:endParaRP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a:stCxn id="199" idx="2"/>
              <a:endCxn id="13" idx="0"/>
            </p:cNvCxnSpPr>
            <p:nvPr/>
          </p:nvCxnSpPr>
          <p:spPr>
            <a:xfrm rot="16200000" flipH="1">
              <a:off x="7017013" y="-212886"/>
              <a:ext cx="1540787" cy="3307995"/>
            </a:xfrm>
            <a:prstGeom prst="bentConnector3">
              <a:avLst>
                <a:gd name="adj1" fmla="val 51957"/>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61448027-CAF4-444F-96C7-9DB6F22B5A60}"/>
                </a:ext>
              </a:extLst>
            </p:cNvPr>
            <p:cNvCxnSpPr>
              <a:cxnSpLocks/>
              <a:stCxn id="199" idx="2"/>
              <a:endCxn id="51" idx="0"/>
            </p:cNvCxnSpPr>
            <p:nvPr/>
          </p:nvCxnSpPr>
          <p:spPr>
            <a:xfrm rot="5400000">
              <a:off x="5362243" y="1440339"/>
              <a:ext cx="1540787" cy="154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75">
              <a:extLst>
                <a:ext uri="{FF2B5EF4-FFF2-40B4-BE49-F238E27FC236}">
                  <a16:creationId xmlns:a16="http://schemas.microsoft.com/office/drawing/2014/main" id="{34C64E4E-BBA0-4263-9FA1-F66BABF7C40A}"/>
                </a:ext>
              </a:extLst>
            </p:cNvPr>
            <p:cNvSpPr/>
            <p:nvPr/>
          </p:nvSpPr>
          <p:spPr>
            <a:xfrm>
              <a:off x="8557723" y="3171213"/>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متابعة التنفيذ</a:t>
              </a:r>
            </a:p>
          </p:txBody>
        </p:sp>
        <p:cxnSp>
          <p:nvCxnSpPr>
            <p:cNvPr id="77" name="موصل: على شكل مرفق 76">
              <a:extLst>
                <a:ext uri="{FF2B5EF4-FFF2-40B4-BE49-F238E27FC236}">
                  <a16:creationId xmlns:a16="http://schemas.microsoft.com/office/drawing/2014/main" id="{4D85285C-BE2C-44B0-A805-E67E9A399983}"/>
                </a:ext>
              </a:extLst>
            </p:cNvPr>
            <p:cNvCxnSpPr>
              <a:cxnSpLocks/>
              <a:stCxn id="13" idx="2"/>
              <a:endCxn id="76" idx="0"/>
            </p:cNvCxnSpPr>
            <p:nvPr/>
          </p:nvCxnSpPr>
          <p:spPr>
            <a:xfrm rot="5400000">
              <a:off x="8977519" y="2707327"/>
              <a:ext cx="419707" cy="50806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0" name="مستطيل 9">
              <a:extLst>
                <a:ext uri="{FF2B5EF4-FFF2-40B4-BE49-F238E27FC236}">
                  <a16:creationId xmlns:a16="http://schemas.microsoft.com/office/drawing/2014/main" id="{5F3C967E-317D-3984-7809-9795E1F3D80F}"/>
                </a:ext>
              </a:extLst>
            </p:cNvPr>
            <p:cNvSpPr/>
            <p:nvPr/>
          </p:nvSpPr>
          <p:spPr>
            <a:xfrm>
              <a:off x="5207035" y="3141070"/>
              <a:ext cx="723615"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 </a:t>
              </a:r>
              <a:r>
                <a:rPr lang="ar-SA" sz="1200" dirty="0">
                  <a:solidFill>
                    <a:schemeClr val="tx1"/>
                  </a:solidFill>
                  <a:latin typeface="Simplified Arabic" panose="02020603050405020304" pitchFamily="18" charset="-78"/>
                  <a:cs typeface="Simplified Arabic" panose="02020603050405020304" pitchFamily="18" charset="-78"/>
                </a:rPr>
                <a:t>شؤون العاملين</a:t>
              </a: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18" name="موصل: على شكل مرفق 17">
              <a:extLst>
                <a:ext uri="{FF2B5EF4-FFF2-40B4-BE49-F238E27FC236}">
                  <a16:creationId xmlns:a16="http://schemas.microsoft.com/office/drawing/2014/main" id="{C18D934F-70BD-EB1B-21DC-496D19E2A126}"/>
                </a:ext>
              </a:extLst>
            </p:cNvPr>
            <p:cNvCxnSpPr>
              <a:cxnSpLocks/>
              <a:stCxn id="51" idx="2"/>
              <a:endCxn id="10" idx="0"/>
            </p:cNvCxnSpPr>
            <p:nvPr/>
          </p:nvCxnSpPr>
          <p:spPr>
            <a:xfrm rot="5400000">
              <a:off x="5655571" y="2664777"/>
              <a:ext cx="389565" cy="5630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44" name="مستطيل 43">
              <a:extLst>
                <a:ext uri="{FF2B5EF4-FFF2-40B4-BE49-F238E27FC236}">
                  <a16:creationId xmlns:a16="http://schemas.microsoft.com/office/drawing/2014/main" id="{EA44F1D8-5ADF-DC7C-5F1B-745FFBCA465A}"/>
                </a:ext>
              </a:extLst>
            </p:cNvPr>
            <p:cNvSpPr/>
            <p:nvPr/>
          </p:nvSpPr>
          <p:spPr>
            <a:xfrm>
              <a:off x="3188864" y="3174812"/>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التحقق</a:t>
              </a:r>
            </a:p>
          </p:txBody>
        </p:sp>
        <p:sp>
          <p:nvSpPr>
            <p:cNvPr id="73" name="مستطيل 72">
              <a:extLst>
                <a:ext uri="{FF2B5EF4-FFF2-40B4-BE49-F238E27FC236}">
                  <a16:creationId xmlns:a16="http://schemas.microsoft.com/office/drawing/2014/main" id="{F242E45A-9D6B-6DCC-E3A3-EF4996252171}"/>
                </a:ext>
              </a:extLst>
            </p:cNvPr>
            <p:cNvSpPr/>
            <p:nvPr/>
          </p:nvSpPr>
          <p:spPr>
            <a:xfrm>
              <a:off x="6380789" y="3143293"/>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a:t>
              </a:r>
              <a:r>
                <a:rPr lang="ar-SA" sz="1200" dirty="0">
                  <a:solidFill>
                    <a:schemeClr val="tx1"/>
                  </a:solidFill>
                  <a:latin typeface="Simplified Arabic" panose="02020603050405020304" pitchFamily="18" charset="-78"/>
                  <a:cs typeface="Simplified Arabic" panose="02020603050405020304" pitchFamily="18" charset="-78"/>
                </a:rPr>
                <a:t>ة الديوان والأرشفة</a:t>
              </a:r>
              <a:r>
                <a:rPr lang="ar-SY" sz="1200" dirty="0">
                  <a:solidFill>
                    <a:schemeClr val="tx1"/>
                  </a:solidFill>
                  <a:latin typeface="Simplified Arabic" panose="02020603050405020304" pitchFamily="18" charset="-78"/>
                  <a:cs typeface="Simplified Arabic" panose="02020603050405020304" pitchFamily="18" charset="-78"/>
                </a:rPr>
                <a:t> </a:t>
              </a:r>
            </a:p>
          </p:txBody>
        </p:sp>
        <p:cxnSp>
          <p:nvCxnSpPr>
            <p:cNvPr id="94" name="موصل: على شكل مرفق 93">
              <a:extLst>
                <a:ext uri="{FF2B5EF4-FFF2-40B4-BE49-F238E27FC236}">
                  <a16:creationId xmlns:a16="http://schemas.microsoft.com/office/drawing/2014/main" id="{F8EEE417-0BAD-D3C2-18B6-993C6AE50961}"/>
                </a:ext>
              </a:extLst>
            </p:cNvPr>
            <p:cNvCxnSpPr>
              <a:cxnSpLocks/>
              <a:stCxn id="51" idx="2"/>
              <a:endCxn id="73" idx="0"/>
            </p:cNvCxnSpPr>
            <p:nvPr/>
          </p:nvCxnSpPr>
          <p:spPr>
            <a:xfrm rot="16200000" flipH="1">
              <a:off x="6248240" y="2635127"/>
              <a:ext cx="391788" cy="6245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A670E44A-C4FC-5D9F-06D4-EF28D6FEE8FE}"/>
                </a:ext>
              </a:extLst>
            </p:cNvPr>
            <p:cNvSpPr/>
            <p:nvPr/>
          </p:nvSpPr>
          <p:spPr>
            <a:xfrm>
              <a:off x="2263545" y="226938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latin typeface="Simplified Arabic" panose="02020603050405020304" pitchFamily="18" charset="-78"/>
                  <a:cs typeface="Simplified Arabic" panose="02020603050405020304" pitchFamily="18" charset="-78"/>
                </a:rPr>
                <a:t>دائرة</a:t>
              </a:r>
              <a:r>
                <a:rPr lang="ar-SA" sz="1200" b="1" dirty="0">
                  <a:ln w="0"/>
                  <a:solidFill>
                    <a:schemeClr val="tx1"/>
                  </a:solidFill>
                  <a:latin typeface="Simplified Arabic" panose="02020603050405020304" pitchFamily="18" charset="-78"/>
                  <a:cs typeface="Simplified Arabic" panose="02020603050405020304" pitchFamily="18" charset="-78"/>
                </a:rPr>
                <a:t> التحقق والتقييم</a:t>
              </a:r>
              <a:endParaRPr lang="ar-SY" sz="1200" b="1" dirty="0">
                <a:ln w="0"/>
                <a:solidFill>
                  <a:schemeClr val="tx1"/>
                </a:solidFill>
                <a:latin typeface="Simplified Arabic" panose="02020603050405020304" pitchFamily="18" charset="-78"/>
                <a:cs typeface="Simplified Arabic" panose="02020603050405020304" pitchFamily="18" charset="-78"/>
              </a:endParaRPr>
            </a:p>
          </p:txBody>
        </p:sp>
        <p:sp>
          <p:nvSpPr>
            <p:cNvPr id="36" name="مستطيل 35">
              <a:extLst>
                <a:ext uri="{FF2B5EF4-FFF2-40B4-BE49-F238E27FC236}">
                  <a16:creationId xmlns:a16="http://schemas.microsoft.com/office/drawing/2014/main" id="{67A86EFF-A1E9-0D4D-2F9E-8C758BEB192D}"/>
                </a:ext>
              </a:extLst>
            </p:cNvPr>
            <p:cNvSpPr/>
            <p:nvPr/>
          </p:nvSpPr>
          <p:spPr>
            <a:xfrm>
              <a:off x="1920944" y="3175156"/>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التقييم</a:t>
              </a:r>
            </a:p>
          </p:txBody>
        </p:sp>
        <p:cxnSp>
          <p:nvCxnSpPr>
            <p:cNvPr id="39" name="موصل: على شكل مرفق 38">
              <a:extLst>
                <a:ext uri="{FF2B5EF4-FFF2-40B4-BE49-F238E27FC236}">
                  <a16:creationId xmlns:a16="http://schemas.microsoft.com/office/drawing/2014/main" id="{812D1E63-5EC8-A9ED-6C16-69A3D656212B}"/>
                </a:ext>
              </a:extLst>
            </p:cNvPr>
            <p:cNvCxnSpPr>
              <a:cxnSpLocks/>
              <a:stCxn id="199" idx="2"/>
              <a:endCxn id="32" idx="0"/>
            </p:cNvCxnSpPr>
            <p:nvPr/>
          </p:nvCxnSpPr>
          <p:spPr>
            <a:xfrm rot="5400000">
              <a:off x="3705144" y="-158880"/>
              <a:ext cx="1598667" cy="325786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4EE19D90-603E-FE4E-580D-2F099C138B65}"/>
                </a:ext>
              </a:extLst>
            </p:cNvPr>
            <p:cNvSpPr/>
            <p:nvPr/>
          </p:nvSpPr>
          <p:spPr>
            <a:xfrm>
              <a:off x="3474836" y="849824"/>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latin typeface="Simplified Arabic" panose="02020603050405020304" pitchFamily="18" charset="-78"/>
                  <a:cs typeface="Simplified Arabic" panose="02020603050405020304" pitchFamily="18" charset="-78"/>
                </a:rPr>
                <a:t>معاون المدير</a:t>
              </a:r>
              <a:endParaRPr lang="ar-SY" sz="1200" b="1" dirty="0">
                <a:ln w="0"/>
                <a:solidFill>
                  <a:schemeClr val="tx1"/>
                </a:solidFill>
                <a:latin typeface="Simplified Arabic" panose="02020603050405020304" pitchFamily="18" charset="-78"/>
                <a:cs typeface="Simplified Arabic" panose="02020603050405020304" pitchFamily="18" charset="-78"/>
              </a:endParaRP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stCxn id="199" idx="2"/>
              <a:endCxn id="66" idx="3"/>
            </p:cNvCxnSpPr>
            <p:nvPr/>
          </p:nvCxnSpPr>
          <p:spPr>
            <a:xfrm rot="5400000">
              <a:off x="5191571" y="177985"/>
              <a:ext cx="449105" cy="143457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موصل: على شكل مرفق 54">
              <a:extLst>
                <a:ext uri="{FF2B5EF4-FFF2-40B4-BE49-F238E27FC236}">
                  <a16:creationId xmlns:a16="http://schemas.microsoft.com/office/drawing/2014/main" id="{681C74E3-BF3D-B21B-E34A-AA1542A0C911}"/>
                </a:ext>
              </a:extLst>
            </p:cNvPr>
            <p:cNvCxnSpPr>
              <a:cxnSpLocks/>
            </p:cNvCxnSpPr>
            <p:nvPr/>
          </p:nvCxnSpPr>
          <p:spPr>
            <a:xfrm rot="16200000" flipH="1">
              <a:off x="2996319" y="2680194"/>
              <a:ext cx="391788" cy="6245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موصل: على شكل مرفق 55">
              <a:extLst>
                <a:ext uri="{FF2B5EF4-FFF2-40B4-BE49-F238E27FC236}">
                  <a16:creationId xmlns:a16="http://schemas.microsoft.com/office/drawing/2014/main" id="{B32974CD-6EBA-AE97-D86E-A75C154685BE}"/>
                </a:ext>
              </a:extLst>
            </p:cNvPr>
            <p:cNvCxnSpPr>
              <a:cxnSpLocks/>
            </p:cNvCxnSpPr>
            <p:nvPr/>
          </p:nvCxnSpPr>
          <p:spPr>
            <a:xfrm rot="5400000">
              <a:off x="2403648" y="2710955"/>
              <a:ext cx="389565" cy="5630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grpSp>
      <p:sp>
        <p:nvSpPr>
          <p:cNvPr id="3" name="Date Placeholder 2">
            <a:extLst>
              <a:ext uri="{FF2B5EF4-FFF2-40B4-BE49-F238E27FC236}">
                <a16:creationId xmlns:a16="http://schemas.microsoft.com/office/drawing/2014/main" id="{43450CC6-EF14-6129-C53F-12D79383C18B}"/>
              </a:ext>
            </a:extLst>
          </p:cNvPr>
          <p:cNvSpPr>
            <a:spLocks noGrp="1"/>
          </p:cNvSpPr>
          <p:nvPr>
            <p:ph type="dt" sz="half" idx="10"/>
          </p:nvPr>
        </p:nvSpPr>
        <p:spPr/>
        <p:txBody>
          <a:bodyPr/>
          <a:lstStyle/>
          <a:p>
            <a:fld id="{6F8639B7-994C-4E76-A310-B4D15D7D000E}" type="datetime8">
              <a:rPr lang="ar-SY" smtClean="0"/>
              <a:t>28 تشرين الأول، 26</a:t>
            </a:fld>
            <a:endParaRPr lang="ar-SY" dirty="0"/>
          </a:p>
        </p:txBody>
      </p:sp>
      <p:sp>
        <p:nvSpPr>
          <p:cNvPr id="4" name="Footer Placeholder 3">
            <a:extLst>
              <a:ext uri="{FF2B5EF4-FFF2-40B4-BE49-F238E27FC236}">
                <a16:creationId xmlns:a16="http://schemas.microsoft.com/office/drawing/2014/main" id="{AFB3D346-B2A8-6E00-CB7A-F7CAFBA1B6BF}"/>
              </a:ext>
            </a:extLst>
          </p:cNvPr>
          <p:cNvSpPr>
            <a:spLocks noGrp="1"/>
          </p:cNvSpPr>
          <p:nvPr>
            <p:ph type="ftr" sz="quarter" idx="11"/>
          </p:nvPr>
        </p:nvSpPr>
        <p:spPr/>
        <p:txBody>
          <a:bodyPr/>
          <a:lstStyle/>
          <a:p>
            <a:r>
              <a:rPr lang="ar-SY"/>
              <a:t>التعريف العام بمحافظة دمشق</a:t>
            </a:r>
          </a:p>
        </p:txBody>
      </p:sp>
      <p:sp>
        <p:nvSpPr>
          <p:cNvPr id="5" name="Slide Number Placeholder 4">
            <a:extLst>
              <a:ext uri="{FF2B5EF4-FFF2-40B4-BE49-F238E27FC236}">
                <a16:creationId xmlns:a16="http://schemas.microsoft.com/office/drawing/2014/main" id="{7B43EA23-303F-9AF8-2F9C-F453E1F96DF8}"/>
              </a:ext>
            </a:extLst>
          </p:cNvPr>
          <p:cNvSpPr>
            <a:spLocks noGrp="1"/>
          </p:cNvSpPr>
          <p:nvPr>
            <p:ph type="sldNum" sz="quarter" idx="12"/>
          </p:nvPr>
        </p:nvSpPr>
        <p:spPr/>
        <p:txBody>
          <a:bodyPr/>
          <a:lstStyle/>
          <a:p>
            <a:fld id="{065EBCF0-071A-41B4-9C48-9ADF70E893B6}" type="slidenum">
              <a:rPr lang="ar-SY" smtClean="0"/>
              <a:pPr/>
              <a:t>24</a:t>
            </a:fld>
            <a:endParaRPr lang="ar-SY" dirty="0"/>
          </a:p>
        </p:txBody>
      </p:sp>
    </p:spTree>
    <p:extLst>
      <p:ext uri="{BB962C8B-B14F-4D97-AF65-F5344CB8AC3E}">
        <p14:creationId xmlns:p14="http://schemas.microsoft.com/office/powerpoint/2010/main" val="3300534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70D002-E267-5E63-F52B-85601293ABFD}"/>
              </a:ext>
            </a:extLst>
          </p:cNvPr>
          <p:cNvSpPr>
            <a:spLocks noGrp="1"/>
          </p:cNvSpPr>
          <p:nvPr>
            <p:ph type="title"/>
          </p:nvPr>
        </p:nvSpPr>
        <p:spPr/>
        <p:txBody>
          <a:bodyPr>
            <a:normAutofit/>
          </a:bodyPr>
          <a:lstStyle/>
          <a:p>
            <a:r>
              <a:rPr lang="ar-SA" dirty="0"/>
              <a:t>مديرية مراكز خدمة المواطن</a:t>
            </a:r>
            <a:endParaRPr lang="ar-SY" dirty="0"/>
          </a:p>
        </p:txBody>
      </p:sp>
      <p:sp>
        <p:nvSpPr>
          <p:cNvPr id="6" name="Content Placeholder 5">
            <a:extLst>
              <a:ext uri="{FF2B5EF4-FFF2-40B4-BE49-F238E27FC236}">
                <a16:creationId xmlns:a16="http://schemas.microsoft.com/office/drawing/2014/main" id="{3B250463-9FFC-E5BD-F840-AD394E4B7AB5}"/>
              </a:ext>
            </a:extLst>
          </p:cNvPr>
          <p:cNvSpPr>
            <a:spLocks noGrp="1"/>
          </p:cNvSpPr>
          <p:nvPr>
            <p:ph idx="1"/>
          </p:nvPr>
        </p:nvSpPr>
        <p:spPr/>
        <p:txBody>
          <a:bodyPr>
            <a:normAutofit/>
          </a:bodyPr>
          <a:lstStyle/>
          <a:p>
            <a:pPr marL="0" indent="0" algn="justLow">
              <a:buNone/>
            </a:pPr>
            <a:r>
              <a:rPr lang="ar-SY" dirty="0"/>
              <a:t>مراكز خدمة المواطن تقدم خدمات حكومية متعددة للمواطن بالاستفادة من تقانات المعلومات والاتصالات بشكل أساسي، من خلال تبادل البيانات بين الجهات الحكومية المختلفة، بحيث تمتلك هذه المراكز تفويض بتقديم الخدمات من الجهات الأصلية صاحبة الحق بتقديم هذه الخدمات مما يسمح لهذه المراكز بتقديم خدمة متكاملة ودون حاجة المواطن لمراجعة أي من هذه الجهات.</a:t>
            </a:r>
          </a:p>
          <a:p>
            <a:endParaRPr lang="ar-SY" dirty="0"/>
          </a:p>
        </p:txBody>
      </p:sp>
      <p:sp>
        <p:nvSpPr>
          <p:cNvPr id="2" name="Date Placeholder 1">
            <a:extLst>
              <a:ext uri="{FF2B5EF4-FFF2-40B4-BE49-F238E27FC236}">
                <a16:creationId xmlns:a16="http://schemas.microsoft.com/office/drawing/2014/main" id="{F585A0E0-DB3F-CC2E-08CD-1765290C7038}"/>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810FAD24-0042-5A2B-BFB3-2C37306456CB}"/>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C440FC8F-4964-8A9C-4036-C3AA5261F72D}"/>
              </a:ext>
            </a:extLst>
          </p:cNvPr>
          <p:cNvSpPr>
            <a:spLocks noGrp="1"/>
          </p:cNvSpPr>
          <p:nvPr>
            <p:ph type="sldNum" sz="quarter" idx="12"/>
          </p:nvPr>
        </p:nvSpPr>
        <p:spPr/>
        <p:txBody>
          <a:bodyPr/>
          <a:lstStyle/>
          <a:p>
            <a:fld id="{065EBCF0-071A-41B4-9C48-9ADF70E893B6}" type="slidenum">
              <a:rPr lang="ar-SY" smtClean="0"/>
              <a:pPr/>
              <a:t>25</a:t>
            </a:fld>
            <a:endParaRPr lang="ar-SY" dirty="0"/>
          </a:p>
        </p:txBody>
      </p:sp>
    </p:spTree>
    <p:extLst>
      <p:ext uri="{BB962C8B-B14F-4D97-AF65-F5344CB8AC3E}">
        <p14:creationId xmlns:p14="http://schemas.microsoft.com/office/powerpoint/2010/main" val="2628416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67D27-A264-0E81-E6D2-498C91F6C433}"/>
            </a:ext>
          </a:extLst>
        </p:cNvPr>
        <p:cNvGrpSpPr/>
        <p:nvPr/>
      </p:nvGrpSpPr>
      <p:grpSpPr>
        <a:xfrm>
          <a:off x="0" y="0"/>
          <a:ext cx="0" cy="0"/>
          <a:chOff x="0" y="0"/>
          <a:chExt cx="0" cy="0"/>
        </a:xfrm>
      </p:grpSpPr>
      <p:grpSp>
        <p:nvGrpSpPr>
          <p:cNvPr id="5" name="Group 4"/>
          <p:cNvGrpSpPr/>
          <p:nvPr/>
        </p:nvGrpSpPr>
        <p:grpSpPr>
          <a:xfrm>
            <a:off x="116611" y="152753"/>
            <a:ext cx="11908806" cy="6662866"/>
            <a:chOff x="116611" y="152753"/>
            <a:chExt cx="11908806" cy="6662866"/>
          </a:xfrm>
        </p:grpSpPr>
        <p:sp>
          <p:nvSpPr>
            <p:cNvPr id="13" name="مستطيل 12">
              <a:extLst>
                <a:ext uri="{FF2B5EF4-FFF2-40B4-BE49-F238E27FC236}">
                  <a16:creationId xmlns:a16="http://schemas.microsoft.com/office/drawing/2014/main" id="{9BCAC17F-38FD-2BCB-FA08-E73253C42F88}"/>
                </a:ext>
              </a:extLst>
            </p:cNvPr>
            <p:cNvSpPr/>
            <p:nvPr/>
          </p:nvSpPr>
          <p:spPr>
            <a:xfrm>
              <a:off x="9584776" y="140834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الرقابة وضمان الجودة</a:t>
              </a:r>
            </a:p>
          </p:txBody>
        </p:sp>
        <p:sp>
          <p:nvSpPr>
            <p:cNvPr id="17" name="مستطيل 16">
              <a:extLst>
                <a:ext uri="{FF2B5EF4-FFF2-40B4-BE49-F238E27FC236}">
                  <a16:creationId xmlns:a16="http://schemas.microsoft.com/office/drawing/2014/main" id="{6EC87D5F-BBD8-BF40-0D56-FA4E8DE2F498}"/>
                </a:ext>
              </a:extLst>
            </p:cNvPr>
            <p:cNvSpPr/>
            <p:nvPr/>
          </p:nvSpPr>
          <p:spPr>
            <a:xfrm>
              <a:off x="10446354" y="2376006"/>
              <a:ext cx="1032319" cy="67629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الرقابة الدورية</a:t>
              </a: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31" name="موصل: على شكل مرفق 30">
              <a:extLst>
                <a:ext uri="{FF2B5EF4-FFF2-40B4-BE49-F238E27FC236}">
                  <a16:creationId xmlns:a16="http://schemas.microsoft.com/office/drawing/2014/main" id="{E93F249D-E078-B93C-F90F-346211CD4A42}"/>
                </a:ext>
              </a:extLst>
            </p:cNvPr>
            <p:cNvCxnSpPr>
              <a:cxnSpLocks/>
              <a:endCxn id="17" idx="0"/>
            </p:cNvCxnSpPr>
            <p:nvPr/>
          </p:nvCxnSpPr>
          <p:spPr>
            <a:xfrm rot="16200000" flipH="1">
              <a:off x="10371325" y="1784817"/>
              <a:ext cx="427658" cy="75471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1" name="مستطيل 50">
              <a:extLst>
                <a:ext uri="{FF2B5EF4-FFF2-40B4-BE49-F238E27FC236}">
                  <a16:creationId xmlns:a16="http://schemas.microsoft.com/office/drawing/2014/main" id="{E2D9F36D-A36D-9C52-2BB5-9A0D996068F1}"/>
                </a:ext>
              </a:extLst>
            </p:cNvPr>
            <p:cNvSpPr/>
            <p:nvPr/>
          </p:nvSpPr>
          <p:spPr>
            <a:xfrm>
              <a:off x="7163902" y="1392446"/>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الشؤون المالية</a:t>
              </a:r>
              <a:endParaRPr lang="ar-SY"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199" name="مستطيل 198">
              <a:extLst>
                <a:ext uri="{FF2B5EF4-FFF2-40B4-BE49-F238E27FC236}">
                  <a16:creationId xmlns:a16="http://schemas.microsoft.com/office/drawing/2014/main" id="{2B19D0AA-6A6C-9E03-7F2E-DF243A74D880}"/>
                </a:ext>
              </a:extLst>
            </p:cNvPr>
            <p:cNvSpPr/>
            <p:nvPr/>
          </p:nvSpPr>
          <p:spPr>
            <a:xfrm>
              <a:off x="4790844" y="152753"/>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مديرية مراكز خدمة المواطن</a:t>
              </a:r>
              <a:endParaRPr lang="ar-SY"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200" name="موصل: على شكل مرفق 199">
              <a:extLst>
                <a:ext uri="{FF2B5EF4-FFF2-40B4-BE49-F238E27FC236}">
                  <a16:creationId xmlns:a16="http://schemas.microsoft.com/office/drawing/2014/main" id="{42292A85-72BF-497A-1EC3-3959080AFD74}"/>
                </a:ext>
              </a:extLst>
            </p:cNvPr>
            <p:cNvCxnSpPr>
              <a:cxnSpLocks/>
            </p:cNvCxnSpPr>
            <p:nvPr/>
          </p:nvCxnSpPr>
          <p:spPr>
            <a:xfrm rot="16200000" flipH="1">
              <a:off x="7825409" y="-986738"/>
              <a:ext cx="648000" cy="4032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C4382190-8D7E-9ACE-A649-205EBFCE2DDF}"/>
                </a:ext>
              </a:extLst>
            </p:cNvPr>
            <p:cNvCxnSpPr>
              <a:cxnSpLocks/>
            </p:cNvCxnSpPr>
            <p:nvPr/>
          </p:nvCxnSpPr>
          <p:spPr>
            <a:xfrm rot="16200000" flipH="1">
              <a:off x="6673403" y="149341"/>
              <a:ext cx="648000" cy="1728000"/>
            </a:xfrm>
            <a:prstGeom prst="bentConnector3">
              <a:avLst>
                <a:gd name="adj1" fmla="val 51956"/>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75">
              <a:extLst>
                <a:ext uri="{FF2B5EF4-FFF2-40B4-BE49-F238E27FC236}">
                  <a16:creationId xmlns:a16="http://schemas.microsoft.com/office/drawing/2014/main" id="{F19C8044-8B28-256C-A74C-00369C200B02}"/>
                </a:ext>
              </a:extLst>
            </p:cNvPr>
            <p:cNvSpPr/>
            <p:nvPr/>
          </p:nvSpPr>
          <p:spPr>
            <a:xfrm>
              <a:off x="8982571" y="2368056"/>
              <a:ext cx="1261630" cy="67629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متابعة صيانة التجهيزات الحاسوبية </a:t>
              </a:r>
            </a:p>
          </p:txBody>
        </p:sp>
        <p:cxnSp>
          <p:nvCxnSpPr>
            <p:cNvPr id="77" name="موصل: على شكل مرفق 76">
              <a:extLst>
                <a:ext uri="{FF2B5EF4-FFF2-40B4-BE49-F238E27FC236}">
                  <a16:creationId xmlns:a16="http://schemas.microsoft.com/office/drawing/2014/main" id="{8E04B7A0-757D-2828-7301-B5A480E05CBB}"/>
                </a:ext>
              </a:extLst>
            </p:cNvPr>
            <p:cNvCxnSpPr>
              <a:cxnSpLocks/>
            </p:cNvCxnSpPr>
            <p:nvPr/>
          </p:nvCxnSpPr>
          <p:spPr>
            <a:xfrm rot="5400000">
              <a:off x="9720615" y="1864973"/>
              <a:ext cx="379953" cy="59440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 name="موصل: على شكل مرفق 3">
              <a:extLst>
                <a:ext uri="{FF2B5EF4-FFF2-40B4-BE49-F238E27FC236}">
                  <a16:creationId xmlns:a16="http://schemas.microsoft.com/office/drawing/2014/main" id="{56097709-2487-C39B-8BAB-309814F66835}"/>
                </a:ext>
              </a:extLst>
            </p:cNvPr>
            <p:cNvCxnSpPr>
              <a:cxnSpLocks/>
            </p:cNvCxnSpPr>
            <p:nvPr/>
          </p:nvCxnSpPr>
          <p:spPr>
            <a:xfrm rot="16200000" flipH="1">
              <a:off x="5197426" y="1962731"/>
              <a:ext cx="392400" cy="28435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5">
              <a:extLst>
                <a:ext uri="{FF2B5EF4-FFF2-40B4-BE49-F238E27FC236}">
                  <a16:creationId xmlns:a16="http://schemas.microsoft.com/office/drawing/2014/main" id="{29B514E3-370F-E57D-67A1-0F9856BD0F9D}"/>
                </a:ext>
              </a:extLst>
            </p:cNvPr>
            <p:cNvSpPr/>
            <p:nvPr/>
          </p:nvSpPr>
          <p:spPr>
            <a:xfrm>
              <a:off x="4584366" y="138974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دائرة الشؤون الإدارية والسياسات</a:t>
              </a:r>
              <a:endParaRPr lang="ar-SY"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8" name="مستطيل 7">
              <a:extLst>
                <a:ext uri="{FF2B5EF4-FFF2-40B4-BE49-F238E27FC236}">
                  <a16:creationId xmlns:a16="http://schemas.microsoft.com/office/drawing/2014/main" id="{B5352B13-2C2C-6506-F5CA-0656E9647244}"/>
                </a:ext>
              </a:extLst>
            </p:cNvPr>
            <p:cNvSpPr/>
            <p:nvPr/>
          </p:nvSpPr>
          <p:spPr>
            <a:xfrm>
              <a:off x="5208909" y="2350066"/>
              <a:ext cx="653786" cy="69715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a:t>
              </a: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مكاتب الارتباط</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44" name="مستطيل 43">
              <a:extLst>
                <a:ext uri="{FF2B5EF4-FFF2-40B4-BE49-F238E27FC236}">
                  <a16:creationId xmlns:a16="http://schemas.microsoft.com/office/drawing/2014/main" id="{928B508F-7E80-2DBB-FEC6-CF872826C29E}"/>
                </a:ext>
              </a:extLst>
            </p:cNvPr>
            <p:cNvSpPr/>
            <p:nvPr/>
          </p:nvSpPr>
          <p:spPr>
            <a:xfrm>
              <a:off x="3526267" y="2310791"/>
              <a:ext cx="765760" cy="70050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السياسات والاحصاء</a:t>
              </a: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45" name="موصل: على شكل مرفق 44">
              <a:extLst>
                <a:ext uri="{FF2B5EF4-FFF2-40B4-BE49-F238E27FC236}">
                  <a16:creationId xmlns:a16="http://schemas.microsoft.com/office/drawing/2014/main" id="{56C1CF9D-7CB4-CA45-6665-04357551CB17}"/>
                </a:ext>
              </a:extLst>
            </p:cNvPr>
            <p:cNvCxnSpPr>
              <a:cxnSpLocks/>
            </p:cNvCxnSpPr>
            <p:nvPr/>
          </p:nvCxnSpPr>
          <p:spPr>
            <a:xfrm rot="5400000">
              <a:off x="4369447" y="1419887"/>
              <a:ext cx="396000" cy="1368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72">
              <a:extLst>
                <a:ext uri="{FF2B5EF4-FFF2-40B4-BE49-F238E27FC236}">
                  <a16:creationId xmlns:a16="http://schemas.microsoft.com/office/drawing/2014/main" id="{BC56AA65-835A-8AA5-ECA2-20F162FBAF8C}"/>
                </a:ext>
              </a:extLst>
            </p:cNvPr>
            <p:cNvSpPr/>
            <p:nvPr/>
          </p:nvSpPr>
          <p:spPr>
            <a:xfrm>
              <a:off x="6882945" y="2324233"/>
              <a:ext cx="893214" cy="72011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التدقيق المالي </a:t>
              </a:r>
            </a:p>
          </p:txBody>
        </p:sp>
        <p:cxnSp>
          <p:nvCxnSpPr>
            <p:cNvPr id="94" name="موصل: على شكل مرفق 93">
              <a:extLst>
                <a:ext uri="{FF2B5EF4-FFF2-40B4-BE49-F238E27FC236}">
                  <a16:creationId xmlns:a16="http://schemas.microsoft.com/office/drawing/2014/main" id="{9CEE659E-7A89-3EB4-BEEB-1193881F9FD8}"/>
                </a:ext>
              </a:extLst>
            </p:cNvPr>
            <p:cNvCxnSpPr>
              <a:cxnSpLocks/>
            </p:cNvCxnSpPr>
            <p:nvPr/>
          </p:nvCxnSpPr>
          <p:spPr>
            <a:xfrm rot="5400000">
              <a:off x="7395184" y="1858293"/>
              <a:ext cx="396000" cy="52840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36" name="موصل: على شكل مرفق 135">
              <a:extLst>
                <a:ext uri="{FF2B5EF4-FFF2-40B4-BE49-F238E27FC236}">
                  <a16:creationId xmlns:a16="http://schemas.microsoft.com/office/drawing/2014/main" id="{90889556-7DE2-A3E9-9738-B17F657FA1C8}"/>
                </a:ext>
              </a:extLst>
            </p:cNvPr>
            <p:cNvCxnSpPr>
              <a:cxnSpLocks/>
            </p:cNvCxnSpPr>
            <p:nvPr/>
          </p:nvCxnSpPr>
          <p:spPr>
            <a:xfrm rot="5400000">
              <a:off x="5341409" y="556704"/>
              <a:ext cx="648000" cy="936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52398176-1D69-C2CE-FE69-A29150F99089}"/>
                </a:ext>
              </a:extLst>
            </p:cNvPr>
            <p:cNvSpPr/>
            <p:nvPr/>
          </p:nvSpPr>
          <p:spPr>
            <a:xfrm>
              <a:off x="2515008" y="136464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مراكز خدمة المواطن الكبيرة عددها 3</a:t>
              </a:r>
            </a:p>
          </p:txBody>
        </p:sp>
        <p:cxnSp>
          <p:nvCxnSpPr>
            <p:cNvPr id="39" name="موصل: على شكل مرفق 38">
              <a:extLst>
                <a:ext uri="{FF2B5EF4-FFF2-40B4-BE49-F238E27FC236}">
                  <a16:creationId xmlns:a16="http://schemas.microsoft.com/office/drawing/2014/main" id="{EA4D6F32-6D11-CAFF-9E3B-6BD8E887BD7D}"/>
                </a:ext>
              </a:extLst>
            </p:cNvPr>
            <p:cNvCxnSpPr>
              <a:cxnSpLocks/>
            </p:cNvCxnSpPr>
            <p:nvPr/>
          </p:nvCxnSpPr>
          <p:spPr>
            <a:xfrm rot="5400000">
              <a:off x="4306209" y="-470545"/>
              <a:ext cx="648000" cy="300640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10BCC295-986B-745C-A8A8-281E0B10DD0F}"/>
                </a:ext>
              </a:extLst>
            </p:cNvPr>
            <p:cNvSpPr/>
            <p:nvPr/>
          </p:nvSpPr>
          <p:spPr>
            <a:xfrm>
              <a:off x="3809408" y="551184"/>
              <a:ext cx="889428" cy="380426"/>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معاون المدير</a:t>
              </a:r>
              <a:endParaRPr lang="ar-SY"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67" name="موصل: على شكل مرفق 66">
              <a:extLst>
                <a:ext uri="{FF2B5EF4-FFF2-40B4-BE49-F238E27FC236}">
                  <a16:creationId xmlns:a16="http://schemas.microsoft.com/office/drawing/2014/main" id="{EAFAAA27-9367-CEAE-38FA-AE7C3A288968}"/>
                </a:ext>
              </a:extLst>
            </p:cNvPr>
            <p:cNvCxnSpPr>
              <a:cxnSpLocks/>
            </p:cNvCxnSpPr>
            <p:nvPr/>
          </p:nvCxnSpPr>
          <p:spPr>
            <a:xfrm rot="5400000">
              <a:off x="5377409" y="18523"/>
              <a:ext cx="72000" cy="1440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موصل: على شكل مرفق 32">
              <a:extLst>
                <a:ext uri="{FF2B5EF4-FFF2-40B4-BE49-F238E27FC236}">
                  <a16:creationId xmlns:a16="http://schemas.microsoft.com/office/drawing/2014/main" id="{F6BB7E3D-AD87-8164-E48F-1367E67F15D2}"/>
                </a:ext>
              </a:extLst>
            </p:cNvPr>
            <p:cNvCxnSpPr>
              <a:cxnSpLocks/>
            </p:cNvCxnSpPr>
            <p:nvPr/>
          </p:nvCxnSpPr>
          <p:spPr>
            <a:xfrm rot="16200000" flipH="1">
              <a:off x="7947384" y="1834901"/>
              <a:ext cx="396000" cy="576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43" name="مستطيل 42">
              <a:extLst>
                <a:ext uri="{FF2B5EF4-FFF2-40B4-BE49-F238E27FC236}">
                  <a16:creationId xmlns:a16="http://schemas.microsoft.com/office/drawing/2014/main" id="{95554CDA-7EDD-572D-63E3-BE63C0FDE10C}"/>
                </a:ext>
              </a:extLst>
            </p:cNvPr>
            <p:cNvSpPr/>
            <p:nvPr/>
          </p:nvSpPr>
          <p:spPr>
            <a:xfrm>
              <a:off x="6038153" y="2322096"/>
              <a:ext cx="709447" cy="69715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الموارد البشرية</a:t>
              </a:r>
            </a:p>
          </p:txBody>
        </p:sp>
        <p:sp>
          <p:nvSpPr>
            <p:cNvPr id="46" name="مستطيل 45">
              <a:extLst>
                <a:ext uri="{FF2B5EF4-FFF2-40B4-BE49-F238E27FC236}">
                  <a16:creationId xmlns:a16="http://schemas.microsoft.com/office/drawing/2014/main" id="{F33B41F5-5584-031A-4541-B8BF4581632B}"/>
                </a:ext>
              </a:extLst>
            </p:cNvPr>
            <p:cNvSpPr/>
            <p:nvPr/>
          </p:nvSpPr>
          <p:spPr>
            <a:xfrm>
              <a:off x="8001148" y="2331292"/>
              <a:ext cx="880850" cy="72100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 الصيانة والمستلزمات </a:t>
              </a:r>
            </a:p>
          </p:txBody>
        </p:sp>
        <p:cxnSp>
          <p:nvCxnSpPr>
            <p:cNvPr id="2" name="موصل: على شكل مرفق 1">
              <a:extLst>
                <a:ext uri="{FF2B5EF4-FFF2-40B4-BE49-F238E27FC236}">
                  <a16:creationId xmlns:a16="http://schemas.microsoft.com/office/drawing/2014/main" id="{C01235F5-2DDA-D70D-1A47-E781FC2D3D59}"/>
                </a:ext>
              </a:extLst>
            </p:cNvPr>
            <p:cNvCxnSpPr>
              <a:cxnSpLocks/>
            </p:cNvCxnSpPr>
            <p:nvPr/>
          </p:nvCxnSpPr>
          <p:spPr>
            <a:xfrm rot="16200000" flipH="1">
              <a:off x="5612779" y="1546436"/>
              <a:ext cx="396000" cy="1116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2" name="موصل: على شكل مرفق 11">
              <a:extLst>
                <a:ext uri="{FF2B5EF4-FFF2-40B4-BE49-F238E27FC236}">
                  <a16:creationId xmlns:a16="http://schemas.microsoft.com/office/drawing/2014/main" id="{2DB4F82C-AC0B-16F8-E2DB-D4716A17C1AD}"/>
                </a:ext>
              </a:extLst>
            </p:cNvPr>
            <p:cNvCxnSpPr>
              <a:cxnSpLocks/>
            </p:cNvCxnSpPr>
            <p:nvPr/>
          </p:nvCxnSpPr>
          <p:spPr>
            <a:xfrm rot="5400000">
              <a:off x="4784773" y="1835212"/>
              <a:ext cx="396000" cy="540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4" name="مستطيل 13">
              <a:extLst>
                <a:ext uri="{FF2B5EF4-FFF2-40B4-BE49-F238E27FC236}">
                  <a16:creationId xmlns:a16="http://schemas.microsoft.com/office/drawing/2014/main" id="{644538C0-E197-E26B-DAA7-D8F625E41889}"/>
                </a:ext>
              </a:extLst>
            </p:cNvPr>
            <p:cNvSpPr/>
            <p:nvPr/>
          </p:nvSpPr>
          <p:spPr>
            <a:xfrm>
              <a:off x="4405336" y="2302435"/>
              <a:ext cx="653786" cy="70886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شعبة</a:t>
              </a: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الديوان</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9" name="موصل: على شكل مرفق 18">
              <a:extLst>
                <a:ext uri="{FF2B5EF4-FFF2-40B4-BE49-F238E27FC236}">
                  <a16:creationId xmlns:a16="http://schemas.microsoft.com/office/drawing/2014/main" id="{817756BA-25E2-CB16-1B3B-0872AC831CB5}"/>
                </a:ext>
              </a:extLst>
            </p:cNvPr>
            <p:cNvCxnSpPr>
              <a:cxnSpLocks/>
            </p:cNvCxnSpPr>
            <p:nvPr/>
          </p:nvCxnSpPr>
          <p:spPr>
            <a:xfrm rot="5400000">
              <a:off x="2587041" y="2136737"/>
              <a:ext cx="720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موصل: على شكل مرفق 19">
              <a:extLst>
                <a:ext uri="{FF2B5EF4-FFF2-40B4-BE49-F238E27FC236}">
                  <a16:creationId xmlns:a16="http://schemas.microsoft.com/office/drawing/2014/main" id="{DF6C6A76-E1F1-5CB7-801B-E947439D22E0}"/>
                </a:ext>
              </a:extLst>
            </p:cNvPr>
            <p:cNvCxnSpPr>
              <a:cxnSpLocks/>
            </p:cNvCxnSpPr>
            <p:nvPr/>
          </p:nvCxnSpPr>
          <p:spPr>
            <a:xfrm rot="5400000">
              <a:off x="2498369" y="2452039"/>
              <a:ext cx="900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3" name="مستطيل 22">
              <a:extLst>
                <a:ext uri="{FF2B5EF4-FFF2-40B4-BE49-F238E27FC236}">
                  <a16:creationId xmlns:a16="http://schemas.microsoft.com/office/drawing/2014/main" id="{7F40FBB3-815F-9300-72DE-FA9B1F29ED1F}"/>
                </a:ext>
              </a:extLst>
            </p:cNvPr>
            <p:cNvSpPr/>
            <p:nvPr/>
          </p:nvSpPr>
          <p:spPr>
            <a:xfrm>
              <a:off x="1823246" y="2510113"/>
              <a:ext cx="90574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الاستعلامات</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5" name="مستطيل 24">
              <a:extLst>
                <a:ext uri="{FF2B5EF4-FFF2-40B4-BE49-F238E27FC236}">
                  <a16:creationId xmlns:a16="http://schemas.microsoft.com/office/drawing/2014/main" id="{83D0439B-461A-8A90-5FED-E26C6F06E3A6}"/>
                </a:ext>
              </a:extLst>
            </p:cNvPr>
            <p:cNvSpPr/>
            <p:nvPr/>
          </p:nvSpPr>
          <p:spPr>
            <a:xfrm>
              <a:off x="1816617" y="2912068"/>
              <a:ext cx="905741"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الاستشاري</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26" name="موصل: على شكل مرفق 25">
              <a:extLst>
                <a:ext uri="{FF2B5EF4-FFF2-40B4-BE49-F238E27FC236}">
                  <a16:creationId xmlns:a16="http://schemas.microsoft.com/office/drawing/2014/main" id="{7218576A-5D63-D178-57B3-EA6DB0F65D86}"/>
                </a:ext>
              </a:extLst>
            </p:cNvPr>
            <p:cNvCxnSpPr>
              <a:cxnSpLocks/>
            </p:cNvCxnSpPr>
            <p:nvPr/>
          </p:nvCxnSpPr>
          <p:spPr>
            <a:xfrm rot="5400000">
              <a:off x="2265695" y="2647618"/>
              <a:ext cx="1368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7" name="مستطيل 26">
              <a:extLst>
                <a:ext uri="{FF2B5EF4-FFF2-40B4-BE49-F238E27FC236}">
                  <a16:creationId xmlns:a16="http://schemas.microsoft.com/office/drawing/2014/main" id="{7F5B4545-2F53-C5C0-8ADD-445B5367EF89}"/>
                </a:ext>
              </a:extLst>
            </p:cNvPr>
            <p:cNvSpPr/>
            <p:nvPr/>
          </p:nvSpPr>
          <p:spPr>
            <a:xfrm>
              <a:off x="1817943" y="3323807"/>
              <a:ext cx="905741"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الاتصالات</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28" name="موصل: على شكل مرفق 27">
              <a:extLst>
                <a:ext uri="{FF2B5EF4-FFF2-40B4-BE49-F238E27FC236}">
                  <a16:creationId xmlns:a16="http://schemas.microsoft.com/office/drawing/2014/main" id="{453637C7-DCC5-7370-471C-9FE3156877BF}"/>
                </a:ext>
              </a:extLst>
            </p:cNvPr>
            <p:cNvCxnSpPr>
              <a:cxnSpLocks/>
            </p:cNvCxnSpPr>
            <p:nvPr/>
          </p:nvCxnSpPr>
          <p:spPr>
            <a:xfrm rot="5400000">
              <a:off x="2105019" y="2850700"/>
              <a:ext cx="1692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9" name="مستطيل 28">
              <a:extLst>
                <a:ext uri="{FF2B5EF4-FFF2-40B4-BE49-F238E27FC236}">
                  <a16:creationId xmlns:a16="http://schemas.microsoft.com/office/drawing/2014/main" id="{A2F646D2-ED84-FA44-2209-C955C75C7A58}"/>
                </a:ext>
              </a:extLst>
            </p:cNvPr>
            <p:cNvSpPr/>
            <p:nvPr/>
          </p:nvSpPr>
          <p:spPr>
            <a:xfrm>
              <a:off x="1804935" y="3727590"/>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مشرف الصالة</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50" name="مستطيل 49">
              <a:extLst>
                <a:ext uri="{FF2B5EF4-FFF2-40B4-BE49-F238E27FC236}">
                  <a16:creationId xmlns:a16="http://schemas.microsoft.com/office/drawing/2014/main" id="{22A49D98-74B1-B662-9457-F2A6B3F77D94}"/>
                </a:ext>
              </a:extLst>
            </p:cNvPr>
            <p:cNvSpPr/>
            <p:nvPr/>
          </p:nvSpPr>
          <p:spPr>
            <a:xfrm>
              <a:off x="440677" y="1362897"/>
              <a:ext cx="189611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مراكز خدمة المواطن المتوسطة والصغيرة عددها 12</a:t>
              </a:r>
            </a:p>
          </p:txBody>
        </p:sp>
        <p:cxnSp>
          <p:nvCxnSpPr>
            <p:cNvPr id="60" name="موصل: على شكل مرفق 59">
              <a:extLst>
                <a:ext uri="{FF2B5EF4-FFF2-40B4-BE49-F238E27FC236}">
                  <a16:creationId xmlns:a16="http://schemas.microsoft.com/office/drawing/2014/main" id="{A549DAAB-C6D6-536E-FA6B-0514FE2689D4}"/>
                </a:ext>
              </a:extLst>
            </p:cNvPr>
            <p:cNvCxnSpPr>
              <a:cxnSpLocks/>
            </p:cNvCxnSpPr>
            <p:nvPr/>
          </p:nvCxnSpPr>
          <p:spPr>
            <a:xfrm rot="5400000">
              <a:off x="3434736" y="-1346908"/>
              <a:ext cx="648000" cy="4752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1" name="موصل: على شكل مرفق 60">
              <a:extLst>
                <a:ext uri="{FF2B5EF4-FFF2-40B4-BE49-F238E27FC236}">
                  <a16:creationId xmlns:a16="http://schemas.microsoft.com/office/drawing/2014/main" id="{71428A05-91CB-A263-25E4-A530892102A1}"/>
                </a:ext>
              </a:extLst>
            </p:cNvPr>
            <p:cNvCxnSpPr>
              <a:cxnSpLocks/>
            </p:cNvCxnSpPr>
            <p:nvPr/>
          </p:nvCxnSpPr>
          <p:spPr>
            <a:xfrm rot="5400000">
              <a:off x="1858738" y="3001985"/>
              <a:ext cx="219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2" name="مستطيل 61">
              <a:extLst>
                <a:ext uri="{FF2B5EF4-FFF2-40B4-BE49-F238E27FC236}">
                  <a16:creationId xmlns:a16="http://schemas.microsoft.com/office/drawing/2014/main" id="{3FD7EF93-5FBF-1ACF-98DE-12F22BC89AF3}"/>
                </a:ext>
              </a:extLst>
            </p:cNvPr>
            <p:cNvSpPr/>
            <p:nvPr/>
          </p:nvSpPr>
          <p:spPr>
            <a:xfrm>
              <a:off x="1799637" y="4116786"/>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الأمامي</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63" name="موصل: على شكل مرفق 62">
              <a:extLst>
                <a:ext uri="{FF2B5EF4-FFF2-40B4-BE49-F238E27FC236}">
                  <a16:creationId xmlns:a16="http://schemas.microsoft.com/office/drawing/2014/main" id="{A9353221-5F14-0576-F123-54B3A88904D2}"/>
                </a:ext>
              </a:extLst>
            </p:cNvPr>
            <p:cNvCxnSpPr>
              <a:cxnSpLocks/>
            </p:cNvCxnSpPr>
            <p:nvPr/>
          </p:nvCxnSpPr>
          <p:spPr>
            <a:xfrm rot="5400000">
              <a:off x="1669045" y="3199212"/>
              <a:ext cx="255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4" name="مستطيل 63">
              <a:extLst>
                <a:ext uri="{FF2B5EF4-FFF2-40B4-BE49-F238E27FC236}">
                  <a16:creationId xmlns:a16="http://schemas.microsoft.com/office/drawing/2014/main" id="{23F332B7-9072-8DB1-B33A-498DE4529538}"/>
                </a:ext>
              </a:extLst>
            </p:cNvPr>
            <p:cNvSpPr/>
            <p:nvPr/>
          </p:nvSpPr>
          <p:spPr>
            <a:xfrm>
              <a:off x="1793010" y="4515578"/>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الدعم والمساندة</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65" name="موصل: على شكل مرفق 64">
              <a:extLst>
                <a:ext uri="{FF2B5EF4-FFF2-40B4-BE49-F238E27FC236}">
                  <a16:creationId xmlns:a16="http://schemas.microsoft.com/office/drawing/2014/main" id="{C5C451CB-A5AD-5576-CACA-B340E0E03414}"/>
                </a:ext>
              </a:extLst>
            </p:cNvPr>
            <p:cNvCxnSpPr>
              <a:cxnSpLocks/>
            </p:cNvCxnSpPr>
            <p:nvPr/>
          </p:nvCxnSpPr>
          <p:spPr>
            <a:xfrm rot="5400000">
              <a:off x="1489048" y="3411010"/>
              <a:ext cx="291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8" name="مستطيل 67">
              <a:extLst>
                <a:ext uri="{FF2B5EF4-FFF2-40B4-BE49-F238E27FC236}">
                  <a16:creationId xmlns:a16="http://schemas.microsoft.com/office/drawing/2014/main" id="{728665F5-5C93-6220-9E5B-1690FE46A126}"/>
                </a:ext>
              </a:extLst>
            </p:cNvPr>
            <p:cNvSpPr/>
            <p:nvPr/>
          </p:nvSpPr>
          <p:spPr>
            <a:xfrm>
              <a:off x="1800965" y="4905185"/>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الأرشفة</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69" name="موصل: على شكل مرفق 68">
              <a:extLst>
                <a:ext uri="{FF2B5EF4-FFF2-40B4-BE49-F238E27FC236}">
                  <a16:creationId xmlns:a16="http://schemas.microsoft.com/office/drawing/2014/main" id="{D242FCD3-1DD8-E514-39DD-93406C5DCE7F}"/>
                </a:ext>
              </a:extLst>
            </p:cNvPr>
            <p:cNvCxnSpPr>
              <a:cxnSpLocks/>
            </p:cNvCxnSpPr>
            <p:nvPr/>
          </p:nvCxnSpPr>
          <p:spPr>
            <a:xfrm rot="5400000">
              <a:off x="1292375" y="3626243"/>
              <a:ext cx="3312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0" name="مستطيل 69">
              <a:extLst>
                <a:ext uri="{FF2B5EF4-FFF2-40B4-BE49-F238E27FC236}">
                  <a16:creationId xmlns:a16="http://schemas.microsoft.com/office/drawing/2014/main" id="{E7EF935A-1880-7C10-7223-62A550F52D02}"/>
                </a:ext>
              </a:extLst>
            </p:cNvPr>
            <p:cNvSpPr/>
            <p:nvPr/>
          </p:nvSpPr>
          <p:spPr>
            <a:xfrm>
              <a:off x="1802290" y="5296117"/>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الجباية</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71" name="موصل: على شكل مرفق 70">
              <a:extLst>
                <a:ext uri="{FF2B5EF4-FFF2-40B4-BE49-F238E27FC236}">
                  <a16:creationId xmlns:a16="http://schemas.microsoft.com/office/drawing/2014/main" id="{17CC3023-1A72-4FDF-6333-793528956B62}"/>
                </a:ext>
              </a:extLst>
            </p:cNvPr>
            <p:cNvCxnSpPr>
              <a:cxnSpLocks/>
            </p:cNvCxnSpPr>
            <p:nvPr/>
          </p:nvCxnSpPr>
          <p:spPr>
            <a:xfrm rot="5400000">
              <a:off x="1112372" y="3830091"/>
              <a:ext cx="3672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2" name="مستطيل 71">
              <a:extLst>
                <a:ext uri="{FF2B5EF4-FFF2-40B4-BE49-F238E27FC236}">
                  <a16:creationId xmlns:a16="http://schemas.microsoft.com/office/drawing/2014/main" id="{9FE3A452-6B30-6411-2B4B-460D6191038D}"/>
                </a:ext>
              </a:extLst>
            </p:cNvPr>
            <p:cNvSpPr/>
            <p:nvPr/>
          </p:nvSpPr>
          <p:spPr>
            <a:xfrm>
              <a:off x="1802296" y="5677785"/>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الديوان</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74" name="موصل: على شكل مرفق 73">
              <a:extLst>
                <a:ext uri="{FF2B5EF4-FFF2-40B4-BE49-F238E27FC236}">
                  <a16:creationId xmlns:a16="http://schemas.microsoft.com/office/drawing/2014/main" id="{41BDC0A2-CA08-8D24-8F3E-2A0548BF6E61}"/>
                </a:ext>
              </a:extLst>
            </p:cNvPr>
            <p:cNvCxnSpPr>
              <a:cxnSpLocks/>
            </p:cNvCxnSpPr>
            <p:nvPr/>
          </p:nvCxnSpPr>
          <p:spPr>
            <a:xfrm rot="5400000">
              <a:off x="877048" y="3975285"/>
              <a:ext cx="4140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5" name="مستطيل 74">
              <a:extLst>
                <a:ext uri="{FF2B5EF4-FFF2-40B4-BE49-F238E27FC236}">
                  <a16:creationId xmlns:a16="http://schemas.microsoft.com/office/drawing/2014/main" id="{45F6C338-1197-274E-D966-496F3E16EE32}"/>
                </a:ext>
              </a:extLst>
            </p:cNvPr>
            <p:cNvSpPr/>
            <p:nvPr/>
          </p:nvSpPr>
          <p:spPr>
            <a:xfrm>
              <a:off x="1800965" y="6066067"/>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المطابقة المالية</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81" name="موصل: على شكل مرفق 80">
              <a:extLst>
                <a:ext uri="{FF2B5EF4-FFF2-40B4-BE49-F238E27FC236}">
                  <a16:creationId xmlns:a16="http://schemas.microsoft.com/office/drawing/2014/main" id="{0FA0B242-056C-0C4E-8BCD-4D8DA7D58F1C}"/>
                </a:ext>
              </a:extLst>
            </p:cNvPr>
            <p:cNvCxnSpPr>
              <a:cxnSpLocks/>
            </p:cNvCxnSpPr>
            <p:nvPr/>
          </p:nvCxnSpPr>
          <p:spPr>
            <a:xfrm rot="5400000">
              <a:off x="788379" y="4281293"/>
              <a:ext cx="4320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82" name="مستطيل 81">
              <a:extLst>
                <a:ext uri="{FF2B5EF4-FFF2-40B4-BE49-F238E27FC236}">
                  <a16:creationId xmlns:a16="http://schemas.microsoft.com/office/drawing/2014/main" id="{1839C54E-4F57-04DB-5794-701FBCBDA1D9}"/>
                </a:ext>
              </a:extLst>
            </p:cNvPr>
            <p:cNvSpPr/>
            <p:nvPr/>
          </p:nvSpPr>
          <p:spPr>
            <a:xfrm>
              <a:off x="1810247" y="6464961"/>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الأختام</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3" name="موصل: على شكل مرفق 2">
              <a:extLst>
                <a:ext uri="{FF2B5EF4-FFF2-40B4-BE49-F238E27FC236}">
                  <a16:creationId xmlns:a16="http://schemas.microsoft.com/office/drawing/2014/main" id="{426FDC24-9277-C004-F0FC-E168473E5FDA}"/>
                </a:ext>
              </a:extLst>
            </p:cNvPr>
            <p:cNvCxnSpPr>
              <a:cxnSpLocks/>
            </p:cNvCxnSpPr>
            <p:nvPr/>
          </p:nvCxnSpPr>
          <p:spPr>
            <a:xfrm rot="5400000">
              <a:off x="2747203" y="1928838"/>
              <a:ext cx="39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8">
              <a:extLst>
                <a:ext uri="{FF2B5EF4-FFF2-40B4-BE49-F238E27FC236}">
                  <a16:creationId xmlns:a16="http://schemas.microsoft.com/office/drawing/2014/main" id="{41FD1E15-797E-624E-6636-E09DA217E508}"/>
                </a:ext>
              </a:extLst>
            </p:cNvPr>
            <p:cNvSpPr/>
            <p:nvPr/>
          </p:nvSpPr>
          <p:spPr>
            <a:xfrm>
              <a:off x="1838139" y="2121130"/>
              <a:ext cx="905741"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معاون رئيس المركز</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0" name="موصل: على شكل مرفق 9">
              <a:extLst>
                <a:ext uri="{FF2B5EF4-FFF2-40B4-BE49-F238E27FC236}">
                  <a16:creationId xmlns:a16="http://schemas.microsoft.com/office/drawing/2014/main" id="{E95C734C-9F2B-C66A-E4F6-797F6D2E2611}"/>
                </a:ext>
              </a:extLst>
            </p:cNvPr>
            <p:cNvCxnSpPr>
              <a:cxnSpLocks/>
            </p:cNvCxnSpPr>
            <p:nvPr/>
          </p:nvCxnSpPr>
          <p:spPr>
            <a:xfrm rot="5400000">
              <a:off x="982642" y="2062899"/>
              <a:ext cx="57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 name="موصل: على شكل مرفق 10">
              <a:extLst>
                <a:ext uri="{FF2B5EF4-FFF2-40B4-BE49-F238E27FC236}">
                  <a16:creationId xmlns:a16="http://schemas.microsoft.com/office/drawing/2014/main" id="{FF201CC2-B278-4FE3-1E3A-BAFEC1B320DB}"/>
                </a:ext>
              </a:extLst>
            </p:cNvPr>
            <p:cNvCxnSpPr>
              <a:cxnSpLocks/>
            </p:cNvCxnSpPr>
            <p:nvPr/>
          </p:nvCxnSpPr>
          <p:spPr>
            <a:xfrm rot="5400000">
              <a:off x="821970" y="2273929"/>
              <a:ext cx="900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5" name="مستطيل 14">
              <a:extLst>
                <a:ext uri="{FF2B5EF4-FFF2-40B4-BE49-F238E27FC236}">
                  <a16:creationId xmlns:a16="http://schemas.microsoft.com/office/drawing/2014/main" id="{AE0BE6D1-7BDB-61A6-EFD0-2B7C02E3F608}"/>
                </a:ext>
              </a:extLst>
            </p:cNvPr>
            <p:cNvSpPr/>
            <p:nvPr/>
          </p:nvSpPr>
          <p:spPr>
            <a:xfrm>
              <a:off x="146847" y="2332003"/>
              <a:ext cx="90574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الاستعلامات</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16" name="مستطيل 15">
              <a:extLst>
                <a:ext uri="{FF2B5EF4-FFF2-40B4-BE49-F238E27FC236}">
                  <a16:creationId xmlns:a16="http://schemas.microsoft.com/office/drawing/2014/main" id="{88DCB051-A64F-40AD-0AAD-6579A5A3013B}"/>
                </a:ext>
              </a:extLst>
            </p:cNvPr>
            <p:cNvSpPr/>
            <p:nvPr/>
          </p:nvSpPr>
          <p:spPr>
            <a:xfrm>
              <a:off x="140218" y="2733958"/>
              <a:ext cx="905741"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مشرف الصالة</a:t>
              </a: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18" name="موصل: على شكل مرفق 17">
              <a:extLst>
                <a:ext uri="{FF2B5EF4-FFF2-40B4-BE49-F238E27FC236}">
                  <a16:creationId xmlns:a16="http://schemas.microsoft.com/office/drawing/2014/main" id="{3A9C54C1-0542-DB3B-1033-FBA891D88DA0}"/>
                </a:ext>
              </a:extLst>
            </p:cNvPr>
            <p:cNvCxnSpPr>
              <a:cxnSpLocks/>
            </p:cNvCxnSpPr>
            <p:nvPr/>
          </p:nvCxnSpPr>
          <p:spPr>
            <a:xfrm rot="5400000">
              <a:off x="578279" y="2469508"/>
              <a:ext cx="1368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1" name="مستطيل 20">
              <a:extLst>
                <a:ext uri="{FF2B5EF4-FFF2-40B4-BE49-F238E27FC236}">
                  <a16:creationId xmlns:a16="http://schemas.microsoft.com/office/drawing/2014/main" id="{E8C96D1E-AD1B-181C-9782-3D96AC979561}"/>
                </a:ext>
              </a:extLst>
            </p:cNvPr>
            <p:cNvSpPr/>
            <p:nvPr/>
          </p:nvSpPr>
          <p:spPr>
            <a:xfrm>
              <a:off x="141544" y="3145697"/>
              <a:ext cx="905741"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الأمامي</a:t>
              </a: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22" name="موصل: على شكل مرفق 21">
              <a:extLst>
                <a:ext uri="{FF2B5EF4-FFF2-40B4-BE49-F238E27FC236}">
                  <a16:creationId xmlns:a16="http://schemas.microsoft.com/office/drawing/2014/main" id="{2C3BF2FA-7DE1-9195-BE69-1F53C776F589}"/>
                </a:ext>
              </a:extLst>
            </p:cNvPr>
            <p:cNvCxnSpPr>
              <a:cxnSpLocks/>
            </p:cNvCxnSpPr>
            <p:nvPr/>
          </p:nvCxnSpPr>
          <p:spPr>
            <a:xfrm rot="5400000">
              <a:off x="417603" y="2672590"/>
              <a:ext cx="1692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4" name="مستطيل 23">
              <a:extLst>
                <a:ext uri="{FF2B5EF4-FFF2-40B4-BE49-F238E27FC236}">
                  <a16:creationId xmlns:a16="http://schemas.microsoft.com/office/drawing/2014/main" id="{9526ED6A-F645-D443-77B3-24EDED5C827A}"/>
                </a:ext>
              </a:extLst>
            </p:cNvPr>
            <p:cNvSpPr/>
            <p:nvPr/>
          </p:nvSpPr>
          <p:spPr>
            <a:xfrm>
              <a:off x="128536" y="3549480"/>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الأرشفة</a:t>
              </a: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30" name="موصل: على شكل مرفق 29">
              <a:extLst>
                <a:ext uri="{FF2B5EF4-FFF2-40B4-BE49-F238E27FC236}">
                  <a16:creationId xmlns:a16="http://schemas.microsoft.com/office/drawing/2014/main" id="{DCEC8E88-850E-39D8-0B8B-442DD73F37AD}"/>
                </a:ext>
              </a:extLst>
            </p:cNvPr>
            <p:cNvCxnSpPr>
              <a:cxnSpLocks/>
            </p:cNvCxnSpPr>
            <p:nvPr/>
          </p:nvCxnSpPr>
          <p:spPr>
            <a:xfrm rot="5400000">
              <a:off x="171322" y="2823875"/>
              <a:ext cx="219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4" name="مستطيل 33">
              <a:extLst>
                <a:ext uri="{FF2B5EF4-FFF2-40B4-BE49-F238E27FC236}">
                  <a16:creationId xmlns:a16="http://schemas.microsoft.com/office/drawing/2014/main" id="{2261AEA9-6FF5-4068-D3D7-5759065EDD90}"/>
                </a:ext>
              </a:extLst>
            </p:cNvPr>
            <p:cNvSpPr/>
            <p:nvPr/>
          </p:nvSpPr>
          <p:spPr>
            <a:xfrm>
              <a:off x="123238" y="3938676"/>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الجباية</a:t>
              </a: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35" name="موصل: على شكل مرفق 34">
              <a:extLst>
                <a:ext uri="{FF2B5EF4-FFF2-40B4-BE49-F238E27FC236}">
                  <a16:creationId xmlns:a16="http://schemas.microsoft.com/office/drawing/2014/main" id="{1DBF98F4-B159-6256-BB25-BF519FCAD9E8}"/>
                </a:ext>
              </a:extLst>
            </p:cNvPr>
            <p:cNvCxnSpPr>
              <a:cxnSpLocks/>
            </p:cNvCxnSpPr>
            <p:nvPr/>
          </p:nvCxnSpPr>
          <p:spPr>
            <a:xfrm rot="5400000">
              <a:off x="-7354" y="3021102"/>
              <a:ext cx="255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6" name="مستطيل 35">
              <a:extLst>
                <a:ext uri="{FF2B5EF4-FFF2-40B4-BE49-F238E27FC236}">
                  <a16:creationId xmlns:a16="http://schemas.microsoft.com/office/drawing/2014/main" id="{00DAA744-8E65-38FC-2494-35CD67EA16DE}"/>
                </a:ext>
              </a:extLst>
            </p:cNvPr>
            <p:cNvSpPr/>
            <p:nvPr/>
          </p:nvSpPr>
          <p:spPr>
            <a:xfrm>
              <a:off x="116611" y="4337468"/>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الديوان</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37" name="موصل: على شكل مرفق 36">
              <a:extLst>
                <a:ext uri="{FF2B5EF4-FFF2-40B4-BE49-F238E27FC236}">
                  <a16:creationId xmlns:a16="http://schemas.microsoft.com/office/drawing/2014/main" id="{7B6F7747-1730-1CCA-ECA6-AB2969B2B273}"/>
                </a:ext>
              </a:extLst>
            </p:cNvPr>
            <p:cNvCxnSpPr>
              <a:cxnSpLocks/>
            </p:cNvCxnSpPr>
            <p:nvPr/>
          </p:nvCxnSpPr>
          <p:spPr>
            <a:xfrm rot="5400000">
              <a:off x="-187351" y="3232900"/>
              <a:ext cx="291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8" name="مستطيل 37">
              <a:extLst>
                <a:ext uri="{FF2B5EF4-FFF2-40B4-BE49-F238E27FC236}">
                  <a16:creationId xmlns:a16="http://schemas.microsoft.com/office/drawing/2014/main" id="{2E717A19-A7DF-BE36-5A07-A5D5C2BE6403}"/>
                </a:ext>
              </a:extLst>
            </p:cNvPr>
            <p:cNvSpPr/>
            <p:nvPr/>
          </p:nvSpPr>
          <p:spPr>
            <a:xfrm>
              <a:off x="124566" y="4727075"/>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المطابقة المالية</a:t>
              </a:r>
            </a:p>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40" name="موصل: على شكل مرفق 39">
              <a:extLst>
                <a:ext uri="{FF2B5EF4-FFF2-40B4-BE49-F238E27FC236}">
                  <a16:creationId xmlns:a16="http://schemas.microsoft.com/office/drawing/2014/main" id="{C8A40B6B-8C67-D730-94B6-233FBB1E1DC0}"/>
                </a:ext>
              </a:extLst>
            </p:cNvPr>
            <p:cNvCxnSpPr>
              <a:cxnSpLocks/>
            </p:cNvCxnSpPr>
            <p:nvPr/>
          </p:nvCxnSpPr>
          <p:spPr>
            <a:xfrm rot="5400000">
              <a:off x="-384024" y="3448133"/>
              <a:ext cx="3312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1" name="مستطيل 40">
              <a:extLst>
                <a:ext uri="{FF2B5EF4-FFF2-40B4-BE49-F238E27FC236}">
                  <a16:creationId xmlns:a16="http://schemas.microsoft.com/office/drawing/2014/main" id="{9E70D4F0-A879-86D9-8313-F8E25B241F5A}"/>
                </a:ext>
              </a:extLst>
            </p:cNvPr>
            <p:cNvSpPr/>
            <p:nvPr/>
          </p:nvSpPr>
          <p:spPr>
            <a:xfrm>
              <a:off x="125891" y="5118007"/>
              <a:ext cx="928030"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الأختام</a:t>
              </a:r>
            </a:p>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83" name="مستطيل 82">
              <a:extLst>
                <a:ext uri="{FF2B5EF4-FFF2-40B4-BE49-F238E27FC236}">
                  <a16:creationId xmlns:a16="http://schemas.microsoft.com/office/drawing/2014/main" id="{C6F160D7-A0FE-A04E-98CF-A3F9C0F9184D}"/>
                </a:ext>
              </a:extLst>
            </p:cNvPr>
            <p:cNvSpPr/>
            <p:nvPr/>
          </p:nvSpPr>
          <p:spPr>
            <a:xfrm>
              <a:off x="161740" y="1943020"/>
              <a:ext cx="905741" cy="3506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gn="ctr"/>
              <a:r>
                <a:rPr lang="ar-SA"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معاون رئيس المركز</a:t>
              </a:r>
            </a:p>
            <a:p>
              <a:pPr algn="ct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84" name="موصل: على شكل مرفق 83">
              <a:extLst>
                <a:ext uri="{FF2B5EF4-FFF2-40B4-BE49-F238E27FC236}">
                  <a16:creationId xmlns:a16="http://schemas.microsoft.com/office/drawing/2014/main" id="{CD1629DE-50F9-1EFD-2278-5822733D1E28}"/>
                </a:ext>
              </a:extLst>
            </p:cNvPr>
            <p:cNvCxnSpPr>
              <a:cxnSpLocks/>
            </p:cNvCxnSpPr>
            <p:nvPr/>
          </p:nvCxnSpPr>
          <p:spPr>
            <a:xfrm rot="5400000">
              <a:off x="1160802" y="1814966"/>
              <a:ext cx="216000" cy="3960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5" name="موصل: على شكل مرفق 84">
              <a:extLst>
                <a:ext uri="{FF2B5EF4-FFF2-40B4-BE49-F238E27FC236}">
                  <a16:creationId xmlns:a16="http://schemas.microsoft.com/office/drawing/2014/main" id="{96BCAF43-5A41-6D02-CF49-45347FCB446D}"/>
                </a:ext>
              </a:extLst>
            </p:cNvPr>
            <p:cNvCxnSpPr>
              <a:cxnSpLocks/>
            </p:cNvCxnSpPr>
            <p:nvPr/>
          </p:nvCxnSpPr>
          <p:spPr>
            <a:xfrm rot="16200000" flipH="1">
              <a:off x="8471571" y="-1636576"/>
              <a:ext cx="648000" cy="5328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88" name="مستطيل 87">
              <a:extLst>
                <a:ext uri="{FF2B5EF4-FFF2-40B4-BE49-F238E27FC236}">
                  <a16:creationId xmlns:a16="http://schemas.microsoft.com/office/drawing/2014/main" id="{BC004A40-D7A6-5196-0032-82751E04C4BB}"/>
                </a:ext>
              </a:extLst>
            </p:cNvPr>
            <p:cNvSpPr/>
            <p:nvPr/>
          </p:nvSpPr>
          <p:spPr>
            <a:xfrm>
              <a:off x="10993098" y="1406510"/>
              <a:ext cx="1032319" cy="496387"/>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المكتب القانوني</a:t>
              </a:r>
            </a:p>
          </p:txBody>
        </p:sp>
      </p:grpSp>
      <p:sp>
        <p:nvSpPr>
          <p:cNvPr id="7" name="Date Placeholder 6">
            <a:extLst>
              <a:ext uri="{FF2B5EF4-FFF2-40B4-BE49-F238E27FC236}">
                <a16:creationId xmlns:a16="http://schemas.microsoft.com/office/drawing/2014/main" id="{91610C08-8B06-6E4A-114D-ABFC4A51FF30}"/>
              </a:ext>
            </a:extLst>
          </p:cNvPr>
          <p:cNvSpPr>
            <a:spLocks noGrp="1"/>
          </p:cNvSpPr>
          <p:nvPr>
            <p:ph type="dt" sz="half" idx="10"/>
          </p:nvPr>
        </p:nvSpPr>
        <p:spPr/>
        <p:txBody>
          <a:bodyPr/>
          <a:lstStyle/>
          <a:p>
            <a:fld id="{7188CDEA-DCFE-4A66-B62A-045782CB9838}" type="datetime8">
              <a:rPr lang="ar-SY" smtClean="0"/>
              <a:t>28 تشرين الأول، 26</a:t>
            </a:fld>
            <a:endParaRPr lang="ar-SY" dirty="0"/>
          </a:p>
        </p:txBody>
      </p:sp>
      <p:sp>
        <p:nvSpPr>
          <p:cNvPr id="42" name="Footer Placeholder 41">
            <a:extLst>
              <a:ext uri="{FF2B5EF4-FFF2-40B4-BE49-F238E27FC236}">
                <a16:creationId xmlns:a16="http://schemas.microsoft.com/office/drawing/2014/main" id="{D60EFFBF-9961-0B13-036B-ABB20F4886F7}"/>
              </a:ext>
            </a:extLst>
          </p:cNvPr>
          <p:cNvSpPr>
            <a:spLocks noGrp="1"/>
          </p:cNvSpPr>
          <p:nvPr>
            <p:ph type="ftr" sz="quarter" idx="11"/>
          </p:nvPr>
        </p:nvSpPr>
        <p:spPr/>
        <p:txBody>
          <a:bodyPr/>
          <a:lstStyle/>
          <a:p>
            <a:r>
              <a:rPr lang="ar-SY"/>
              <a:t>التعريف العام بمحافظة دمشق</a:t>
            </a:r>
          </a:p>
        </p:txBody>
      </p:sp>
      <p:sp>
        <p:nvSpPr>
          <p:cNvPr id="47" name="Slide Number Placeholder 46">
            <a:extLst>
              <a:ext uri="{FF2B5EF4-FFF2-40B4-BE49-F238E27FC236}">
                <a16:creationId xmlns:a16="http://schemas.microsoft.com/office/drawing/2014/main" id="{CA858F12-ACB5-7A55-9111-31C87BB08107}"/>
              </a:ext>
            </a:extLst>
          </p:cNvPr>
          <p:cNvSpPr>
            <a:spLocks noGrp="1"/>
          </p:cNvSpPr>
          <p:nvPr>
            <p:ph type="sldNum" sz="quarter" idx="12"/>
          </p:nvPr>
        </p:nvSpPr>
        <p:spPr/>
        <p:txBody>
          <a:bodyPr/>
          <a:lstStyle/>
          <a:p>
            <a:fld id="{065EBCF0-071A-41B4-9C48-9ADF70E893B6}" type="slidenum">
              <a:rPr lang="ar-SY" smtClean="0"/>
              <a:pPr/>
              <a:t>26</a:t>
            </a:fld>
            <a:endParaRPr lang="ar-SY" dirty="0"/>
          </a:p>
        </p:txBody>
      </p:sp>
    </p:spTree>
    <p:extLst>
      <p:ext uri="{BB962C8B-B14F-4D97-AF65-F5344CB8AC3E}">
        <p14:creationId xmlns:p14="http://schemas.microsoft.com/office/powerpoint/2010/main" val="633585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90AC-858D-0222-E6ED-65E214E5C68D}"/>
              </a:ext>
            </a:extLst>
          </p:cNvPr>
          <p:cNvSpPr>
            <a:spLocks noGrp="1"/>
          </p:cNvSpPr>
          <p:nvPr>
            <p:ph type="title"/>
          </p:nvPr>
        </p:nvSpPr>
        <p:spPr/>
        <p:txBody>
          <a:bodyPr/>
          <a:lstStyle/>
          <a:p>
            <a:r>
              <a:rPr lang="ar-SY" dirty="0"/>
              <a:t>مديرية الرقابة الداخلية</a:t>
            </a:r>
          </a:p>
        </p:txBody>
      </p:sp>
      <p:sp>
        <p:nvSpPr>
          <p:cNvPr id="3" name="Content Placeholder 2">
            <a:extLst>
              <a:ext uri="{FF2B5EF4-FFF2-40B4-BE49-F238E27FC236}">
                <a16:creationId xmlns:a16="http://schemas.microsoft.com/office/drawing/2014/main" id="{2D9C56F8-4393-E74B-0DA9-F4052932BF5A}"/>
              </a:ext>
            </a:extLst>
          </p:cNvPr>
          <p:cNvSpPr>
            <a:spLocks noGrp="1"/>
          </p:cNvSpPr>
          <p:nvPr>
            <p:ph idx="1"/>
          </p:nvPr>
        </p:nvSpPr>
        <p:spPr/>
        <p:txBody>
          <a:bodyPr>
            <a:normAutofit fontScale="70000" lnSpcReduction="20000"/>
          </a:bodyPr>
          <a:lstStyle/>
          <a:p>
            <a:pPr marL="0" indent="0">
              <a:buNone/>
            </a:pPr>
            <a:r>
              <a:rPr lang="ar-SY" dirty="0"/>
              <a:t>هي الجهة المختصة بممارسة أعمال الرقابة والتفتيش داخل المحافظة، وفق أحكام القوانين والأنظمة النافذة وتعليمات المحافظ.</a:t>
            </a:r>
            <a:br>
              <a:rPr lang="ar-SY" dirty="0"/>
            </a:br>
            <a:r>
              <a:rPr lang="ar-SY" dirty="0"/>
              <a:t>تتولى التحقيق في المخالفات والشكاوى المحالة إليها، والتحقق من حسن تطبيق القوانين، وكشف أوجه القصور والخلل في العمل الإداري والمالي واقتراح معالجتها.</a:t>
            </a:r>
            <a:br>
              <a:rPr lang="ar-SY" dirty="0"/>
            </a:br>
            <a:r>
              <a:rPr lang="ar-SY" dirty="0"/>
              <a:t>تعمل على التثبت من سلامة إدارة الأموال العامة، ومتابعة تنفيذ التقارير الرقابية والتفتيشية الصادرة عن الجهات الرقابية المختصة.</a:t>
            </a:r>
            <a:br>
              <a:rPr lang="ar-SY" dirty="0"/>
            </a:br>
            <a:r>
              <a:rPr lang="ar-SY" dirty="0"/>
              <a:t>كما تتابع القضايا الإدارية والتأديبية والقضائية المرتبطة بعمل المحافظة، وترفع تقارير دورية للمحافظ لضمان الشفافية وحسن الأداء المؤسسي.</a:t>
            </a:r>
          </a:p>
        </p:txBody>
      </p:sp>
      <p:sp>
        <p:nvSpPr>
          <p:cNvPr id="4" name="Date Placeholder 3">
            <a:extLst>
              <a:ext uri="{FF2B5EF4-FFF2-40B4-BE49-F238E27FC236}">
                <a16:creationId xmlns:a16="http://schemas.microsoft.com/office/drawing/2014/main" id="{A26FFFE9-D838-2DEF-0476-7E05287E1A8B}"/>
              </a:ext>
            </a:extLst>
          </p:cNvPr>
          <p:cNvSpPr>
            <a:spLocks noGrp="1"/>
          </p:cNvSpPr>
          <p:nvPr>
            <p:ph type="dt" sz="half" idx="10"/>
          </p:nvPr>
        </p:nvSpPr>
        <p:spPr/>
        <p:txBody>
          <a:bodyPr/>
          <a:lstStyle/>
          <a:p>
            <a:fld id="{ED5438DC-2291-4CF9-9282-E6C044CA55BA}" type="datetime8">
              <a:rPr lang="ar-SY" smtClean="0"/>
              <a:t>28 تشرين الأول، 26</a:t>
            </a:fld>
            <a:endParaRPr lang="ar-SY" dirty="0"/>
          </a:p>
        </p:txBody>
      </p:sp>
      <p:sp>
        <p:nvSpPr>
          <p:cNvPr id="5" name="Footer Placeholder 4">
            <a:extLst>
              <a:ext uri="{FF2B5EF4-FFF2-40B4-BE49-F238E27FC236}">
                <a16:creationId xmlns:a16="http://schemas.microsoft.com/office/drawing/2014/main" id="{4BABCF10-F07D-F83C-D3F3-593340198FB1}"/>
              </a:ext>
            </a:extLst>
          </p:cNvPr>
          <p:cNvSpPr>
            <a:spLocks noGrp="1"/>
          </p:cNvSpPr>
          <p:nvPr>
            <p:ph type="ftr" sz="quarter" idx="11"/>
          </p:nvPr>
        </p:nvSpPr>
        <p:spPr/>
        <p:txBody>
          <a:bodyPr/>
          <a:lstStyle/>
          <a:p>
            <a:r>
              <a:rPr lang="ar-SY"/>
              <a:t>التعريف العام بمحافظة دمشق</a:t>
            </a:r>
          </a:p>
        </p:txBody>
      </p:sp>
      <p:sp>
        <p:nvSpPr>
          <p:cNvPr id="6" name="Slide Number Placeholder 5">
            <a:extLst>
              <a:ext uri="{FF2B5EF4-FFF2-40B4-BE49-F238E27FC236}">
                <a16:creationId xmlns:a16="http://schemas.microsoft.com/office/drawing/2014/main" id="{37750C78-C22E-0B5E-3972-867903449E73}"/>
              </a:ext>
            </a:extLst>
          </p:cNvPr>
          <p:cNvSpPr>
            <a:spLocks noGrp="1"/>
          </p:cNvSpPr>
          <p:nvPr>
            <p:ph type="sldNum" sz="quarter" idx="12"/>
          </p:nvPr>
        </p:nvSpPr>
        <p:spPr/>
        <p:txBody>
          <a:bodyPr/>
          <a:lstStyle/>
          <a:p>
            <a:fld id="{065EBCF0-071A-41B4-9C48-9ADF70E893B6}" type="slidenum">
              <a:rPr lang="ar-SY" smtClean="0"/>
              <a:pPr/>
              <a:t>27</a:t>
            </a:fld>
            <a:endParaRPr lang="ar-SY" dirty="0"/>
          </a:p>
        </p:txBody>
      </p:sp>
    </p:spTree>
    <p:extLst>
      <p:ext uri="{BB962C8B-B14F-4D97-AF65-F5344CB8AC3E}">
        <p14:creationId xmlns:p14="http://schemas.microsoft.com/office/powerpoint/2010/main" val="29352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2332819" y="1239083"/>
            <a:ext cx="8199614" cy="4439605"/>
            <a:chOff x="2332819" y="1239083"/>
            <a:chExt cx="8199614" cy="4439605"/>
          </a:xfrm>
        </p:grpSpPr>
        <p:grpSp>
          <p:nvGrpSpPr>
            <p:cNvPr id="2" name="Group 1"/>
            <p:cNvGrpSpPr/>
            <p:nvPr/>
          </p:nvGrpSpPr>
          <p:grpSpPr>
            <a:xfrm>
              <a:off x="2332819" y="1239083"/>
              <a:ext cx="8199614" cy="4439605"/>
              <a:chOff x="2263546" y="130719"/>
              <a:chExt cx="8199614" cy="4439605"/>
            </a:xfrm>
          </p:grpSpPr>
          <p:sp>
            <p:nvSpPr>
              <p:cNvPr id="13" name="مستطيل 12">
                <a:extLst>
                  <a:ext uri="{FF2B5EF4-FFF2-40B4-BE49-F238E27FC236}">
                    <a16:creationId xmlns:a16="http://schemas.microsoft.com/office/drawing/2014/main" id="{A5C26464-24E0-44AC-B988-79191DAE4A72}"/>
                  </a:ext>
                </a:extLst>
              </p:cNvPr>
              <p:cNvSpPr/>
              <p:nvPr/>
            </p:nvSpPr>
            <p:spPr>
              <a:xfrm>
                <a:off x="8829405" y="297351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latin typeface="Simplified Arabic" panose="02020603050405020304" pitchFamily="18" charset="-78"/>
                    <a:cs typeface="Simplified Arabic" panose="02020603050405020304" pitchFamily="18" charset="-78"/>
                  </a:rPr>
                  <a:t>دائرة </a:t>
                </a:r>
                <a:r>
                  <a:rPr lang="ar-SA" sz="1200" b="1" dirty="0">
                    <a:ln w="0"/>
                    <a:solidFill>
                      <a:schemeClr val="tx1"/>
                    </a:solidFill>
                    <a:latin typeface="Simplified Arabic" panose="02020603050405020304" pitchFamily="18" charset="-78"/>
                    <a:cs typeface="Simplified Arabic" panose="02020603050405020304" pitchFamily="18" charset="-78"/>
                  </a:rPr>
                  <a:t>الش</a:t>
                </a:r>
                <a:r>
                  <a:rPr lang="ar-SY" sz="1200" b="1" dirty="0" err="1">
                    <a:ln w="0"/>
                    <a:solidFill>
                      <a:schemeClr val="tx1"/>
                    </a:solidFill>
                    <a:latin typeface="Simplified Arabic" panose="02020603050405020304" pitchFamily="18" charset="-78"/>
                    <a:cs typeface="Simplified Arabic" panose="02020603050405020304" pitchFamily="18" charset="-78"/>
                  </a:rPr>
                  <a:t>ؤون</a:t>
                </a:r>
                <a:r>
                  <a:rPr lang="ar-SY" sz="1200" b="1" dirty="0">
                    <a:ln w="0"/>
                    <a:solidFill>
                      <a:schemeClr val="tx1"/>
                    </a:solidFill>
                    <a:latin typeface="Simplified Arabic" panose="02020603050405020304" pitchFamily="18" charset="-78"/>
                    <a:cs typeface="Simplified Arabic" panose="02020603050405020304" pitchFamily="18" charset="-78"/>
                  </a:rPr>
                  <a:t> الإدارية</a:t>
                </a:r>
              </a:p>
            </p:txBody>
          </p:sp>
          <p:sp>
            <p:nvSpPr>
              <p:cNvPr id="17" name="مستطيل 16">
                <a:extLst>
                  <a:ext uri="{FF2B5EF4-FFF2-40B4-BE49-F238E27FC236}">
                    <a16:creationId xmlns:a16="http://schemas.microsoft.com/office/drawing/2014/main" id="{747072EF-2A54-4197-9E24-0A6723BEF0E6}"/>
                  </a:ext>
                </a:extLst>
              </p:cNvPr>
              <p:cNvSpPr/>
              <p:nvPr/>
            </p:nvSpPr>
            <p:spPr>
              <a:xfrm>
                <a:off x="9679964" y="3933217"/>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a:t>
                </a:r>
                <a:r>
                  <a:rPr lang="ar-SY" sz="1200" b="1" dirty="0">
                    <a:solidFill>
                      <a:schemeClr val="tx1"/>
                    </a:solidFill>
                    <a:latin typeface="Simplified Arabic" panose="02020603050405020304" pitchFamily="18" charset="-78"/>
                    <a:cs typeface="Simplified Arabic" panose="02020603050405020304" pitchFamily="18" charset="-78"/>
                  </a:rPr>
                  <a:t>الأرشيف</a:t>
                </a:r>
              </a:p>
            </p:txBody>
          </p:sp>
          <p:cxnSp>
            <p:nvCxnSpPr>
              <p:cNvPr id="31" name="موصل: على شكل مرفق 30">
                <a:extLst>
                  <a:ext uri="{FF2B5EF4-FFF2-40B4-BE49-F238E27FC236}">
                    <a16:creationId xmlns:a16="http://schemas.microsoft.com/office/drawing/2014/main" id="{496E7D6C-B412-43BE-B798-EEF7C2DCCF6D}"/>
                  </a:ext>
                </a:extLst>
              </p:cNvPr>
              <p:cNvCxnSpPr>
                <a:cxnSpLocks/>
                <a:stCxn id="13" idx="2"/>
              </p:cNvCxnSpPr>
              <p:nvPr/>
            </p:nvCxnSpPr>
            <p:spPr>
              <a:xfrm rot="16200000" flipH="1">
                <a:off x="9546631" y="3408285"/>
                <a:ext cx="419707" cy="6301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99" name="مستطيل 198">
                <a:extLst>
                  <a:ext uri="{FF2B5EF4-FFF2-40B4-BE49-F238E27FC236}">
                    <a16:creationId xmlns:a16="http://schemas.microsoft.com/office/drawing/2014/main" id="{EBEE7F71-AAF2-4EE5-A6B1-2FD803A94C52}"/>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600" b="1" dirty="0">
                    <a:ln w="0"/>
                    <a:solidFill>
                      <a:schemeClr val="tx1"/>
                    </a:solidFill>
                    <a:latin typeface="Simplified Arabic" panose="02020603050405020304" pitchFamily="18" charset="-78"/>
                    <a:cs typeface="Simplified Arabic" panose="02020603050405020304" pitchFamily="18" charset="-78"/>
                  </a:rPr>
                  <a:t>مديرية ال</a:t>
                </a:r>
                <a:r>
                  <a:rPr lang="ar-SY" sz="1600" b="1" dirty="0">
                    <a:ln w="0"/>
                    <a:solidFill>
                      <a:schemeClr val="tx1"/>
                    </a:solidFill>
                    <a:latin typeface="Simplified Arabic" panose="02020603050405020304" pitchFamily="18" charset="-78"/>
                    <a:cs typeface="Simplified Arabic" panose="02020603050405020304" pitchFamily="18" charset="-78"/>
                  </a:rPr>
                  <a:t>رقابة الداخلية</a:t>
                </a: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p:cNvCxnSpPr>
              <p:nvPr/>
            </p:nvCxnSpPr>
            <p:spPr>
              <a:xfrm rot="16200000" flipH="1">
                <a:off x="7017014" y="549120"/>
                <a:ext cx="1540787" cy="3307995"/>
              </a:xfrm>
              <a:prstGeom prst="bentConnector3">
                <a:avLst>
                  <a:gd name="adj1" fmla="val 51957"/>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75">
                <a:extLst>
                  <a:ext uri="{FF2B5EF4-FFF2-40B4-BE49-F238E27FC236}">
                    <a16:creationId xmlns:a16="http://schemas.microsoft.com/office/drawing/2014/main" id="{34C64E4E-BBA0-4263-9FA1-F66BABF7C40A}"/>
                  </a:ext>
                </a:extLst>
              </p:cNvPr>
              <p:cNvSpPr/>
              <p:nvPr/>
            </p:nvSpPr>
            <p:spPr>
              <a:xfrm>
                <a:off x="8511871" y="3933217"/>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a:t>
                </a:r>
                <a:r>
                  <a:rPr lang="ar-SY" sz="1200" b="1" dirty="0">
                    <a:solidFill>
                      <a:schemeClr val="tx1"/>
                    </a:solidFill>
                    <a:latin typeface="Simplified Arabic" panose="02020603050405020304" pitchFamily="18" charset="-78"/>
                    <a:cs typeface="Simplified Arabic" panose="02020603050405020304" pitchFamily="18" charset="-78"/>
                  </a:rPr>
                  <a:t>الديوان</a:t>
                </a:r>
                <a:endParaRPr lang="ar-SA" sz="1200" b="1" dirty="0">
                  <a:solidFill>
                    <a:schemeClr val="tx1"/>
                  </a:solidFill>
                  <a:latin typeface="Simplified Arabic" panose="02020603050405020304" pitchFamily="18" charset="-78"/>
                  <a:cs typeface="Simplified Arabic" panose="02020603050405020304" pitchFamily="18" charset="-78"/>
                </a:endParaRPr>
              </a:p>
            </p:txBody>
          </p:sp>
          <p:cxnSp>
            <p:nvCxnSpPr>
              <p:cNvPr id="77" name="موصل: على شكل مرفق 76">
                <a:extLst>
                  <a:ext uri="{FF2B5EF4-FFF2-40B4-BE49-F238E27FC236}">
                    <a16:creationId xmlns:a16="http://schemas.microsoft.com/office/drawing/2014/main" id="{4D85285C-BE2C-44B0-A805-E67E9A399983}"/>
                  </a:ext>
                </a:extLst>
              </p:cNvPr>
              <p:cNvCxnSpPr>
                <a:cxnSpLocks/>
                <a:stCxn id="13" idx="2"/>
                <a:endCxn id="76" idx="0"/>
              </p:cNvCxnSpPr>
              <p:nvPr/>
            </p:nvCxnSpPr>
            <p:spPr>
              <a:xfrm rot="5400000">
                <a:off x="8954594" y="3446406"/>
                <a:ext cx="419706" cy="55391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A670E44A-C4FC-5D9F-06D4-EF28D6FEE8FE}"/>
                  </a:ext>
                </a:extLst>
              </p:cNvPr>
              <p:cNvSpPr/>
              <p:nvPr/>
            </p:nvSpPr>
            <p:spPr>
              <a:xfrm>
                <a:off x="2263546" y="303139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latin typeface="Simplified Arabic" panose="02020603050405020304" pitchFamily="18" charset="-78"/>
                    <a:cs typeface="Simplified Arabic" panose="02020603050405020304" pitchFamily="18" charset="-78"/>
                  </a:rPr>
                  <a:t>مكتب الرقابة</a:t>
                </a:r>
              </a:p>
            </p:txBody>
          </p:sp>
          <p:cxnSp>
            <p:nvCxnSpPr>
              <p:cNvPr id="39" name="موصل: على شكل مرفق 38">
                <a:extLst>
                  <a:ext uri="{FF2B5EF4-FFF2-40B4-BE49-F238E27FC236}">
                    <a16:creationId xmlns:a16="http://schemas.microsoft.com/office/drawing/2014/main" id="{812D1E63-5EC8-A9ED-6C16-69A3D656212B}"/>
                  </a:ext>
                </a:extLst>
              </p:cNvPr>
              <p:cNvCxnSpPr>
                <a:cxnSpLocks/>
              </p:cNvCxnSpPr>
              <p:nvPr/>
            </p:nvCxnSpPr>
            <p:spPr>
              <a:xfrm rot="5400000">
                <a:off x="3739410" y="592291"/>
                <a:ext cx="1512000" cy="3276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4EE19D90-603E-FE4E-580D-2F099C138B65}"/>
                  </a:ext>
                </a:extLst>
              </p:cNvPr>
              <p:cNvSpPr/>
              <p:nvPr/>
            </p:nvSpPr>
            <p:spPr>
              <a:xfrm>
                <a:off x="3450577" y="802036"/>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a:ln w="0"/>
                    <a:solidFill>
                      <a:schemeClr val="tx1"/>
                    </a:solidFill>
                    <a:latin typeface="Simplified Arabic" panose="02020603050405020304" pitchFamily="18" charset="-78"/>
                    <a:cs typeface="Simplified Arabic" panose="02020603050405020304" pitchFamily="18" charset="-78"/>
                  </a:rPr>
                  <a:t>معاون مدير</a:t>
                </a:r>
                <a:endParaRPr lang="ar-SY" sz="1200" b="1" dirty="0">
                  <a:ln w="0"/>
                  <a:solidFill>
                    <a:schemeClr val="tx1"/>
                  </a:solidFill>
                  <a:latin typeface="Simplified Arabic" panose="02020603050405020304" pitchFamily="18" charset="-78"/>
                  <a:cs typeface="Simplified Arabic" panose="02020603050405020304" pitchFamily="18" charset="-78"/>
                </a:endParaRP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stCxn id="199" idx="2"/>
                <a:endCxn id="66" idx="3"/>
              </p:cNvCxnSpPr>
              <p:nvPr/>
            </p:nvCxnSpPr>
            <p:spPr>
              <a:xfrm rot="5400000">
                <a:off x="5203335" y="141961"/>
                <a:ext cx="401317" cy="145883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grpSp>
        <p:sp>
          <p:nvSpPr>
            <p:cNvPr id="24" name="مستطيل 65">
              <a:extLst>
                <a:ext uri="{FF2B5EF4-FFF2-40B4-BE49-F238E27FC236}">
                  <a16:creationId xmlns:a16="http://schemas.microsoft.com/office/drawing/2014/main" id="{4EE19D90-603E-FE4E-580D-2F099C138B65}"/>
                </a:ext>
              </a:extLst>
            </p:cNvPr>
            <p:cNvSpPr/>
            <p:nvPr/>
          </p:nvSpPr>
          <p:spPr>
            <a:xfrm>
              <a:off x="7519837" y="1885424"/>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latin typeface="Simplified Arabic" panose="02020603050405020304" pitchFamily="18" charset="-78"/>
                  <a:cs typeface="Simplified Arabic" panose="02020603050405020304" pitchFamily="18" charset="-78"/>
                </a:rPr>
                <a:t>معاون</a:t>
              </a:r>
              <a:r>
                <a:rPr lang="ar-SY" sz="1200" b="1" dirty="0">
                  <a:ln w="0"/>
                  <a:solidFill>
                    <a:schemeClr val="tx1"/>
                  </a:solidFill>
                  <a:latin typeface="Simplified Arabic" panose="02020603050405020304" pitchFamily="18" charset="-78"/>
                  <a:cs typeface="Simplified Arabic" panose="02020603050405020304" pitchFamily="18" charset="-78"/>
                </a:rPr>
                <a:t> </a:t>
              </a:r>
              <a:r>
                <a:rPr lang="ar-SA" sz="1200" b="1" dirty="0">
                  <a:ln w="0"/>
                  <a:solidFill>
                    <a:schemeClr val="tx1"/>
                  </a:solidFill>
                  <a:latin typeface="Simplified Arabic" panose="02020603050405020304" pitchFamily="18" charset="-78"/>
                  <a:cs typeface="Simplified Arabic" panose="02020603050405020304" pitchFamily="18" charset="-78"/>
                </a:rPr>
                <a:t>مدير</a:t>
              </a:r>
              <a:r>
                <a:rPr lang="ar-SY" sz="1200" b="1" dirty="0">
                  <a:ln w="0"/>
                  <a:solidFill>
                    <a:schemeClr val="tx1"/>
                  </a:solidFill>
                  <a:latin typeface="Simplified Arabic" panose="02020603050405020304" pitchFamily="18" charset="-78"/>
                  <a:cs typeface="Simplified Arabic" panose="02020603050405020304" pitchFamily="18" charset="-78"/>
                </a:rPr>
                <a:t> أول</a:t>
              </a:r>
            </a:p>
          </p:txBody>
        </p:sp>
        <p:cxnSp>
          <p:nvCxnSpPr>
            <p:cNvPr id="25" name="موصل: على شكل مرفق 66">
              <a:extLst>
                <a:ext uri="{FF2B5EF4-FFF2-40B4-BE49-F238E27FC236}">
                  <a16:creationId xmlns:a16="http://schemas.microsoft.com/office/drawing/2014/main" id="{2BB33B9E-0C96-7542-52A8-4297B093032F}"/>
                </a:ext>
              </a:extLst>
            </p:cNvPr>
            <p:cNvCxnSpPr>
              <a:cxnSpLocks/>
              <a:stCxn id="199" idx="2"/>
              <a:endCxn id="24" idx="1"/>
            </p:cNvCxnSpPr>
            <p:nvPr/>
          </p:nvCxnSpPr>
          <p:spPr>
            <a:xfrm rot="16200000" flipH="1">
              <a:off x="6673089" y="1308675"/>
              <a:ext cx="376341" cy="131715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0" name="مستطيل 208">
              <a:extLst>
                <a:ext uri="{FF2B5EF4-FFF2-40B4-BE49-F238E27FC236}">
                  <a16:creationId xmlns:a16="http://schemas.microsoft.com/office/drawing/2014/main" id="{3FBB4A85-9D4F-6037-67FE-815588A03675}"/>
                </a:ext>
              </a:extLst>
            </p:cNvPr>
            <p:cNvSpPr/>
            <p:nvPr/>
          </p:nvSpPr>
          <p:spPr>
            <a:xfrm>
              <a:off x="7532528" y="2541086"/>
              <a:ext cx="1224000" cy="54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noProof="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مدير المكتب</a:t>
              </a:r>
            </a:p>
          </p:txBody>
        </p:sp>
        <p:cxnSp>
          <p:nvCxnSpPr>
            <p:cNvPr id="38" name="موصل: على شكل مرفق 66">
              <a:extLst>
                <a:ext uri="{FF2B5EF4-FFF2-40B4-BE49-F238E27FC236}">
                  <a16:creationId xmlns:a16="http://schemas.microsoft.com/office/drawing/2014/main" id="{2BB33B9E-0C96-7542-52A8-4297B093032F}"/>
                </a:ext>
              </a:extLst>
            </p:cNvPr>
            <p:cNvCxnSpPr>
              <a:cxnSpLocks/>
              <a:stCxn id="199" idx="2"/>
              <a:endCxn id="30" idx="1"/>
            </p:cNvCxnSpPr>
            <p:nvPr/>
          </p:nvCxnSpPr>
          <p:spPr>
            <a:xfrm rot="16200000" flipH="1">
              <a:off x="6351604" y="1630161"/>
              <a:ext cx="1032003" cy="132984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6202683" y="2155424"/>
              <a:ext cx="0" cy="597107"/>
            </a:xfrm>
            <a:prstGeom prst="line">
              <a:avLst/>
            </a:prstGeom>
            <a:ln w="28575"/>
          </p:spPr>
          <p:style>
            <a:lnRef idx="3">
              <a:schemeClr val="dk1"/>
            </a:lnRef>
            <a:fillRef idx="0">
              <a:schemeClr val="dk1"/>
            </a:fillRef>
            <a:effectRef idx="2">
              <a:schemeClr val="dk1"/>
            </a:effectRef>
            <a:fontRef idx="minor">
              <a:schemeClr val="tx1"/>
            </a:fontRef>
          </p:style>
        </p:cxnSp>
      </p:grpSp>
      <p:sp>
        <p:nvSpPr>
          <p:cNvPr id="3" name="Date Placeholder 2">
            <a:extLst>
              <a:ext uri="{FF2B5EF4-FFF2-40B4-BE49-F238E27FC236}">
                <a16:creationId xmlns:a16="http://schemas.microsoft.com/office/drawing/2014/main" id="{BA3463BA-DA59-EE95-0BA2-D5B7FAA3416D}"/>
              </a:ext>
            </a:extLst>
          </p:cNvPr>
          <p:cNvSpPr>
            <a:spLocks noGrp="1"/>
          </p:cNvSpPr>
          <p:nvPr>
            <p:ph type="dt" sz="half" idx="10"/>
          </p:nvPr>
        </p:nvSpPr>
        <p:spPr/>
        <p:txBody>
          <a:bodyPr/>
          <a:lstStyle/>
          <a:p>
            <a:fld id="{FD7E4B92-1F87-4E74-9AAE-E7E8217FB7AB}" type="datetime8">
              <a:rPr lang="ar-SY" smtClean="0"/>
              <a:t>28 تشرين الأول، 26</a:t>
            </a:fld>
            <a:endParaRPr lang="ar-SY" dirty="0"/>
          </a:p>
        </p:txBody>
      </p:sp>
      <p:sp>
        <p:nvSpPr>
          <p:cNvPr id="4" name="Footer Placeholder 3">
            <a:extLst>
              <a:ext uri="{FF2B5EF4-FFF2-40B4-BE49-F238E27FC236}">
                <a16:creationId xmlns:a16="http://schemas.microsoft.com/office/drawing/2014/main" id="{542F9F42-ACBE-D9F3-7D78-8A9B56898648}"/>
              </a:ext>
            </a:extLst>
          </p:cNvPr>
          <p:cNvSpPr>
            <a:spLocks noGrp="1"/>
          </p:cNvSpPr>
          <p:nvPr>
            <p:ph type="ftr" sz="quarter" idx="11"/>
          </p:nvPr>
        </p:nvSpPr>
        <p:spPr/>
        <p:txBody>
          <a:bodyPr/>
          <a:lstStyle/>
          <a:p>
            <a:r>
              <a:rPr lang="ar-SY"/>
              <a:t>التعريف العام بمحافظة دمشق</a:t>
            </a:r>
          </a:p>
        </p:txBody>
      </p:sp>
      <p:sp>
        <p:nvSpPr>
          <p:cNvPr id="5" name="Slide Number Placeholder 4">
            <a:extLst>
              <a:ext uri="{FF2B5EF4-FFF2-40B4-BE49-F238E27FC236}">
                <a16:creationId xmlns:a16="http://schemas.microsoft.com/office/drawing/2014/main" id="{8FC914EA-7FC9-BB4F-B181-511F812F18DF}"/>
              </a:ext>
            </a:extLst>
          </p:cNvPr>
          <p:cNvSpPr>
            <a:spLocks noGrp="1"/>
          </p:cNvSpPr>
          <p:nvPr>
            <p:ph type="sldNum" sz="quarter" idx="12"/>
          </p:nvPr>
        </p:nvSpPr>
        <p:spPr/>
        <p:txBody>
          <a:bodyPr/>
          <a:lstStyle/>
          <a:p>
            <a:fld id="{065EBCF0-071A-41B4-9C48-9ADF70E893B6}" type="slidenum">
              <a:rPr lang="ar-SY" smtClean="0"/>
              <a:pPr/>
              <a:t>28</a:t>
            </a:fld>
            <a:endParaRPr lang="ar-SY" dirty="0"/>
          </a:p>
        </p:txBody>
      </p:sp>
    </p:spTree>
    <p:extLst>
      <p:ext uri="{BB962C8B-B14F-4D97-AF65-F5344CB8AC3E}">
        <p14:creationId xmlns:p14="http://schemas.microsoft.com/office/powerpoint/2010/main" val="2243713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875156-F8F3-F994-CB6B-986A459F5E6E}"/>
              </a:ext>
            </a:extLst>
          </p:cNvPr>
          <p:cNvSpPr>
            <a:spLocks noGrp="1"/>
          </p:cNvSpPr>
          <p:nvPr>
            <p:ph type="title"/>
          </p:nvPr>
        </p:nvSpPr>
        <p:spPr/>
        <p:txBody>
          <a:bodyPr/>
          <a:lstStyle/>
          <a:p>
            <a:r>
              <a:rPr lang="ar-SY" dirty="0"/>
              <a:t>مديرية شؤون الأملاك</a:t>
            </a:r>
          </a:p>
        </p:txBody>
      </p:sp>
      <p:sp>
        <p:nvSpPr>
          <p:cNvPr id="6" name="Content Placeholder 5">
            <a:extLst>
              <a:ext uri="{FF2B5EF4-FFF2-40B4-BE49-F238E27FC236}">
                <a16:creationId xmlns:a16="http://schemas.microsoft.com/office/drawing/2014/main" id="{9AB91A8D-4EFF-B4F7-D6CE-665DC7DFE79B}"/>
              </a:ext>
            </a:extLst>
          </p:cNvPr>
          <p:cNvSpPr>
            <a:spLocks noGrp="1"/>
          </p:cNvSpPr>
          <p:nvPr>
            <p:ph idx="1"/>
          </p:nvPr>
        </p:nvSpPr>
        <p:spPr/>
        <p:txBody>
          <a:bodyPr>
            <a:normAutofit fontScale="70000" lnSpcReduction="20000"/>
          </a:bodyPr>
          <a:lstStyle/>
          <a:p>
            <a:pPr marL="0" indent="0">
              <a:buNone/>
            </a:pPr>
            <a:r>
              <a:rPr lang="ar-SY" dirty="0"/>
              <a:t>هي الجهة المختصة بحصر وإدارة واستثمار أملاك المحافظة العامة والخاصة، وتنظيم القيود والسجلات العقارية العائدة لها وفق الأنظمة النافذة.</a:t>
            </a:r>
            <a:br>
              <a:rPr lang="ar-SY" dirty="0"/>
            </a:br>
            <a:r>
              <a:rPr lang="ar-SY" dirty="0"/>
              <a:t>تتولى متابعة نقل أملاك الدولة إلى ملكية المحافظة، وتنظيم عقود البيع والإيجار والاستثمار، ومتابعة تحصيل العوائد المالية المترتبة عليها.</a:t>
            </a:r>
            <a:br>
              <a:rPr lang="ar-SY" dirty="0"/>
            </a:br>
            <a:r>
              <a:rPr lang="ar-SY" dirty="0"/>
              <a:t>تشرف على تنظيم </a:t>
            </a:r>
            <a:r>
              <a:rPr lang="ar-SY" dirty="0" err="1"/>
              <a:t>إشغالات</a:t>
            </a:r>
            <a:r>
              <a:rPr lang="ar-SY" dirty="0"/>
              <a:t> الأملاك العامة، وترخيصها، وقمع المخالفات المرتبطة بها، بما يضمن حسن إدارة المال العام.</a:t>
            </a:r>
            <a:br>
              <a:rPr lang="ar-SY" dirty="0"/>
            </a:br>
            <a:r>
              <a:rPr lang="ar-SY" dirty="0"/>
              <a:t>كما تقوم بتوثيق القرارات </a:t>
            </a:r>
            <a:r>
              <a:rPr lang="ar-SY" dirty="0" err="1"/>
              <a:t>الاستملاكية</a:t>
            </a:r>
            <a:r>
              <a:rPr lang="ar-SY" dirty="0"/>
              <a:t> والتنظيمية، وإجراء الكشوف الميدانية، ودراسة أوضاع العقارات وطرق استثمارها بما يخدم المصلحة العامة.</a:t>
            </a:r>
          </a:p>
        </p:txBody>
      </p:sp>
      <p:sp>
        <p:nvSpPr>
          <p:cNvPr id="2" name="Date Placeholder 1">
            <a:extLst>
              <a:ext uri="{FF2B5EF4-FFF2-40B4-BE49-F238E27FC236}">
                <a16:creationId xmlns:a16="http://schemas.microsoft.com/office/drawing/2014/main" id="{9CDA46C4-C85E-5CC7-B405-3C09C0476434}"/>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9EDBD451-D9D3-CAFB-D575-C5A0CA7F6CF8}"/>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63A86392-34DB-98FC-7E5A-E21060100214}"/>
              </a:ext>
            </a:extLst>
          </p:cNvPr>
          <p:cNvSpPr>
            <a:spLocks noGrp="1"/>
          </p:cNvSpPr>
          <p:nvPr>
            <p:ph type="sldNum" sz="quarter" idx="12"/>
          </p:nvPr>
        </p:nvSpPr>
        <p:spPr/>
        <p:txBody>
          <a:bodyPr/>
          <a:lstStyle/>
          <a:p>
            <a:fld id="{065EBCF0-071A-41B4-9C48-9ADF70E893B6}" type="slidenum">
              <a:rPr lang="ar-SY" smtClean="0"/>
              <a:pPr/>
              <a:t>29</a:t>
            </a:fld>
            <a:endParaRPr lang="ar-SY" dirty="0"/>
          </a:p>
        </p:txBody>
      </p:sp>
    </p:spTree>
    <p:extLst>
      <p:ext uri="{BB962C8B-B14F-4D97-AF65-F5344CB8AC3E}">
        <p14:creationId xmlns:p14="http://schemas.microsoft.com/office/powerpoint/2010/main" val="404466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12055" y="1093635"/>
            <a:ext cx="12160489" cy="5029121"/>
            <a:chOff x="12055" y="1093635"/>
            <a:chExt cx="12160489" cy="5029121"/>
          </a:xfrm>
        </p:grpSpPr>
        <p:sp>
          <p:nvSpPr>
            <p:cNvPr id="13" name="مستطيل 12">
              <a:extLst>
                <a:ext uri="{FF2B5EF4-FFF2-40B4-BE49-F238E27FC236}">
                  <a16:creationId xmlns:a16="http://schemas.microsoft.com/office/drawing/2014/main" id="{A5C26464-24E0-44AC-B988-79191DAE4A72}"/>
                </a:ext>
              </a:extLst>
            </p:cNvPr>
            <p:cNvSpPr/>
            <p:nvPr/>
          </p:nvSpPr>
          <p:spPr>
            <a:xfrm>
              <a:off x="10515113" y="319468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الديوان</a:t>
              </a:r>
              <a:endPar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7" name="مستطيل 16">
              <a:extLst>
                <a:ext uri="{FF2B5EF4-FFF2-40B4-BE49-F238E27FC236}">
                  <a16:creationId xmlns:a16="http://schemas.microsoft.com/office/drawing/2014/main" id="{747072EF-2A54-4197-9E24-0A6723BEF0E6}"/>
                </a:ext>
              </a:extLst>
            </p:cNvPr>
            <p:cNvSpPr/>
            <p:nvPr/>
          </p:nvSpPr>
          <p:spPr>
            <a:xfrm>
              <a:off x="11339400" y="4173833"/>
              <a:ext cx="833144" cy="61766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البريد الصادر</a:t>
              </a:r>
            </a:p>
          </p:txBody>
        </p:sp>
        <p:cxnSp>
          <p:nvCxnSpPr>
            <p:cNvPr id="31" name="موصل: على شكل مرفق 30">
              <a:extLst>
                <a:ext uri="{FF2B5EF4-FFF2-40B4-BE49-F238E27FC236}">
                  <a16:creationId xmlns:a16="http://schemas.microsoft.com/office/drawing/2014/main" id="{496E7D6C-B412-43BE-B798-EEF7C2DCCF6D}"/>
                </a:ext>
              </a:extLst>
            </p:cNvPr>
            <p:cNvCxnSpPr>
              <a:cxnSpLocks/>
              <a:stCxn id="13" idx="2"/>
              <a:endCxn id="17" idx="0"/>
            </p:cNvCxnSpPr>
            <p:nvPr/>
          </p:nvCxnSpPr>
          <p:spPr>
            <a:xfrm rot="16200000" flipH="1">
              <a:off x="11221968" y="3639829"/>
              <a:ext cx="439148" cy="62885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1" name="مستطيل 50">
              <a:extLst>
                <a:ext uri="{FF2B5EF4-FFF2-40B4-BE49-F238E27FC236}">
                  <a16:creationId xmlns:a16="http://schemas.microsoft.com/office/drawing/2014/main" id="{5210A856-F4F0-429A-8A44-B2D7C64F16CE}"/>
                </a:ext>
              </a:extLst>
            </p:cNvPr>
            <p:cNvSpPr/>
            <p:nvPr/>
          </p:nvSpPr>
          <p:spPr>
            <a:xfrm>
              <a:off x="8578389" y="3242047"/>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إدارة البيانات</a:t>
              </a:r>
              <a:endPar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99" name="مستطيل 198">
              <a:extLst>
                <a:ext uri="{FF2B5EF4-FFF2-40B4-BE49-F238E27FC236}">
                  <a16:creationId xmlns:a16="http://schemas.microsoft.com/office/drawing/2014/main" id="{EBEE7F71-AAF2-4EE5-A6B1-2FD803A94C52}"/>
                </a:ext>
              </a:extLst>
            </p:cNvPr>
            <p:cNvSpPr/>
            <p:nvPr/>
          </p:nvSpPr>
          <p:spPr>
            <a:xfrm>
              <a:off x="4585015" y="1093635"/>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b="1" dirty="0">
                  <a:solidFill>
                    <a:schemeClr val="tx1"/>
                  </a:solidFill>
                  <a:latin typeface="Simplified Arabic" panose="02020603050405020304" pitchFamily="18" charset="-78"/>
                  <a:cs typeface="Simplified Arabic" panose="02020603050405020304" pitchFamily="18" charset="-78"/>
                </a:rPr>
                <a:t>مدير مديرية شؤون الاملاك</a:t>
              </a:r>
              <a:endParaRPr lang="ar-SA" b="1" dirty="0">
                <a:solidFill>
                  <a:schemeClr val="tx1"/>
                </a:solidFill>
                <a:latin typeface="Simplified Arabic" panose="02020603050405020304" pitchFamily="18" charset="-78"/>
                <a:cs typeface="Simplified Arabic" panose="02020603050405020304" pitchFamily="18" charset="-78"/>
              </a:endParaRP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p:cNvCxnSpPr>
            <p:nvPr/>
          </p:nvCxnSpPr>
          <p:spPr>
            <a:xfrm rot="16200000" flipH="1">
              <a:off x="7746821" y="-102476"/>
              <a:ext cx="1561050" cy="519953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61448027-CAF4-444F-96C7-9DB6F22B5A60}"/>
                </a:ext>
              </a:extLst>
            </p:cNvPr>
            <p:cNvCxnSpPr>
              <a:cxnSpLocks/>
            </p:cNvCxnSpPr>
            <p:nvPr/>
          </p:nvCxnSpPr>
          <p:spPr>
            <a:xfrm rot="16200000" flipH="1">
              <a:off x="6790013" y="840477"/>
              <a:ext cx="1608412" cy="333327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75">
              <a:extLst>
                <a:ext uri="{FF2B5EF4-FFF2-40B4-BE49-F238E27FC236}">
                  <a16:creationId xmlns:a16="http://schemas.microsoft.com/office/drawing/2014/main" id="{34C64E4E-BBA0-4263-9FA1-F66BABF7C40A}"/>
                </a:ext>
              </a:extLst>
            </p:cNvPr>
            <p:cNvSpPr/>
            <p:nvPr/>
          </p:nvSpPr>
          <p:spPr>
            <a:xfrm>
              <a:off x="10436138" y="4173833"/>
              <a:ext cx="751233" cy="61766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البريد الوارد</a:t>
              </a:r>
            </a:p>
          </p:txBody>
        </p:sp>
        <p:cxnSp>
          <p:nvCxnSpPr>
            <p:cNvPr id="77" name="موصل: على شكل مرفق 76">
              <a:extLst>
                <a:ext uri="{FF2B5EF4-FFF2-40B4-BE49-F238E27FC236}">
                  <a16:creationId xmlns:a16="http://schemas.microsoft.com/office/drawing/2014/main" id="{4D85285C-BE2C-44B0-A805-E67E9A399983}"/>
                </a:ext>
              </a:extLst>
            </p:cNvPr>
            <p:cNvCxnSpPr>
              <a:cxnSpLocks/>
              <a:stCxn id="13" idx="2"/>
              <a:endCxn id="76" idx="0"/>
            </p:cNvCxnSpPr>
            <p:nvPr/>
          </p:nvCxnSpPr>
          <p:spPr>
            <a:xfrm rot="5400000">
              <a:off x="10749860" y="3796580"/>
              <a:ext cx="439148" cy="3153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 name="موصل: على شكل مرفق 3">
              <a:extLst>
                <a:ext uri="{FF2B5EF4-FFF2-40B4-BE49-F238E27FC236}">
                  <a16:creationId xmlns:a16="http://schemas.microsoft.com/office/drawing/2014/main" id="{3E926946-6BC5-82C3-2EC2-5ABA22DD1D7B}"/>
                </a:ext>
              </a:extLst>
            </p:cNvPr>
            <p:cNvCxnSpPr>
              <a:cxnSpLocks/>
              <a:stCxn id="6" idx="2"/>
              <a:endCxn id="8" idx="0"/>
            </p:cNvCxnSpPr>
            <p:nvPr/>
          </p:nvCxnSpPr>
          <p:spPr>
            <a:xfrm rot="16200000" flipH="1">
              <a:off x="5297175" y="3814915"/>
              <a:ext cx="259646" cy="45996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5">
              <a:extLst>
                <a:ext uri="{FF2B5EF4-FFF2-40B4-BE49-F238E27FC236}">
                  <a16:creationId xmlns:a16="http://schemas.microsoft.com/office/drawing/2014/main" id="{04CAA827-6FF2-60E9-72BB-D77BE9660531}"/>
                </a:ext>
              </a:extLst>
            </p:cNvPr>
            <p:cNvSpPr/>
            <p:nvPr/>
          </p:nvSpPr>
          <p:spPr>
            <a:xfrm>
              <a:off x="4585015" y="337507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الحصر والكشف</a:t>
              </a:r>
            </a:p>
          </p:txBody>
        </p:sp>
        <p:sp>
          <p:nvSpPr>
            <p:cNvPr id="8" name="مستطيل 7">
              <a:extLst>
                <a:ext uri="{FF2B5EF4-FFF2-40B4-BE49-F238E27FC236}">
                  <a16:creationId xmlns:a16="http://schemas.microsoft.com/office/drawing/2014/main" id="{2E3F783C-950C-0210-DAC4-32F86A15248B}"/>
                </a:ext>
              </a:extLst>
            </p:cNvPr>
            <p:cNvSpPr/>
            <p:nvPr/>
          </p:nvSpPr>
          <p:spPr>
            <a:xfrm>
              <a:off x="5330089" y="4174722"/>
              <a:ext cx="653786"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المتابعة الميدانية</a:t>
              </a:r>
            </a:p>
          </p:txBody>
        </p:sp>
        <p:sp>
          <p:nvSpPr>
            <p:cNvPr id="10" name="مستطيل 9">
              <a:extLst>
                <a:ext uri="{FF2B5EF4-FFF2-40B4-BE49-F238E27FC236}">
                  <a16:creationId xmlns:a16="http://schemas.microsoft.com/office/drawing/2014/main" id="{5F3C967E-317D-3984-7809-9795E1F3D80F}"/>
                </a:ext>
              </a:extLst>
            </p:cNvPr>
            <p:cNvSpPr/>
            <p:nvPr/>
          </p:nvSpPr>
          <p:spPr>
            <a:xfrm>
              <a:off x="8275723" y="4173833"/>
              <a:ext cx="723615" cy="61766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ال</a:t>
              </a: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تكليف المالي</a:t>
              </a:r>
              <a:endPar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cxnSp>
          <p:nvCxnSpPr>
            <p:cNvPr id="18" name="موصل: على شكل مرفق 17">
              <a:extLst>
                <a:ext uri="{FF2B5EF4-FFF2-40B4-BE49-F238E27FC236}">
                  <a16:creationId xmlns:a16="http://schemas.microsoft.com/office/drawing/2014/main" id="{C18D934F-70BD-EB1B-21DC-496D19E2A126}"/>
                </a:ext>
              </a:extLst>
            </p:cNvPr>
            <p:cNvCxnSpPr>
              <a:cxnSpLocks/>
              <a:stCxn id="51" idx="2"/>
              <a:endCxn id="10" idx="0"/>
            </p:cNvCxnSpPr>
            <p:nvPr/>
          </p:nvCxnSpPr>
          <p:spPr>
            <a:xfrm rot="5400000">
              <a:off x="8753302" y="3666276"/>
              <a:ext cx="391787" cy="62332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44" name="مستطيل 43">
              <a:extLst>
                <a:ext uri="{FF2B5EF4-FFF2-40B4-BE49-F238E27FC236}">
                  <a16:creationId xmlns:a16="http://schemas.microsoft.com/office/drawing/2014/main" id="{EA44F1D8-5ADF-DC7C-5F1B-745FFBCA465A}"/>
                </a:ext>
              </a:extLst>
            </p:cNvPr>
            <p:cNvSpPr/>
            <p:nvPr/>
          </p:nvSpPr>
          <p:spPr>
            <a:xfrm>
              <a:off x="4363655" y="4170120"/>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التنسيق </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والتتبع</a:t>
              </a:r>
              <a:endParaRPr lang="en-US"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cxnSp>
          <p:nvCxnSpPr>
            <p:cNvPr id="45" name="موصل: على شكل مرفق 44">
              <a:extLst>
                <a:ext uri="{FF2B5EF4-FFF2-40B4-BE49-F238E27FC236}">
                  <a16:creationId xmlns:a16="http://schemas.microsoft.com/office/drawing/2014/main" id="{42F183D4-BA4E-D2CA-4BEE-ABBB0CF25597}"/>
                </a:ext>
              </a:extLst>
            </p:cNvPr>
            <p:cNvCxnSpPr>
              <a:cxnSpLocks/>
              <a:stCxn id="6" idx="2"/>
              <a:endCxn id="44" idx="0"/>
            </p:cNvCxnSpPr>
            <p:nvPr/>
          </p:nvCxnSpPr>
          <p:spPr>
            <a:xfrm rot="5400000">
              <a:off x="4844253" y="3817358"/>
              <a:ext cx="255044" cy="45048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72">
              <a:extLst>
                <a:ext uri="{FF2B5EF4-FFF2-40B4-BE49-F238E27FC236}">
                  <a16:creationId xmlns:a16="http://schemas.microsoft.com/office/drawing/2014/main" id="{F242E45A-9D6B-6DCC-E3A3-EF4996252171}"/>
                </a:ext>
              </a:extLst>
            </p:cNvPr>
            <p:cNvSpPr/>
            <p:nvPr/>
          </p:nvSpPr>
          <p:spPr>
            <a:xfrm>
              <a:off x="9509784" y="4173834"/>
              <a:ext cx="751233" cy="61766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الارشفة و التوثيق</a:t>
              </a:r>
              <a:r>
                <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a:t>
              </a:r>
            </a:p>
          </p:txBody>
        </p:sp>
        <p:cxnSp>
          <p:nvCxnSpPr>
            <p:cNvPr id="94" name="موصل: على شكل مرفق 93">
              <a:extLst>
                <a:ext uri="{FF2B5EF4-FFF2-40B4-BE49-F238E27FC236}">
                  <a16:creationId xmlns:a16="http://schemas.microsoft.com/office/drawing/2014/main" id="{F8EEE417-0BAD-D3C2-18B6-993C6AE50961}"/>
                </a:ext>
              </a:extLst>
            </p:cNvPr>
            <p:cNvCxnSpPr>
              <a:cxnSpLocks/>
              <a:stCxn id="51" idx="2"/>
              <a:endCxn id="73" idx="0"/>
            </p:cNvCxnSpPr>
            <p:nvPr/>
          </p:nvCxnSpPr>
          <p:spPr>
            <a:xfrm rot="16200000" flipH="1">
              <a:off x="9377235" y="3665668"/>
              <a:ext cx="391788" cy="6245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36" name="موصل: على شكل مرفق 135">
              <a:extLst>
                <a:ext uri="{FF2B5EF4-FFF2-40B4-BE49-F238E27FC236}">
                  <a16:creationId xmlns:a16="http://schemas.microsoft.com/office/drawing/2014/main" id="{C0DED952-31F3-8C78-693C-54C5907603E2}"/>
                </a:ext>
              </a:extLst>
            </p:cNvPr>
            <p:cNvCxnSpPr>
              <a:cxnSpLocks/>
              <a:stCxn id="199" idx="2"/>
              <a:endCxn id="6" idx="0"/>
            </p:cNvCxnSpPr>
            <p:nvPr/>
          </p:nvCxnSpPr>
          <p:spPr>
            <a:xfrm rot="5400000">
              <a:off x="4691578" y="2139073"/>
              <a:ext cx="1741441" cy="73056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موصل: على شكل مرفق 29">
              <a:extLst>
                <a:ext uri="{FF2B5EF4-FFF2-40B4-BE49-F238E27FC236}">
                  <a16:creationId xmlns:a16="http://schemas.microsoft.com/office/drawing/2014/main" id="{6E42AD42-1F3C-59E0-B9A4-D4D290BE2F68}"/>
                </a:ext>
              </a:extLst>
            </p:cNvPr>
            <p:cNvCxnSpPr>
              <a:cxnSpLocks/>
              <a:stCxn id="32" idx="2"/>
              <a:endCxn id="35" idx="0"/>
            </p:cNvCxnSpPr>
            <p:nvPr/>
          </p:nvCxnSpPr>
          <p:spPr>
            <a:xfrm rot="16200000" flipH="1">
              <a:off x="1153469" y="3807619"/>
              <a:ext cx="283067" cy="45603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A670E44A-C4FC-5D9F-06D4-EF28D6FEE8FE}"/>
                </a:ext>
              </a:extLst>
            </p:cNvPr>
            <p:cNvSpPr/>
            <p:nvPr/>
          </p:nvSpPr>
          <p:spPr>
            <a:xfrm>
              <a:off x="454984" y="335410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الأملاك الخاصة</a:t>
              </a:r>
              <a:endParaRPr lang="en-US"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35" name="مستطيل 34">
              <a:extLst>
                <a:ext uri="{FF2B5EF4-FFF2-40B4-BE49-F238E27FC236}">
                  <a16:creationId xmlns:a16="http://schemas.microsoft.com/office/drawing/2014/main" id="{E0CCCF07-0AE5-7F7D-F681-4ED7CF06112B}"/>
                </a:ext>
              </a:extLst>
            </p:cNvPr>
            <p:cNvSpPr/>
            <p:nvPr/>
          </p:nvSpPr>
          <p:spPr>
            <a:xfrm>
              <a:off x="1158619" y="4177172"/>
              <a:ext cx="728803" cy="60393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متابعة العقود</a:t>
              </a:r>
              <a:endParaRPr lang="en-US"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36" name="مستطيل 35">
              <a:extLst>
                <a:ext uri="{FF2B5EF4-FFF2-40B4-BE49-F238E27FC236}">
                  <a16:creationId xmlns:a16="http://schemas.microsoft.com/office/drawing/2014/main" id="{67A86EFF-A1E9-0D4D-2F9E-8C758BEB192D}"/>
                </a:ext>
              </a:extLst>
            </p:cNvPr>
            <p:cNvSpPr/>
            <p:nvPr/>
          </p:nvSpPr>
          <p:spPr>
            <a:xfrm>
              <a:off x="12055" y="4177171"/>
              <a:ext cx="871196" cy="60393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الاجار والبيع</a:t>
              </a:r>
              <a:endParaRPr lang="en-US"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cxnSp>
          <p:nvCxnSpPr>
            <p:cNvPr id="37" name="موصل: على شكل مرفق 36">
              <a:extLst>
                <a:ext uri="{FF2B5EF4-FFF2-40B4-BE49-F238E27FC236}">
                  <a16:creationId xmlns:a16="http://schemas.microsoft.com/office/drawing/2014/main" id="{B98384BF-9F18-25A9-13C1-D7879C2DFE65}"/>
                </a:ext>
              </a:extLst>
            </p:cNvPr>
            <p:cNvCxnSpPr>
              <a:cxnSpLocks/>
              <a:stCxn id="32" idx="2"/>
              <a:endCxn id="36" idx="0"/>
            </p:cNvCxnSpPr>
            <p:nvPr/>
          </p:nvCxnSpPr>
          <p:spPr>
            <a:xfrm rot="5400000">
              <a:off x="615786" y="3725973"/>
              <a:ext cx="283066" cy="61933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موصل: على شكل مرفق 38">
              <a:extLst>
                <a:ext uri="{FF2B5EF4-FFF2-40B4-BE49-F238E27FC236}">
                  <a16:creationId xmlns:a16="http://schemas.microsoft.com/office/drawing/2014/main" id="{812D1E63-5EC8-A9ED-6C16-69A3D656212B}"/>
                </a:ext>
              </a:extLst>
            </p:cNvPr>
            <p:cNvCxnSpPr>
              <a:cxnSpLocks/>
              <a:stCxn id="199" idx="2"/>
              <a:endCxn id="32" idx="0"/>
            </p:cNvCxnSpPr>
            <p:nvPr/>
          </p:nvCxnSpPr>
          <p:spPr>
            <a:xfrm rot="5400000">
              <a:off x="2637047" y="63572"/>
              <a:ext cx="1720470" cy="486059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4EE19D90-603E-FE4E-580D-2F099C138B65}"/>
                </a:ext>
              </a:extLst>
            </p:cNvPr>
            <p:cNvSpPr/>
            <p:nvPr/>
          </p:nvSpPr>
          <p:spPr>
            <a:xfrm>
              <a:off x="4127118" y="1683870"/>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معاون مدير2</a:t>
              </a:r>
            </a:p>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فني - قانوني</a:t>
              </a: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stCxn id="199" idx="2"/>
              <a:endCxn id="66" idx="3"/>
            </p:cNvCxnSpPr>
            <p:nvPr/>
          </p:nvCxnSpPr>
          <p:spPr>
            <a:xfrm rot="5400000">
              <a:off x="5479232" y="1505521"/>
              <a:ext cx="320235" cy="57646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 name="مستطيل 2">
              <a:extLst>
                <a:ext uri="{FF2B5EF4-FFF2-40B4-BE49-F238E27FC236}">
                  <a16:creationId xmlns:a16="http://schemas.microsoft.com/office/drawing/2014/main" id="{A2587ECA-C5D5-1D82-8A42-A76D3A320A00}"/>
                </a:ext>
              </a:extLst>
            </p:cNvPr>
            <p:cNvSpPr/>
            <p:nvPr/>
          </p:nvSpPr>
          <p:spPr>
            <a:xfrm>
              <a:off x="6515639" y="325490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الرقابة</a:t>
              </a:r>
            </a:p>
          </p:txBody>
        </p:sp>
        <p:sp>
          <p:nvSpPr>
            <p:cNvPr id="5" name="مستطيل 4">
              <a:extLst>
                <a:ext uri="{FF2B5EF4-FFF2-40B4-BE49-F238E27FC236}">
                  <a16:creationId xmlns:a16="http://schemas.microsoft.com/office/drawing/2014/main" id="{A1917944-C6C9-B222-689A-709C34FE182F}"/>
                </a:ext>
              </a:extLst>
            </p:cNvPr>
            <p:cNvSpPr/>
            <p:nvPr/>
          </p:nvSpPr>
          <p:spPr>
            <a:xfrm>
              <a:off x="7167209" y="4173834"/>
              <a:ext cx="933393" cy="61187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الرقابة الإدارية والمالية</a:t>
              </a:r>
              <a:endPar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cxnSp>
          <p:nvCxnSpPr>
            <p:cNvPr id="7" name="موصل: على شكل مرفق 6">
              <a:extLst>
                <a:ext uri="{FF2B5EF4-FFF2-40B4-BE49-F238E27FC236}">
                  <a16:creationId xmlns:a16="http://schemas.microsoft.com/office/drawing/2014/main" id="{9773F846-8262-AC67-D653-5765428587AF}"/>
                </a:ext>
              </a:extLst>
            </p:cNvPr>
            <p:cNvCxnSpPr>
              <a:cxnSpLocks/>
              <a:stCxn id="3" idx="2"/>
              <a:endCxn id="5" idx="0"/>
            </p:cNvCxnSpPr>
            <p:nvPr/>
          </p:nvCxnSpPr>
          <p:spPr>
            <a:xfrm rot="16200000" flipH="1">
              <a:off x="7191308" y="3731235"/>
              <a:ext cx="378929" cy="50626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8">
              <a:extLst>
                <a:ext uri="{FF2B5EF4-FFF2-40B4-BE49-F238E27FC236}">
                  <a16:creationId xmlns:a16="http://schemas.microsoft.com/office/drawing/2014/main" id="{C2E41A8E-4DF9-646C-B61C-B36E1EC638F2}"/>
                </a:ext>
              </a:extLst>
            </p:cNvPr>
            <p:cNvSpPr/>
            <p:nvPr/>
          </p:nvSpPr>
          <p:spPr>
            <a:xfrm>
              <a:off x="6244443" y="4173833"/>
              <a:ext cx="836661" cy="61766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الرقابة الميدانية  </a:t>
              </a:r>
            </a:p>
          </p:txBody>
        </p:sp>
        <p:cxnSp>
          <p:nvCxnSpPr>
            <p:cNvPr id="11" name="موصل: على شكل مرفق 10">
              <a:extLst>
                <a:ext uri="{FF2B5EF4-FFF2-40B4-BE49-F238E27FC236}">
                  <a16:creationId xmlns:a16="http://schemas.microsoft.com/office/drawing/2014/main" id="{C5296978-BC9A-2779-3B7B-F5748A8992ED}"/>
                </a:ext>
              </a:extLst>
            </p:cNvPr>
            <p:cNvCxnSpPr>
              <a:cxnSpLocks/>
              <a:stCxn id="3" idx="2"/>
              <a:endCxn id="9" idx="0"/>
            </p:cNvCxnSpPr>
            <p:nvPr/>
          </p:nvCxnSpPr>
          <p:spPr>
            <a:xfrm rot="5400000">
              <a:off x="6705743" y="3751937"/>
              <a:ext cx="378928" cy="46486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رابط كسهم مستقيم 19">
              <a:extLst>
                <a:ext uri="{FF2B5EF4-FFF2-40B4-BE49-F238E27FC236}">
                  <a16:creationId xmlns:a16="http://schemas.microsoft.com/office/drawing/2014/main" id="{F7E7F0E7-CD13-6416-BBB8-58AB16C5F093}"/>
                </a:ext>
              </a:extLst>
            </p:cNvPr>
            <p:cNvCxnSpPr>
              <a:cxnSpLocks/>
            </p:cNvCxnSpPr>
            <p:nvPr/>
          </p:nvCxnSpPr>
          <p:spPr>
            <a:xfrm flipH="1">
              <a:off x="7161446" y="2527566"/>
              <a:ext cx="0" cy="7200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4" name="مستطيل 53">
              <a:extLst>
                <a:ext uri="{FF2B5EF4-FFF2-40B4-BE49-F238E27FC236}">
                  <a16:creationId xmlns:a16="http://schemas.microsoft.com/office/drawing/2014/main" id="{54467C0C-EB76-CF51-1782-343FC552B532}"/>
                </a:ext>
              </a:extLst>
            </p:cNvPr>
            <p:cNvSpPr/>
            <p:nvPr/>
          </p:nvSpPr>
          <p:spPr>
            <a:xfrm>
              <a:off x="2403531" y="327885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الأملاك العامة</a:t>
              </a:r>
              <a:endPar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55" name="مستطيل 54">
              <a:extLst>
                <a:ext uri="{FF2B5EF4-FFF2-40B4-BE49-F238E27FC236}">
                  <a16:creationId xmlns:a16="http://schemas.microsoft.com/office/drawing/2014/main" id="{26B1E246-A17A-4A5B-DA3B-7721BD5769B4}"/>
                </a:ext>
              </a:extLst>
            </p:cNvPr>
            <p:cNvSpPr/>
            <p:nvPr/>
          </p:nvSpPr>
          <p:spPr>
            <a:xfrm>
              <a:off x="3164981" y="4170121"/>
              <a:ext cx="875393" cy="61558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العوائد</a:t>
              </a:r>
              <a:endParaRPr lang="ar-SY" sz="1200" dirty="0">
                <a:solidFill>
                  <a:schemeClr val="tx1"/>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cxnSp>
          <p:nvCxnSpPr>
            <p:cNvPr id="56" name="موصل: على شكل مرفق 55">
              <a:extLst>
                <a:ext uri="{FF2B5EF4-FFF2-40B4-BE49-F238E27FC236}">
                  <a16:creationId xmlns:a16="http://schemas.microsoft.com/office/drawing/2014/main" id="{2C93DDE2-2063-4AF9-FE5C-AEC628F9A7F1}"/>
                </a:ext>
              </a:extLst>
            </p:cNvPr>
            <p:cNvCxnSpPr>
              <a:cxnSpLocks/>
              <a:stCxn id="54" idx="2"/>
              <a:endCxn id="55" idx="0"/>
            </p:cNvCxnSpPr>
            <p:nvPr/>
          </p:nvCxnSpPr>
          <p:spPr>
            <a:xfrm rot="16200000" flipH="1">
              <a:off x="3133471" y="3700914"/>
              <a:ext cx="351266" cy="58714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7" name="مستطيل 56">
              <a:extLst>
                <a:ext uri="{FF2B5EF4-FFF2-40B4-BE49-F238E27FC236}">
                  <a16:creationId xmlns:a16="http://schemas.microsoft.com/office/drawing/2014/main" id="{093846B2-7E0B-0956-9154-A6ECC0F08736}"/>
                </a:ext>
              </a:extLst>
            </p:cNvPr>
            <p:cNvSpPr/>
            <p:nvPr/>
          </p:nvSpPr>
          <p:spPr>
            <a:xfrm>
              <a:off x="2114629" y="4170121"/>
              <a:ext cx="75123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إ</a:t>
              </a: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شغ</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ا</a:t>
              </a: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لات</a:t>
              </a:r>
              <a:endParaRPr lang="en-US"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cxnSp>
          <p:nvCxnSpPr>
            <p:cNvPr id="58" name="موصل: على شكل مرفق 57">
              <a:extLst>
                <a:ext uri="{FF2B5EF4-FFF2-40B4-BE49-F238E27FC236}">
                  <a16:creationId xmlns:a16="http://schemas.microsoft.com/office/drawing/2014/main" id="{BCA86861-B60A-784B-9344-CCF1D08A5697}"/>
                </a:ext>
              </a:extLst>
            </p:cNvPr>
            <p:cNvCxnSpPr>
              <a:cxnSpLocks/>
              <a:stCxn id="54" idx="2"/>
              <a:endCxn id="57" idx="0"/>
            </p:cNvCxnSpPr>
            <p:nvPr/>
          </p:nvCxnSpPr>
          <p:spPr>
            <a:xfrm rot="5400000">
              <a:off x="2577256" y="3731846"/>
              <a:ext cx="351266" cy="52528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9" name="رابط كسهم مستقيم 58">
              <a:extLst>
                <a:ext uri="{FF2B5EF4-FFF2-40B4-BE49-F238E27FC236}">
                  <a16:creationId xmlns:a16="http://schemas.microsoft.com/office/drawing/2014/main" id="{D87EA8B0-CB78-A720-A12F-00313138A94F}"/>
                </a:ext>
              </a:extLst>
            </p:cNvPr>
            <p:cNvCxnSpPr>
              <a:cxnSpLocks/>
            </p:cNvCxnSpPr>
            <p:nvPr/>
          </p:nvCxnSpPr>
          <p:spPr>
            <a:xfrm flipH="1">
              <a:off x="3048291" y="2497238"/>
              <a:ext cx="20106" cy="7512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 name="مستطيل 1">
              <a:extLst>
                <a:ext uri="{FF2B5EF4-FFF2-40B4-BE49-F238E27FC236}">
                  <a16:creationId xmlns:a16="http://schemas.microsoft.com/office/drawing/2014/main" id="{B2E427F7-BCD8-923B-77A6-3577AFADEC8F}"/>
                </a:ext>
              </a:extLst>
            </p:cNvPr>
            <p:cNvSpPr/>
            <p:nvPr/>
          </p:nvSpPr>
          <p:spPr>
            <a:xfrm>
              <a:off x="6244443" y="2043983"/>
              <a:ext cx="1224000" cy="361782"/>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مكتب المدير</a:t>
              </a:r>
              <a:endParaRPr lang="ar-SA" sz="1200" b="1" dirty="0">
                <a:solidFill>
                  <a:schemeClr val="tx1"/>
                </a:solidFill>
                <a:latin typeface="Simplified Arabic" panose="02020603050405020304" pitchFamily="18" charset="-78"/>
                <a:cs typeface="Simplified Arabic" panose="02020603050405020304" pitchFamily="18" charset="-78"/>
              </a:endParaRPr>
            </a:p>
          </p:txBody>
        </p:sp>
        <p:sp>
          <p:nvSpPr>
            <p:cNvPr id="19" name="مستطيل: زوايا علوية مستديرة 18">
              <a:extLst>
                <a:ext uri="{FF2B5EF4-FFF2-40B4-BE49-F238E27FC236}">
                  <a16:creationId xmlns:a16="http://schemas.microsoft.com/office/drawing/2014/main" id="{6866DCAD-6ECA-A32C-1E23-7FDED2661CA6}"/>
                </a:ext>
              </a:extLst>
            </p:cNvPr>
            <p:cNvSpPr/>
            <p:nvPr/>
          </p:nvSpPr>
          <p:spPr>
            <a:xfrm>
              <a:off x="9794953" y="5016223"/>
              <a:ext cx="720160" cy="313647"/>
            </a:xfrm>
            <a:prstGeom prst="round2SameRect">
              <a:avLst>
                <a:gd name="adj1" fmla="val 16667"/>
                <a:gd name="adj2" fmla="val 3101"/>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كاتب</a:t>
              </a:r>
            </a:p>
          </p:txBody>
        </p:sp>
        <p:sp>
          <p:nvSpPr>
            <p:cNvPr id="21" name="مستطيل: زوايا علوية مستديرة 20">
              <a:extLst>
                <a:ext uri="{FF2B5EF4-FFF2-40B4-BE49-F238E27FC236}">
                  <a16:creationId xmlns:a16="http://schemas.microsoft.com/office/drawing/2014/main" id="{5E113011-41B5-2B28-12B4-802444185D41}"/>
                </a:ext>
              </a:extLst>
            </p:cNvPr>
            <p:cNvSpPr/>
            <p:nvPr/>
          </p:nvSpPr>
          <p:spPr>
            <a:xfrm>
              <a:off x="9794953" y="5412666"/>
              <a:ext cx="720160" cy="313647"/>
            </a:xfrm>
            <a:prstGeom prst="round2SameRect">
              <a:avLst>
                <a:gd name="adj1" fmla="val 16667"/>
                <a:gd name="adj2" fmla="val 3101"/>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مستثمر حاسب</a:t>
              </a:r>
            </a:p>
          </p:txBody>
        </p:sp>
        <p:sp>
          <p:nvSpPr>
            <p:cNvPr id="22" name="مستطيل: زوايا علوية مستديرة 21">
              <a:extLst>
                <a:ext uri="{FF2B5EF4-FFF2-40B4-BE49-F238E27FC236}">
                  <a16:creationId xmlns:a16="http://schemas.microsoft.com/office/drawing/2014/main" id="{6AC3032B-28B9-241D-F399-662AB5AF4898}"/>
                </a:ext>
              </a:extLst>
            </p:cNvPr>
            <p:cNvSpPr/>
            <p:nvPr/>
          </p:nvSpPr>
          <p:spPr>
            <a:xfrm>
              <a:off x="9794953" y="5809109"/>
              <a:ext cx="720160" cy="313647"/>
            </a:xfrm>
            <a:prstGeom prst="round2SameRect">
              <a:avLst>
                <a:gd name="adj1" fmla="val 16667"/>
                <a:gd name="adj2" fmla="val 3101"/>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أرشيف</a:t>
              </a:r>
            </a:p>
          </p:txBody>
        </p:sp>
        <p:sp>
          <p:nvSpPr>
            <p:cNvPr id="23" name="مستطيل: زوايا علوية مستديرة 22">
              <a:extLst>
                <a:ext uri="{FF2B5EF4-FFF2-40B4-BE49-F238E27FC236}">
                  <a16:creationId xmlns:a16="http://schemas.microsoft.com/office/drawing/2014/main" id="{38547EAC-67EE-FEA8-8627-D3B20EDD804B}"/>
                </a:ext>
              </a:extLst>
            </p:cNvPr>
            <p:cNvSpPr/>
            <p:nvPr/>
          </p:nvSpPr>
          <p:spPr>
            <a:xfrm>
              <a:off x="10871719" y="4993136"/>
              <a:ext cx="720160" cy="313647"/>
            </a:xfrm>
            <a:prstGeom prst="round2SameRect">
              <a:avLst>
                <a:gd name="adj1" fmla="val 16667"/>
                <a:gd name="adj2" fmla="val 3101"/>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كاتب</a:t>
              </a:r>
            </a:p>
          </p:txBody>
        </p:sp>
        <p:sp>
          <p:nvSpPr>
            <p:cNvPr id="24" name="مستطيل: زوايا علوية مستديرة 23">
              <a:extLst>
                <a:ext uri="{FF2B5EF4-FFF2-40B4-BE49-F238E27FC236}">
                  <a16:creationId xmlns:a16="http://schemas.microsoft.com/office/drawing/2014/main" id="{D8826C3C-6D02-DD5A-A6F4-1D46A033D3C5}"/>
                </a:ext>
              </a:extLst>
            </p:cNvPr>
            <p:cNvSpPr/>
            <p:nvPr/>
          </p:nvSpPr>
          <p:spPr>
            <a:xfrm>
              <a:off x="10871719" y="5410434"/>
              <a:ext cx="717001" cy="313647"/>
            </a:xfrm>
            <a:prstGeom prst="round2SameRect">
              <a:avLst>
                <a:gd name="adj1" fmla="val 16667"/>
                <a:gd name="adj2" fmla="val 3101"/>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مستثمر حاسب</a:t>
              </a:r>
            </a:p>
          </p:txBody>
        </p:sp>
        <p:sp>
          <p:nvSpPr>
            <p:cNvPr id="25" name="مستطيل: زوايا علوية مستديرة 24">
              <a:extLst>
                <a:ext uri="{FF2B5EF4-FFF2-40B4-BE49-F238E27FC236}">
                  <a16:creationId xmlns:a16="http://schemas.microsoft.com/office/drawing/2014/main" id="{3818E301-DA25-2935-72AE-9282BFDD9D39}"/>
                </a:ext>
              </a:extLst>
            </p:cNvPr>
            <p:cNvSpPr/>
            <p:nvPr/>
          </p:nvSpPr>
          <p:spPr>
            <a:xfrm>
              <a:off x="10871719" y="5809109"/>
              <a:ext cx="720160" cy="313647"/>
            </a:xfrm>
            <a:prstGeom prst="round2SameRect">
              <a:avLst>
                <a:gd name="adj1" fmla="val 16667"/>
                <a:gd name="adj2" fmla="val 3101"/>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أرشيف</a:t>
              </a:r>
            </a:p>
          </p:txBody>
        </p:sp>
      </p:grpSp>
      <p:cxnSp>
        <p:nvCxnSpPr>
          <p:cNvPr id="60" name="موصل: على شكل مرفق 66">
            <a:extLst>
              <a:ext uri="{FF2B5EF4-FFF2-40B4-BE49-F238E27FC236}">
                <a16:creationId xmlns:a16="http://schemas.microsoft.com/office/drawing/2014/main" id="{B9B0DAEC-8CA5-4F80-9C0D-3C60011455FB}"/>
              </a:ext>
            </a:extLst>
          </p:cNvPr>
          <p:cNvCxnSpPr>
            <a:cxnSpLocks/>
            <a:stCxn id="199" idx="2"/>
            <a:endCxn id="2" idx="1"/>
          </p:cNvCxnSpPr>
          <p:nvPr/>
        </p:nvCxnSpPr>
        <p:spPr>
          <a:xfrm rot="16200000" flipH="1">
            <a:off x="5790392" y="1770822"/>
            <a:ext cx="591239" cy="31686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1" name="موصل: على شكل مرفق 66">
            <a:extLst>
              <a:ext uri="{FF2B5EF4-FFF2-40B4-BE49-F238E27FC236}">
                <a16:creationId xmlns:a16="http://schemas.microsoft.com/office/drawing/2014/main" id="{2BB014D2-55A5-45AC-9B31-959A3BCFAA5A}"/>
              </a:ext>
            </a:extLst>
          </p:cNvPr>
          <p:cNvCxnSpPr>
            <a:cxnSpLocks/>
            <a:stCxn id="76" idx="2"/>
            <a:endCxn id="19" idx="0"/>
          </p:cNvCxnSpPr>
          <p:nvPr/>
        </p:nvCxnSpPr>
        <p:spPr>
          <a:xfrm rot="5400000">
            <a:off x="10472660" y="4833951"/>
            <a:ext cx="381549" cy="29664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2" name="موصل: على شكل مرفق 66">
            <a:extLst>
              <a:ext uri="{FF2B5EF4-FFF2-40B4-BE49-F238E27FC236}">
                <a16:creationId xmlns:a16="http://schemas.microsoft.com/office/drawing/2014/main" id="{10578637-C1AF-41F5-B1DA-A96FFA81B14B}"/>
              </a:ext>
            </a:extLst>
          </p:cNvPr>
          <p:cNvCxnSpPr>
            <a:cxnSpLocks/>
            <a:stCxn id="76" idx="2"/>
            <a:endCxn id="21" idx="0"/>
          </p:cNvCxnSpPr>
          <p:nvPr/>
        </p:nvCxnSpPr>
        <p:spPr>
          <a:xfrm rot="5400000">
            <a:off x="10274438" y="5032173"/>
            <a:ext cx="777992" cy="29664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3" name="موصل: على شكل مرفق 66">
            <a:extLst>
              <a:ext uri="{FF2B5EF4-FFF2-40B4-BE49-F238E27FC236}">
                <a16:creationId xmlns:a16="http://schemas.microsoft.com/office/drawing/2014/main" id="{48ABF221-7E4F-484B-82F7-446D0CB9F692}"/>
              </a:ext>
            </a:extLst>
          </p:cNvPr>
          <p:cNvCxnSpPr>
            <a:cxnSpLocks/>
            <a:stCxn id="76" idx="2"/>
            <a:endCxn id="22" idx="0"/>
          </p:cNvCxnSpPr>
          <p:nvPr/>
        </p:nvCxnSpPr>
        <p:spPr>
          <a:xfrm rot="5400000">
            <a:off x="10076217" y="5230394"/>
            <a:ext cx="1174435" cy="29664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9" name="موصل: على شكل مرفق 66">
            <a:extLst>
              <a:ext uri="{FF2B5EF4-FFF2-40B4-BE49-F238E27FC236}">
                <a16:creationId xmlns:a16="http://schemas.microsoft.com/office/drawing/2014/main" id="{D75CB0EA-4644-4C5F-A83E-17FC607192DC}"/>
              </a:ext>
            </a:extLst>
          </p:cNvPr>
          <p:cNvCxnSpPr>
            <a:cxnSpLocks/>
            <a:stCxn id="17" idx="2"/>
            <a:endCxn id="23" idx="0"/>
          </p:cNvCxnSpPr>
          <p:nvPr/>
        </p:nvCxnSpPr>
        <p:spPr>
          <a:xfrm rot="5400000">
            <a:off x="11494695" y="4888683"/>
            <a:ext cx="358462" cy="1640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0" name="موصل: على شكل مرفق 66">
            <a:extLst>
              <a:ext uri="{FF2B5EF4-FFF2-40B4-BE49-F238E27FC236}">
                <a16:creationId xmlns:a16="http://schemas.microsoft.com/office/drawing/2014/main" id="{3A1D0809-A097-486B-8041-A34E152F1325}"/>
              </a:ext>
            </a:extLst>
          </p:cNvPr>
          <p:cNvCxnSpPr>
            <a:cxnSpLocks/>
            <a:stCxn id="17" idx="2"/>
            <a:endCxn id="24" idx="0"/>
          </p:cNvCxnSpPr>
          <p:nvPr/>
        </p:nvCxnSpPr>
        <p:spPr>
          <a:xfrm rot="5400000">
            <a:off x="11284466" y="5095752"/>
            <a:ext cx="775760" cy="16725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1" name="موصل: على شكل مرفق 66">
            <a:extLst>
              <a:ext uri="{FF2B5EF4-FFF2-40B4-BE49-F238E27FC236}">
                <a16:creationId xmlns:a16="http://schemas.microsoft.com/office/drawing/2014/main" id="{703FC281-BE1D-4AAF-B42E-4DFAAE8D217A}"/>
              </a:ext>
            </a:extLst>
          </p:cNvPr>
          <p:cNvCxnSpPr>
            <a:cxnSpLocks/>
            <a:stCxn id="17" idx="2"/>
            <a:endCxn id="25" idx="0"/>
          </p:cNvCxnSpPr>
          <p:nvPr/>
        </p:nvCxnSpPr>
        <p:spPr>
          <a:xfrm rot="5400000">
            <a:off x="11086709" y="5296669"/>
            <a:ext cx="1174435" cy="1640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2" name="Date Placeholder 11">
            <a:extLst>
              <a:ext uri="{FF2B5EF4-FFF2-40B4-BE49-F238E27FC236}">
                <a16:creationId xmlns:a16="http://schemas.microsoft.com/office/drawing/2014/main" id="{C5F9C2B0-1D80-27E2-7747-4A629091B54C}"/>
              </a:ext>
            </a:extLst>
          </p:cNvPr>
          <p:cNvSpPr>
            <a:spLocks noGrp="1"/>
          </p:cNvSpPr>
          <p:nvPr>
            <p:ph type="dt" sz="half" idx="10"/>
          </p:nvPr>
        </p:nvSpPr>
        <p:spPr/>
        <p:txBody>
          <a:bodyPr/>
          <a:lstStyle/>
          <a:p>
            <a:fld id="{FEFC16F1-4412-43BB-B463-663DF348CBC0}" type="datetime8">
              <a:rPr lang="ar-SY" smtClean="0"/>
              <a:t>28 تشرين الأول، 26</a:t>
            </a:fld>
            <a:endParaRPr lang="ar-SY" dirty="0"/>
          </a:p>
        </p:txBody>
      </p:sp>
      <p:sp>
        <p:nvSpPr>
          <p:cNvPr id="15" name="Footer Placeholder 14">
            <a:extLst>
              <a:ext uri="{FF2B5EF4-FFF2-40B4-BE49-F238E27FC236}">
                <a16:creationId xmlns:a16="http://schemas.microsoft.com/office/drawing/2014/main" id="{2419EF8C-BD51-4798-7692-7C44239CEF41}"/>
              </a:ext>
            </a:extLst>
          </p:cNvPr>
          <p:cNvSpPr>
            <a:spLocks noGrp="1"/>
          </p:cNvSpPr>
          <p:nvPr>
            <p:ph type="ftr" sz="quarter" idx="11"/>
          </p:nvPr>
        </p:nvSpPr>
        <p:spPr/>
        <p:txBody>
          <a:bodyPr/>
          <a:lstStyle/>
          <a:p>
            <a:r>
              <a:rPr lang="ar-SY"/>
              <a:t>التعريف العام بمحافظة دمشق</a:t>
            </a:r>
          </a:p>
        </p:txBody>
      </p:sp>
      <p:sp>
        <p:nvSpPr>
          <p:cNvPr id="16" name="Slide Number Placeholder 15">
            <a:extLst>
              <a:ext uri="{FF2B5EF4-FFF2-40B4-BE49-F238E27FC236}">
                <a16:creationId xmlns:a16="http://schemas.microsoft.com/office/drawing/2014/main" id="{E724E455-0E91-2DFC-D092-7994D0D879D0}"/>
              </a:ext>
            </a:extLst>
          </p:cNvPr>
          <p:cNvSpPr>
            <a:spLocks noGrp="1"/>
          </p:cNvSpPr>
          <p:nvPr>
            <p:ph type="sldNum" sz="quarter" idx="12"/>
          </p:nvPr>
        </p:nvSpPr>
        <p:spPr/>
        <p:txBody>
          <a:bodyPr/>
          <a:lstStyle/>
          <a:p>
            <a:fld id="{065EBCF0-071A-41B4-9C48-9ADF70E893B6}" type="slidenum">
              <a:rPr lang="ar-SY" smtClean="0"/>
              <a:pPr/>
              <a:t>30</a:t>
            </a:fld>
            <a:endParaRPr lang="ar-SY" dirty="0"/>
          </a:p>
        </p:txBody>
      </p:sp>
    </p:spTree>
    <p:extLst>
      <p:ext uri="{BB962C8B-B14F-4D97-AF65-F5344CB8AC3E}">
        <p14:creationId xmlns:p14="http://schemas.microsoft.com/office/powerpoint/2010/main" val="1868750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2064BC-9324-B744-90B5-9BF2A982DEB3}"/>
              </a:ext>
            </a:extLst>
          </p:cNvPr>
          <p:cNvSpPr>
            <a:spLocks noGrp="1"/>
          </p:cNvSpPr>
          <p:nvPr>
            <p:ph type="title"/>
          </p:nvPr>
        </p:nvSpPr>
        <p:spPr/>
        <p:txBody>
          <a:bodyPr/>
          <a:lstStyle/>
          <a:p>
            <a:r>
              <a:rPr lang="ar-SY" dirty="0"/>
              <a:t>مديرية دمشق القديمة</a:t>
            </a:r>
          </a:p>
        </p:txBody>
      </p:sp>
      <p:sp>
        <p:nvSpPr>
          <p:cNvPr id="6" name="Content Placeholder 5">
            <a:extLst>
              <a:ext uri="{FF2B5EF4-FFF2-40B4-BE49-F238E27FC236}">
                <a16:creationId xmlns:a16="http://schemas.microsoft.com/office/drawing/2014/main" id="{322EB6EE-5291-34AE-1D77-4643160D997E}"/>
              </a:ext>
            </a:extLst>
          </p:cNvPr>
          <p:cNvSpPr>
            <a:spLocks noGrp="1"/>
          </p:cNvSpPr>
          <p:nvPr>
            <p:ph idx="1"/>
          </p:nvPr>
        </p:nvSpPr>
        <p:spPr>
          <a:xfrm>
            <a:off x="838199" y="1825625"/>
            <a:ext cx="10626969" cy="4384256"/>
          </a:xfrm>
        </p:spPr>
        <p:txBody>
          <a:bodyPr>
            <a:normAutofit lnSpcReduction="10000"/>
          </a:bodyPr>
          <a:lstStyle/>
          <a:p>
            <a:pPr marL="0" indent="0">
              <a:lnSpc>
                <a:spcPct val="150000"/>
              </a:lnSpc>
              <a:buNone/>
            </a:pPr>
            <a:r>
              <a:rPr lang="ar-SY" sz="2400" b="1" dirty="0"/>
              <a:t>مديرية مدينة دمشق القديمة</a:t>
            </a:r>
            <a:r>
              <a:rPr lang="ar-SY" sz="2400" dirty="0"/>
              <a:t> هي الجهة المختصة بتخطيط وتأهيل وحماية مدينة دمشق القديمة داخل السور وخارجه، بما يحقق التنمية المستدامة المتوازنة ويحافظ على طابعها التراثي والتاريخي والسكني. تتولى المديرية إعداد الدراسات التوثيقية والتوجيهية والميدانية لتقييم الواقع العمراني والاجتماعي والاقتصادي والبنى التحتية، وبناء السياسات والاستراتيجيات اللازمة لتطوير المدينة وتحسين أساليب العمل فيها. كما تختص بمنح رخص الترميم والتدعيم وإعادة البناء والتوظيف، والإشراف على الأبنية المرخصة، وقمع مخالفات البناء، وممارسة الرقابة اللاحقة للتراخيص وفق الأنظمة والقوانين النافذة. وتشرف على تنفيذ مشاريع الترميم والبنى التحتية، وإعداد الأضابير التنفيذية ودراسات الجدوى الاقتصادية لتوظيف واستثمار العقارات، واستخدام نظم المعلومات الجغرافية في التوثيق والتحليل والمتابعة، إلى جانب حماية المناطق الأثرية والتاريخية وإحياء التراث العمراني والثقافي للمدينة القديمة بما يخدم المصلحة العامة ويحفظ الهوية التاريخية لدمشق.</a:t>
            </a:r>
          </a:p>
        </p:txBody>
      </p:sp>
      <p:sp>
        <p:nvSpPr>
          <p:cNvPr id="2" name="Date Placeholder 1">
            <a:extLst>
              <a:ext uri="{FF2B5EF4-FFF2-40B4-BE49-F238E27FC236}">
                <a16:creationId xmlns:a16="http://schemas.microsoft.com/office/drawing/2014/main" id="{C8CE86ED-D9EE-8C9B-3BA2-D2D08C692CEB}"/>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F82A1F0A-B7B2-AFB5-05AC-21C7B51560C1}"/>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2E8CB850-DA33-079D-B42F-A691404ACA47}"/>
              </a:ext>
            </a:extLst>
          </p:cNvPr>
          <p:cNvSpPr>
            <a:spLocks noGrp="1"/>
          </p:cNvSpPr>
          <p:nvPr>
            <p:ph type="sldNum" sz="quarter" idx="12"/>
          </p:nvPr>
        </p:nvSpPr>
        <p:spPr/>
        <p:txBody>
          <a:bodyPr/>
          <a:lstStyle/>
          <a:p>
            <a:fld id="{065EBCF0-071A-41B4-9C48-9ADF70E893B6}" type="slidenum">
              <a:rPr lang="ar-SY" smtClean="0"/>
              <a:pPr/>
              <a:t>31</a:t>
            </a:fld>
            <a:endParaRPr lang="ar-SY" dirty="0"/>
          </a:p>
        </p:txBody>
      </p:sp>
    </p:spTree>
    <p:extLst>
      <p:ext uri="{BB962C8B-B14F-4D97-AF65-F5344CB8AC3E}">
        <p14:creationId xmlns:p14="http://schemas.microsoft.com/office/powerpoint/2010/main" val="3252964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Group 106"/>
          <p:cNvGrpSpPr/>
          <p:nvPr/>
        </p:nvGrpSpPr>
        <p:grpSpPr>
          <a:xfrm>
            <a:off x="1051935" y="126543"/>
            <a:ext cx="10392075" cy="6554115"/>
            <a:chOff x="1170469" y="249882"/>
            <a:chExt cx="10392075" cy="6554115"/>
          </a:xfrm>
        </p:grpSpPr>
        <p:grpSp>
          <p:nvGrpSpPr>
            <p:cNvPr id="49" name="Group 48"/>
            <p:cNvGrpSpPr/>
            <p:nvPr/>
          </p:nvGrpSpPr>
          <p:grpSpPr>
            <a:xfrm>
              <a:off x="1170469" y="249882"/>
              <a:ext cx="10392075" cy="6554115"/>
              <a:chOff x="2167996" y="305300"/>
              <a:chExt cx="10392075" cy="6554115"/>
            </a:xfrm>
          </p:grpSpPr>
          <p:grpSp>
            <p:nvGrpSpPr>
              <p:cNvPr id="14" name="Group 13"/>
              <p:cNvGrpSpPr/>
              <p:nvPr/>
            </p:nvGrpSpPr>
            <p:grpSpPr>
              <a:xfrm>
                <a:off x="2167996" y="305300"/>
                <a:ext cx="9377897" cy="2973209"/>
                <a:chOff x="2361966" y="1081180"/>
                <a:chExt cx="9377897" cy="2973209"/>
              </a:xfrm>
            </p:grpSpPr>
            <p:sp>
              <p:nvSpPr>
                <p:cNvPr id="13" name="مستطيل 12">
                  <a:extLst>
                    <a:ext uri="{FF2B5EF4-FFF2-40B4-BE49-F238E27FC236}">
                      <a16:creationId xmlns:a16="http://schemas.microsoft.com/office/drawing/2014/main" id="{A5C26464-24E0-44AC-B988-79191DAE4A72}"/>
                    </a:ext>
                  </a:extLst>
                </p:cNvPr>
                <p:cNvSpPr/>
                <p:nvPr/>
              </p:nvSpPr>
              <p:spPr>
                <a:xfrm>
                  <a:off x="10515863" y="347718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الترخيص</a:t>
                  </a:r>
                </a:p>
              </p:txBody>
            </p:sp>
            <p:sp>
              <p:nvSpPr>
                <p:cNvPr id="51" name="مستطيل 50">
                  <a:extLst>
                    <a:ext uri="{FF2B5EF4-FFF2-40B4-BE49-F238E27FC236}">
                      <a16:creationId xmlns:a16="http://schemas.microsoft.com/office/drawing/2014/main" id="{5210A856-F4F0-429A-8A44-B2D7C64F16CE}"/>
                    </a:ext>
                  </a:extLst>
                </p:cNvPr>
                <p:cNvSpPr/>
                <p:nvPr/>
              </p:nvSpPr>
              <p:spPr>
                <a:xfrm>
                  <a:off x="8544168" y="3494536"/>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الرقابة والإشراف</a:t>
                  </a:r>
                </a:p>
              </p:txBody>
            </p:sp>
            <p:sp>
              <p:nvSpPr>
                <p:cNvPr id="199" name="مستطيل 198">
                  <a:extLst>
                    <a:ext uri="{FF2B5EF4-FFF2-40B4-BE49-F238E27FC236}">
                      <a16:creationId xmlns:a16="http://schemas.microsoft.com/office/drawing/2014/main" id="{EBEE7F71-AAF2-4EE5-A6B1-2FD803A94C52}"/>
                    </a:ext>
                  </a:extLst>
                </p:cNvPr>
                <p:cNvSpPr/>
                <p:nvPr/>
              </p:nvSpPr>
              <p:spPr>
                <a:xfrm>
                  <a:off x="5818882" y="1081180"/>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b="1" dirty="0">
                      <a:solidFill>
                        <a:schemeClr val="bg1"/>
                      </a:solidFill>
                    </a:rPr>
                    <a:t>مديرية مدينة دمشق القديمة</a:t>
                  </a:r>
                </a:p>
              </p:txBody>
            </p:sp>
            <p:sp>
              <p:nvSpPr>
                <p:cNvPr id="6" name="مستطيل 5">
                  <a:extLst>
                    <a:ext uri="{FF2B5EF4-FFF2-40B4-BE49-F238E27FC236}">
                      <a16:creationId xmlns:a16="http://schemas.microsoft.com/office/drawing/2014/main" id="{04CAA827-6FF2-60E9-72BB-D77BE9660531}"/>
                    </a:ext>
                  </a:extLst>
                </p:cNvPr>
                <p:cNvSpPr/>
                <p:nvPr/>
              </p:nvSpPr>
              <p:spPr>
                <a:xfrm>
                  <a:off x="4491862" y="349453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الدراسات والتوثيق</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66" name="مستطيل 65">
                  <a:extLst>
                    <a:ext uri="{FF2B5EF4-FFF2-40B4-BE49-F238E27FC236}">
                      <a16:creationId xmlns:a16="http://schemas.microsoft.com/office/drawing/2014/main" id="{4EE19D90-603E-FE4E-580D-2F099C138B65}"/>
                    </a:ext>
                  </a:extLst>
                </p:cNvPr>
                <p:cNvSpPr/>
                <p:nvPr/>
              </p:nvSpPr>
              <p:spPr>
                <a:xfrm>
                  <a:off x="5469807" y="1655132"/>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معاون المدير</a:t>
                  </a: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stCxn id="199" idx="2"/>
                  <a:endCxn id="66" idx="3"/>
                </p:cNvCxnSpPr>
                <p:nvPr/>
              </p:nvCxnSpPr>
              <p:spPr>
                <a:xfrm rot="5400000">
                  <a:off x="6775651" y="1539336"/>
                  <a:ext cx="303952" cy="46764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 name="مستطيل 2">
                  <a:extLst>
                    <a:ext uri="{FF2B5EF4-FFF2-40B4-BE49-F238E27FC236}">
                      <a16:creationId xmlns:a16="http://schemas.microsoft.com/office/drawing/2014/main" id="{A2587ECA-C5D5-1D82-8A42-A76D3A320A00}"/>
                    </a:ext>
                  </a:extLst>
                </p:cNvPr>
                <p:cNvSpPr/>
                <p:nvPr/>
              </p:nvSpPr>
              <p:spPr>
                <a:xfrm>
                  <a:off x="6515639" y="349043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الصيانة</a:t>
                  </a:r>
                </a:p>
              </p:txBody>
            </p:sp>
            <p:sp>
              <p:nvSpPr>
                <p:cNvPr id="54" name="مستطيل 53">
                  <a:extLst>
                    <a:ext uri="{FF2B5EF4-FFF2-40B4-BE49-F238E27FC236}">
                      <a16:creationId xmlns:a16="http://schemas.microsoft.com/office/drawing/2014/main" id="{54467C0C-EB76-CF51-1782-343FC552B532}"/>
                    </a:ext>
                  </a:extLst>
                </p:cNvPr>
                <p:cNvSpPr/>
                <p:nvPr/>
              </p:nvSpPr>
              <p:spPr>
                <a:xfrm>
                  <a:off x="2361966" y="351438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ال</a:t>
                  </a: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دائرة </a:t>
                  </a: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الإدارية</a:t>
                  </a:r>
                </a:p>
              </p:txBody>
            </p:sp>
          </p:grpSp>
          <p:sp>
            <p:nvSpPr>
              <p:cNvPr id="53" name="مستطيل 65">
                <a:extLst>
                  <a:ext uri="{FF2B5EF4-FFF2-40B4-BE49-F238E27FC236}">
                    <a16:creationId xmlns:a16="http://schemas.microsoft.com/office/drawing/2014/main" id="{4EE19D90-603E-FE4E-580D-2F099C138B65}"/>
                  </a:ext>
                </a:extLst>
              </p:cNvPr>
              <p:cNvSpPr/>
              <p:nvPr/>
            </p:nvSpPr>
            <p:spPr>
              <a:xfrm>
                <a:off x="3795814" y="1195593"/>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الرقابة اللاحقة</a:t>
                </a:r>
              </a:p>
            </p:txBody>
          </p:sp>
          <p:sp>
            <p:nvSpPr>
              <p:cNvPr id="90" name="Rectangle 89"/>
              <p:cNvSpPr/>
              <p:nvPr/>
            </p:nvSpPr>
            <p:spPr>
              <a:xfrm>
                <a:off x="11566027" y="3379187"/>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الترخيص بالترميم والتدعيم</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88" name="Rectangle 87"/>
              <p:cNvSpPr/>
              <p:nvPr/>
            </p:nvSpPr>
            <p:spPr>
              <a:xfrm>
                <a:off x="11566027" y="4075398"/>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التراخيص الادارية</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86" name="Rectangle 85"/>
              <p:cNvSpPr/>
              <p:nvPr/>
            </p:nvSpPr>
            <p:spPr>
              <a:xfrm>
                <a:off x="11566027" y="4781170"/>
                <a:ext cx="994044" cy="65714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حساب رسوم البناء ومقابل التحسين</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84" name="Rectangle 83"/>
              <p:cNvSpPr/>
              <p:nvPr/>
            </p:nvSpPr>
            <p:spPr>
              <a:xfrm>
                <a:off x="11566027" y="5666183"/>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الشعبة الاستشارية</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82" name="Rectangle 81"/>
              <p:cNvSpPr/>
              <p:nvPr/>
            </p:nvSpPr>
            <p:spPr>
              <a:xfrm>
                <a:off x="11566027" y="6362393"/>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متابعة  التراخيص</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grpSp>
        <p:sp>
          <p:nvSpPr>
            <p:cNvPr id="202" name="Rectangle 201"/>
            <p:cNvSpPr/>
            <p:nvPr/>
          </p:nvSpPr>
          <p:spPr>
            <a:xfrm>
              <a:off x="2238198" y="3381752"/>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الديوان</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98" name="Rectangle 197"/>
            <p:cNvSpPr/>
            <p:nvPr/>
          </p:nvSpPr>
          <p:spPr>
            <a:xfrm>
              <a:off x="2216110" y="4120106"/>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شؤون العاملين</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96" name="Rectangle 195"/>
            <p:cNvSpPr/>
            <p:nvPr/>
          </p:nvSpPr>
          <p:spPr>
            <a:xfrm>
              <a:off x="2224724" y="4896401"/>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الشؤون المالية</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94" name="Rectangle 193"/>
            <p:cNvSpPr/>
            <p:nvPr/>
          </p:nvSpPr>
          <p:spPr>
            <a:xfrm>
              <a:off x="2238198" y="5684632"/>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المكتبة</a:t>
              </a:r>
            </a:p>
          </p:txBody>
        </p:sp>
        <p:sp>
          <p:nvSpPr>
            <p:cNvPr id="192" name="Rectangle 191"/>
            <p:cNvSpPr/>
            <p:nvPr/>
          </p:nvSpPr>
          <p:spPr>
            <a:xfrm>
              <a:off x="4302951" y="3366413"/>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الدراسات العمرانية</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90" name="Rectangle 189"/>
            <p:cNvSpPr/>
            <p:nvPr/>
          </p:nvSpPr>
          <p:spPr>
            <a:xfrm>
              <a:off x="4316555" y="3987947"/>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السياسات والاستراتيجيات</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88" name="Rectangle 187"/>
            <p:cNvSpPr/>
            <p:nvPr/>
          </p:nvSpPr>
          <p:spPr>
            <a:xfrm>
              <a:off x="4302951" y="4765285"/>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التوثيق والأرشيف</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86" name="Rectangle 185"/>
            <p:cNvSpPr/>
            <p:nvPr/>
          </p:nvSpPr>
          <p:spPr>
            <a:xfrm>
              <a:off x="6358627" y="3381752"/>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الخدمات</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84" name="Rectangle 183"/>
            <p:cNvSpPr/>
            <p:nvPr/>
          </p:nvSpPr>
          <p:spPr>
            <a:xfrm>
              <a:off x="6386674" y="4038201"/>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الصيانة </a:t>
              </a:r>
              <a:r>
                <a:rPr lang="ar-EG" sz="1200" b="1" dirty="0" err="1">
                  <a:solidFill>
                    <a:schemeClr val="tx1">
                      <a:lumMod val="85000"/>
                      <a:lumOff val="15000"/>
                    </a:schemeClr>
                  </a:solidFill>
                  <a:latin typeface="Simplified Arabic" panose="02020603050405020304" pitchFamily="18" charset="-78"/>
                  <a:cs typeface="Simplified Arabic" panose="02020603050405020304" pitchFamily="18" charset="-78"/>
                </a:rPr>
                <a:t>والمقايسات</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80" name="Rectangle 179"/>
            <p:cNvSpPr/>
            <p:nvPr/>
          </p:nvSpPr>
          <p:spPr>
            <a:xfrm>
              <a:off x="8487119" y="3370238"/>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رقابة الأبنية</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78" name="Rectangle 177"/>
            <p:cNvSpPr/>
            <p:nvPr/>
          </p:nvSpPr>
          <p:spPr>
            <a:xfrm>
              <a:off x="8487119" y="3947965"/>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الاشراف على الرخص</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176" name="Rectangle 175"/>
            <p:cNvSpPr/>
            <p:nvPr/>
          </p:nvSpPr>
          <p:spPr>
            <a:xfrm>
              <a:off x="8482794" y="4554084"/>
              <a:ext cx="994044" cy="497022"/>
            </a:xfrm>
            <a:prstGeom prst="rect">
              <a:avLst/>
            </a:prstGeom>
            <a:solidFill>
              <a:schemeClr val="accent6">
                <a:lumMod val="60000"/>
                <a:lumOff val="40000"/>
              </a:schemeClr>
            </a:solidFill>
            <a:ln>
              <a:noFill/>
            </a:ln>
            <a:effectLst/>
            <a:scene3d>
              <a:camera prst="orthographicFront"/>
              <a:lightRig rig="flat" dir="t"/>
            </a:scene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EG"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تسوية مخالفات البناء </a:t>
              </a:r>
              <a:endPar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endParaRPr>
            </a:p>
          </p:txBody>
        </p:sp>
        <p:sp>
          <p:nvSpPr>
            <p:cNvPr id="209" name="مستطيل 65">
              <a:extLst>
                <a:ext uri="{FF2B5EF4-FFF2-40B4-BE49-F238E27FC236}">
                  <a16:creationId xmlns:a16="http://schemas.microsoft.com/office/drawing/2014/main" id="{4EE19D90-603E-FE4E-580D-2F099C138B65}"/>
                </a:ext>
              </a:extLst>
            </p:cNvPr>
            <p:cNvSpPr/>
            <p:nvPr/>
          </p:nvSpPr>
          <p:spPr>
            <a:xfrm>
              <a:off x="6509428" y="817165"/>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lumMod val="85000"/>
                      <a:lumOff val="15000"/>
                    </a:schemeClr>
                  </a:solidFill>
                  <a:latin typeface="Simplified Arabic" panose="02020603050405020304" pitchFamily="18" charset="-78"/>
                  <a:cs typeface="Simplified Arabic" panose="02020603050405020304" pitchFamily="18" charset="-78"/>
                </a:rPr>
                <a:t>مكتب المدير</a:t>
              </a:r>
            </a:p>
          </p:txBody>
        </p:sp>
        <p:sp>
          <p:nvSpPr>
            <p:cNvPr id="210" name="مستطيل 65">
              <a:extLst>
                <a:ext uri="{FF2B5EF4-FFF2-40B4-BE49-F238E27FC236}">
                  <a16:creationId xmlns:a16="http://schemas.microsoft.com/office/drawing/2014/main" id="{4EE19D90-603E-FE4E-580D-2F099C138B65}"/>
                </a:ext>
              </a:extLst>
            </p:cNvPr>
            <p:cNvSpPr/>
            <p:nvPr/>
          </p:nvSpPr>
          <p:spPr>
            <a:xfrm>
              <a:off x="7844343" y="1140175"/>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lumMod val="85000"/>
                      <a:lumOff val="15000"/>
                    </a:schemeClr>
                  </a:solidFill>
                  <a:latin typeface="Simplified Arabic" panose="02020603050405020304" pitchFamily="18" charset="-78"/>
                  <a:cs typeface="Simplified Arabic" panose="02020603050405020304" pitchFamily="18" charset="-78"/>
                </a:rPr>
                <a:t>شعبة الشكاوى</a:t>
              </a:r>
            </a:p>
          </p:txBody>
        </p:sp>
      </p:grpSp>
      <p:cxnSp>
        <p:nvCxnSpPr>
          <p:cNvPr id="80" name="موصل: على شكل مرفق 66">
            <a:extLst>
              <a:ext uri="{FF2B5EF4-FFF2-40B4-BE49-F238E27FC236}">
                <a16:creationId xmlns:a16="http://schemas.microsoft.com/office/drawing/2014/main" id="{45C22B4E-7A2E-4AD9-B56A-5EF09CC919BB}"/>
              </a:ext>
            </a:extLst>
          </p:cNvPr>
          <p:cNvCxnSpPr>
            <a:cxnSpLocks/>
            <a:endCxn id="210" idx="1"/>
          </p:cNvCxnSpPr>
          <p:nvPr/>
        </p:nvCxnSpPr>
        <p:spPr>
          <a:xfrm>
            <a:off x="6821667" y="1207471"/>
            <a:ext cx="904142" cy="79365"/>
          </a:xfrm>
          <a:prstGeom prst="bentConnector3">
            <a:avLst>
              <a:gd name="adj1" fmla="val 369"/>
            </a:avLst>
          </a:prstGeom>
          <a:ln w="19050">
            <a:tailEnd type="triangle"/>
          </a:ln>
        </p:spPr>
        <p:style>
          <a:lnRef idx="1">
            <a:schemeClr val="dk1"/>
          </a:lnRef>
          <a:fillRef idx="0">
            <a:schemeClr val="dk1"/>
          </a:fillRef>
          <a:effectRef idx="0">
            <a:schemeClr val="dk1"/>
          </a:effectRef>
          <a:fontRef idx="minor">
            <a:schemeClr val="tx1"/>
          </a:fontRef>
        </p:style>
      </p:cxnSp>
      <p:cxnSp>
        <p:nvCxnSpPr>
          <p:cNvPr id="83" name="موصل: على شكل مرفق 66">
            <a:extLst>
              <a:ext uri="{FF2B5EF4-FFF2-40B4-BE49-F238E27FC236}">
                <a16:creationId xmlns:a16="http://schemas.microsoft.com/office/drawing/2014/main" id="{6FA32B61-5404-4AA0-85E6-11A7C32B435F}"/>
              </a:ext>
            </a:extLst>
          </p:cNvPr>
          <p:cNvCxnSpPr>
            <a:cxnSpLocks/>
            <a:stCxn id="66" idx="2"/>
          </p:cNvCxnSpPr>
          <p:nvPr/>
        </p:nvCxnSpPr>
        <p:spPr>
          <a:xfrm rot="5400000">
            <a:off x="4303073" y="833860"/>
            <a:ext cx="62068" cy="87533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7" name="موصل: على شكل مرفق 66">
            <a:extLst>
              <a:ext uri="{FF2B5EF4-FFF2-40B4-BE49-F238E27FC236}">
                <a16:creationId xmlns:a16="http://schemas.microsoft.com/office/drawing/2014/main" id="{607F47B1-7FCC-4B4F-9D6E-92F726C09BC3}"/>
              </a:ext>
            </a:extLst>
          </p:cNvPr>
          <p:cNvCxnSpPr>
            <a:cxnSpLocks/>
            <a:stCxn id="199" idx="2"/>
            <a:endCxn id="13" idx="0"/>
          </p:cNvCxnSpPr>
          <p:nvPr/>
        </p:nvCxnSpPr>
        <p:spPr>
          <a:xfrm rot="16200000" flipH="1">
            <a:off x="6906620" y="-388661"/>
            <a:ext cx="1856008" cy="396641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2" name="موصل: على شكل مرفق 66">
            <a:extLst>
              <a:ext uri="{FF2B5EF4-FFF2-40B4-BE49-F238E27FC236}">
                <a16:creationId xmlns:a16="http://schemas.microsoft.com/office/drawing/2014/main" id="{77DF124C-081D-4711-B4AB-DEB79295148C}"/>
              </a:ext>
            </a:extLst>
          </p:cNvPr>
          <p:cNvCxnSpPr>
            <a:cxnSpLocks/>
            <a:stCxn id="199" idx="2"/>
            <a:endCxn id="51" idx="0"/>
          </p:cNvCxnSpPr>
          <p:nvPr/>
        </p:nvCxnSpPr>
        <p:spPr>
          <a:xfrm rot="16200000" flipH="1">
            <a:off x="5947333" y="570626"/>
            <a:ext cx="1873356" cy="206519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5" name="موصل: على شكل مرفق 66">
            <a:extLst>
              <a:ext uri="{FF2B5EF4-FFF2-40B4-BE49-F238E27FC236}">
                <a16:creationId xmlns:a16="http://schemas.microsoft.com/office/drawing/2014/main" id="{BEC82360-FE19-407A-9B6E-008B8428651D}"/>
              </a:ext>
            </a:extLst>
          </p:cNvPr>
          <p:cNvCxnSpPr>
            <a:cxnSpLocks/>
            <a:stCxn id="199" idx="2"/>
            <a:endCxn id="3" idx="0"/>
          </p:cNvCxnSpPr>
          <p:nvPr/>
        </p:nvCxnSpPr>
        <p:spPr>
          <a:xfrm rot="5400000">
            <a:off x="4899883" y="1584268"/>
            <a:ext cx="1869259" cy="3380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8" name="موصل: على شكل مرفق 66">
            <a:extLst>
              <a:ext uri="{FF2B5EF4-FFF2-40B4-BE49-F238E27FC236}">
                <a16:creationId xmlns:a16="http://schemas.microsoft.com/office/drawing/2014/main" id="{D59EA6B9-DF9A-45E4-8CA1-56D1DEBBA8C8}"/>
              </a:ext>
            </a:extLst>
          </p:cNvPr>
          <p:cNvCxnSpPr>
            <a:cxnSpLocks/>
            <a:stCxn id="199" idx="2"/>
            <a:endCxn id="6" idx="0"/>
          </p:cNvCxnSpPr>
          <p:nvPr/>
        </p:nvCxnSpPr>
        <p:spPr>
          <a:xfrm rot="5400000">
            <a:off x="3885946" y="574429"/>
            <a:ext cx="1873356" cy="205758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08" name="موصل: على شكل مرفق 66">
            <a:extLst>
              <a:ext uri="{FF2B5EF4-FFF2-40B4-BE49-F238E27FC236}">
                <a16:creationId xmlns:a16="http://schemas.microsoft.com/office/drawing/2014/main" id="{18795A44-EF6A-46FB-BCA1-1878C90CB0BD}"/>
              </a:ext>
            </a:extLst>
          </p:cNvPr>
          <p:cNvCxnSpPr>
            <a:cxnSpLocks/>
            <a:stCxn id="199" idx="2"/>
            <a:endCxn id="54" idx="0"/>
          </p:cNvCxnSpPr>
          <p:nvPr/>
        </p:nvCxnSpPr>
        <p:spPr>
          <a:xfrm rot="5400000">
            <a:off x="2811072" y="-480593"/>
            <a:ext cx="1893209" cy="418748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10" name="موصل: على شكل مرفق 66">
            <a:extLst>
              <a:ext uri="{FF2B5EF4-FFF2-40B4-BE49-F238E27FC236}">
                <a16:creationId xmlns:a16="http://schemas.microsoft.com/office/drawing/2014/main" id="{68A3187C-080C-420E-B13A-69D2F1FBA536}"/>
              </a:ext>
            </a:extLst>
          </p:cNvPr>
          <p:cNvCxnSpPr>
            <a:cxnSpLocks/>
            <a:stCxn id="13" idx="2"/>
            <a:endCxn id="90" idx="1"/>
          </p:cNvCxnSpPr>
          <p:nvPr/>
        </p:nvCxnSpPr>
        <p:spPr>
          <a:xfrm rot="16200000" flipH="1">
            <a:off x="9940704" y="2939679"/>
            <a:ext cx="386390" cy="63213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3" name="موصل: على شكل مرفق 66">
            <a:extLst>
              <a:ext uri="{FF2B5EF4-FFF2-40B4-BE49-F238E27FC236}">
                <a16:creationId xmlns:a16="http://schemas.microsoft.com/office/drawing/2014/main" id="{4617054A-3D84-4947-B32A-C2268187EA6B}"/>
              </a:ext>
            </a:extLst>
          </p:cNvPr>
          <p:cNvCxnSpPr>
            <a:cxnSpLocks/>
            <a:stCxn id="13" idx="2"/>
            <a:endCxn id="88" idx="1"/>
          </p:cNvCxnSpPr>
          <p:nvPr/>
        </p:nvCxnSpPr>
        <p:spPr>
          <a:xfrm rot="16200000" flipH="1">
            <a:off x="9592599" y="3287784"/>
            <a:ext cx="1082601" cy="63213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6" name="موصل: على شكل مرفق 66">
            <a:extLst>
              <a:ext uri="{FF2B5EF4-FFF2-40B4-BE49-F238E27FC236}">
                <a16:creationId xmlns:a16="http://schemas.microsoft.com/office/drawing/2014/main" id="{B0437857-0B90-4EBE-840E-6906EDD45B20}"/>
              </a:ext>
            </a:extLst>
          </p:cNvPr>
          <p:cNvCxnSpPr>
            <a:cxnSpLocks/>
            <a:stCxn id="13" idx="2"/>
            <a:endCxn id="86" idx="1"/>
          </p:cNvCxnSpPr>
          <p:nvPr/>
        </p:nvCxnSpPr>
        <p:spPr>
          <a:xfrm rot="16200000" flipH="1">
            <a:off x="9199683" y="3680700"/>
            <a:ext cx="1868433" cy="63213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9" name="موصل: على شكل مرفق 66">
            <a:extLst>
              <a:ext uri="{FF2B5EF4-FFF2-40B4-BE49-F238E27FC236}">
                <a16:creationId xmlns:a16="http://schemas.microsoft.com/office/drawing/2014/main" id="{E5FEB2CA-C833-41AE-8C37-E91EF63706A6}"/>
              </a:ext>
            </a:extLst>
          </p:cNvPr>
          <p:cNvCxnSpPr>
            <a:cxnSpLocks/>
            <a:stCxn id="13" idx="2"/>
            <a:endCxn id="84" idx="1"/>
          </p:cNvCxnSpPr>
          <p:nvPr/>
        </p:nvCxnSpPr>
        <p:spPr>
          <a:xfrm rot="16200000" flipH="1">
            <a:off x="8797206" y="4083177"/>
            <a:ext cx="2673386" cy="63213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2" name="موصل: على شكل مرفق 66">
            <a:extLst>
              <a:ext uri="{FF2B5EF4-FFF2-40B4-BE49-F238E27FC236}">
                <a16:creationId xmlns:a16="http://schemas.microsoft.com/office/drawing/2014/main" id="{8BC5809C-5277-4F1E-B613-AC2E60B81FF7}"/>
              </a:ext>
            </a:extLst>
          </p:cNvPr>
          <p:cNvCxnSpPr>
            <a:cxnSpLocks/>
            <a:stCxn id="13" idx="2"/>
            <a:endCxn id="82" idx="1"/>
          </p:cNvCxnSpPr>
          <p:nvPr/>
        </p:nvCxnSpPr>
        <p:spPr>
          <a:xfrm rot="16200000" flipH="1">
            <a:off x="8449101" y="4431282"/>
            <a:ext cx="3369596" cy="63213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8" name="موصل: على شكل مرفق 66">
            <a:extLst>
              <a:ext uri="{FF2B5EF4-FFF2-40B4-BE49-F238E27FC236}">
                <a16:creationId xmlns:a16="http://schemas.microsoft.com/office/drawing/2014/main" id="{F167D279-B853-4142-BE99-340F3581A949}"/>
              </a:ext>
            </a:extLst>
          </p:cNvPr>
          <p:cNvCxnSpPr>
            <a:cxnSpLocks/>
            <a:stCxn id="199" idx="2"/>
            <a:endCxn id="209" idx="1"/>
          </p:cNvCxnSpPr>
          <p:nvPr/>
        </p:nvCxnSpPr>
        <p:spPr>
          <a:xfrm rot="16200000" flipH="1">
            <a:off x="5972514" y="545445"/>
            <a:ext cx="297283" cy="53947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31" name="موصل: على شكل مرفق 66">
            <a:extLst>
              <a:ext uri="{FF2B5EF4-FFF2-40B4-BE49-F238E27FC236}">
                <a16:creationId xmlns:a16="http://schemas.microsoft.com/office/drawing/2014/main" id="{B9AEB78D-1BD5-40CA-90A4-0C38830F99BC}"/>
              </a:ext>
            </a:extLst>
          </p:cNvPr>
          <p:cNvCxnSpPr>
            <a:cxnSpLocks/>
            <a:stCxn id="51" idx="2"/>
            <a:endCxn id="180" idx="1"/>
          </p:cNvCxnSpPr>
          <p:nvPr/>
        </p:nvCxnSpPr>
        <p:spPr>
          <a:xfrm rot="16200000" flipH="1">
            <a:off x="7934839" y="3061664"/>
            <a:ext cx="415512" cy="45197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34" name="موصل: على شكل مرفق 66">
            <a:extLst>
              <a:ext uri="{FF2B5EF4-FFF2-40B4-BE49-F238E27FC236}">
                <a16:creationId xmlns:a16="http://schemas.microsoft.com/office/drawing/2014/main" id="{D7A762A4-DE2D-4DF4-A15B-BE88781C27B4}"/>
              </a:ext>
            </a:extLst>
          </p:cNvPr>
          <p:cNvCxnSpPr>
            <a:cxnSpLocks/>
            <a:stCxn id="51" idx="2"/>
            <a:endCxn id="178" idx="1"/>
          </p:cNvCxnSpPr>
          <p:nvPr/>
        </p:nvCxnSpPr>
        <p:spPr>
          <a:xfrm rot="16200000" flipH="1">
            <a:off x="7645976" y="3350527"/>
            <a:ext cx="993239" cy="45197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37" name="موصل: على شكل مرفق 66">
            <a:extLst>
              <a:ext uri="{FF2B5EF4-FFF2-40B4-BE49-F238E27FC236}">
                <a16:creationId xmlns:a16="http://schemas.microsoft.com/office/drawing/2014/main" id="{6AFEF56F-96FA-4F5A-9324-CFDD9141032C}"/>
              </a:ext>
            </a:extLst>
          </p:cNvPr>
          <p:cNvCxnSpPr>
            <a:cxnSpLocks/>
            <a:stCxn id="51" idx="2"/>
            <a:endCxn id="176" idx="1"/>
          </p:cNvCxnSpPr>
          <p:nvPr/>
        </p:nvCxnSpPr>
        <p:spPr>
          <a:xfrm rot="16200000" flipH="1">
            <a:off x="7340754" y="3655750"/>
            <a:ext cx="1599358" cy="44765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4" name="موصل: على شكل مرفق 66">
            <a:extLst>
              <a:ext uri="{FF2B5EF4-FFF2-40B4-BE49-F238E27FC236}">
                <a16:creationId xmlns:a16="http://schemas.microsoft.com/office/drawing/2014/main" id="{9F627DD0-02DF-475F-8543-8692C7421D63}"/>
              </a:ext>
            </a:extLst>
          </p:cNvPr>
          <p:cNvCxnSpPr>
            <a:cxnSpLocks/>
            <a:stCxn id="3" idx="2"/>
            <a:endCxn id="186" idx="1"/>
          </p:cNvCxnSpPr>
          <p:nvPr/>
        </p:nvCxnSpPr>
        <p:spPr>
          <a:xfrm rot="16200000" flipH="1">
            <a:off x="5813289" y="3080120"/>
            <a:ext cx="431122" cy="42248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5" name="موصل: على شكل مرفق 66">
            <a:extLst>
              <a:ext uri="{FF2B5EF4-FFF2-40B4-BE49-F238E27FC236}">
                <a16:creationId xmlns:a16="http://schemas.microsoft.com/office/drawing/2014/main" id="{798CE403-8D55-4D9A-88FF-8B1B9DC1D5E7}"/>
              </a:ext>
            </a:extLst>
          </p:cNvPr>
          <p:cNvCxnSpPr>
            <a:cxnSpLocks/>
            <a:stCxn id="3" idx="2"/>
            <a:endCxn id="184" idx="1"/>
          </p:cNvCxnSpPr>
          <p:nvPr/>
        </p:nvCxnSpPr>
        <p:spPr>
          <a:xfrm rot="16200000" flipH="1">
            <a:off x="5499089" y="3394321"/>
            <a:ext cx="1087571" cy="45053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6" name="موصل: على شكل مرفق 66">
            <a:extLst>
              <a:ext uri="{FF2B5EF4-FFF2-40B4-BE49-F238E27FC236}">
                <a16:creationId xmlns:a16="http://schemas.microsoft.com/office/drawing/2014/main" id="{0D711619-C279-4B08-8062-54878E880E84}"/>
              </a:ext>
            </a:extLst>
          </p:cNvPr>
          <p:cNvCxnSpPr>
            <a:cxnSpLocks/>
            <a:stCxn id="6" idx="2"/>
            <a:endCxn id="192" idx="1"/>
          </p:cNvCxnSpPr>
          <p:nvPr/>
        </p:nvCxnSpPr>
        <p:spPr>
          <a:xfrm rot="16200000" flipH="1">
            <a:off x="3783281" y="3090449"/>
            <a:ext cx="411686" cy="39058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7" name="موصل: على شكل مرفق 66">
            <a:extLst>
              <a:ext uri="{FF2B5EF4-FFF2-40B4-BE49-F238E27FC236}">
                <a16:creationId xmlns:a16="http://schemas.microsoft.com/office/drawing/2014/main" id="{5A9DADAA-8881-4C31-8263-D153803C7468}"/>
              </a:ext>
            </a:extLst>
          </p:cNvPr>
          <p:cNvCxnSpPr>
            <a:cxnSpLocks/>
            <a:stCxn id="6" idx="2"/>
            <a:endCxn id="190" idx="1"/>
          </p:cNvCxnSpPr>
          <p:nvPr/>
        </p:nvCxnSpPr>
        <p:spPr>
          <a:xfrm rot="16200000" flipH="1">
            <a:off x="3479316" y="3394414"/>
            <a:ext cx="1033220" cy="40419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8" name="موصل: على شكل مرفق 66">
            <a:extLst>
              <a:ext uri="{FF2B5EF4-FFF2-40B4-BE49-F238E27FC236}">
                <a16:creationId xmlns:a16="http://schemas.microsoft.com/office/drawing/2014/main" id="{FC6F9FC3-5284-4B9A-9325-A0DFE7AD0199}"/>
              </a:ext>
            </a:extLst>
          </p:cNvPr>
          <p:cNvCxnSpPr>
            <a:cxnSpLocks/>
            <a:stCxn id="6" idx="2"/>
            <a:endCxn id="188" idx="1"/>
          </p:cNvCxnSpPr>
          <p:nvPr/>
        </p:nvCxnSpPr>
        <p:spPr>
          <a:xfrm rot="16200000" flipH="1">
            <a:off x="3083845" y="3789885"/>
            <a:ext cx="1810558" cy="39058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9" name="موصل: على شكل مرفق 66">
            <a:extLst>
              <a:ext uri="{FF2B5EF4-FFF2-40B4-BE49-F238E27FC236}">
                <a16:creationId xmlns:a16="http://schemas.microsoft.com/office/drawing/2014/main" id="{2D5D5B21-B8C3-4DA7-A901-F30764C91513}"/>
              </a:ext>
            </a:extLst>
          </p:cNvPr>
          <p:cNvCxnSpPr>
            <a:cxnSpLocks/>
            <a:stCxn id="54" idx="2"/>
            <a:endCxn id="202" idx="1"/>
          </p:cNvCxnSpPr>
          <p:nvPr/>
        </p:nvCxnSpPr>
        <p:spPr>
          <a:xfrm rot="16200000" flipH="1">
            <a:off x="1688213" y="3075473"/>
            <a:ext cx="407172" cy="45572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30" name="موصل: على شكل مرفق 66">
            <a:extLst>
              <a:ext uri="{FF2B5EF4-FFF2-40B4-BE49-F238E27FC236}">
                <a16:creationId xmlns:a16="http://schemas.microsoft.com/office/drawing/2014/main" id="{E8D3D966-57A8-463F-8C92-564E71FEA88F}"/>
              </a:ext>
            </a:extLst>
          </p:cNvPr>
          <p:cNvCxnSpPr>
            <a:cxnSpLocks/>
            <a:stCxn id="54" idx="2"/>
            <a:endCxn id="198" idx="1"/>
          </p:cNvCxnSpPr>
          <p:nvPr/>
        </p:nvCxnSpPr>
        <p:spPr>
          <a:xfrm rot="16200000" flipH="1">
            <a:off x="1307992" y="3455694"/>
            <a:ext cx="1145526" cy="43364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31" name="موصل: على شكل مرفق 66">
            <a:extLst>
              <a:ext uri="{FF2B5EF4-FFF2-40B4-BE49-F238E27FC236}">
                <a16:creationId xmlns:a16="http://schemas.microsoft.com/office/drawing/2014/main" id="{BCE1FC99-4778-44A7-BC60-9C7BCAE6F8F6}"/>
              </a:ext>
            </a:extLst>
          </p:cNvPr>
          <p:cNvCxnSpPr>
            <a:cxnSpLocks/>
            <a:stCxn id="54" idx="2"/>
            <a:endCxn id="196" idx="1"/>
          </p:cNvCxnSpPr>
          <p:nvPr/>
        </p:nvCxnSpPr>
        <p:spPr>
          <a:xfrm rot="16200000" flipH="1">
            <a:off x="924152" y="3839534"/>
            <a:ext cx="1921821" cy="44225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32" name="موصل: على شكل مرفق 66">
            <a:extLst>
              <a:ext uri="{FF2B5EF4-FFF2-40B4-BE49-F238E27FC236}">
                <a16:creationId xmlns:a16="http://schemas.microsoft.com/office/drawing/2014/main" id="{6A7B0288-9C6E-49C6-8FD8-B1B4E0A46A83}"/>
              </a:ext>
            </a:extLst>
          </p:cNvPr>
          <p:cNvCxnSpPr>
            <a:cxnSpLocks/>
            <a:stCxn id="54" idx="2"/>
            <a:endCxn id="194" idx="1"/>
          </p:cNvCxnSpPr>
          <p:nvPr/>
        </p:nvCxnSpPr>
        <p:spPr>
          <a:xfrm rot="16200000" flipH="1">
            <a:off x="536773" y="4226913"/>
            <a:ext cx="2710052" cy="45572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73DD322-02E6-46D9-7080-A1791B95D17C}"/>
              </a:ext>
            </a:extLst>
          </p:cNvPr>
          <p:cNvSpPr>
            <a:spLocks noGrp="1"/>
          </p:cNvSpPr>
          <p:nvPr>
            <p:ph type="dt" sz="half" idx="10"/>
          </p:nvPr>
        </p:nvSpPr>
        <p:spPr/>
        <p:txBody>
          <a:bodyPr/>
          <a:lstStyle/>
          <a:p>
            <a:fld id="{CEB1DFCF-E7E9-48C5-A7B4-F5977B2BF08E}" type="datetime8">
              <a:rPr lang="ar-SY" smtClean="0"/>
              <a:t>28 تشرين الأول، 26</a:t>
            </a:fld>
            <a:endParaRPr lang="ar-SY" dirty="0"/>
          </a:p>
        </p:txBody>
      </p:sp>
      <p:sp>
        <p:nvSpPr>
          <p:cNvPr id="4" name="Footer Placeholder 3">
            <a:extLst>
              <a:ext uri="{FF2B5EF4-FFF2-40B4-BE49-F238E27FC236}">
                <a16:creationId xmlns:a16="http://schemas.microsoft.com/office/drawing/2014/main" id="{60D56501-D638-060A-8413-9AEA7A81C67F}"/>
              </a:ext>
            </a:extLst>
          </p:cNvPr>
          <p:cNvSpPr>
            <a:spLocks noGrp="1"/>
          </p:cNvSpPr>
          <p:nvPr>
            <p:ph type="ftr" sz="quarter" idx="11"/>
          </p:nvPr>
        </p:nvSpPr>
        <p:spPr/>
        <p:txBody>
          <a:bodyPr/>
          <a:lstStyle/>
          <a:p>
            <a:r>
              <a:rPr lang="ar-SY"/>
              <a:t>التعريف العام بمحافظة دمشق</a:t>
            </a:r>
          </a:p>
        </p:txBody>
      </p:sp>
      <p:sp>
        <p:nvSpPr>
          <p:cNvPr id="5" name="Slide Number Placeholder 4">
            <a:extLst>
              <a:ext uri="{FF2B5EF4-FFF2-40B4-BE49-F238E27FC236}">
                <a16:creationId xmlns:a16="http://schemas.microsoft.com/office/drawing/2014/main" id="{D1B85200-3E41-6648-247E-0408C9407854}"/>
              </a:ext>
            </a:extLst>
          </p:cNvPr>
          <p:cNvSpPr>
            <a:spLocks noGrp="1"/>
          </p:cNvSpPr>
          <p:nvPr>
            <p:ph type="sldNum" sz="quarter" idx="12"/>
          </p:nvPr>
        </p:nvSpPr>
        <p:spPr/>
        <p:txBody>
          <a:bodyPr/>
          <a:lstStyle/>
          <a:p>
            <a:fld id="{065EBCF0-071A-41B4-9C48-9ADF70E893B6}" type="slidenum">
              <a:rPr lang="ar-SY" smtClean="0"/>
              <a:pPr/>
              <a:t>32</a:t>
            </a:fld>
            <a:endParaRPr lang="ar-SY" dirty="0"/>
          </a:p>
        </p:txBody>
      </p:sp>
    </p:spTree>
    <p:extLst>
      <p:ext uri="{BB962C8B-B14F-4D97-AF65-F5344CB8AC3E}">
        <p14:creationId xmlns:p14="http://schemas.microsoft.com/office/powerpoint/2010/main" val="3358853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35BC46-B24A-7AF9-6FE2-A055A5A3D473}"/>
              </a:ext>
            </a:extLst>
          </p:cNvPr>
          <p:cNvSpPr>
            <a:spLocks noGrp="1"/>
          </p:cNvSpPr>
          <p:nvPr>
            <p:ph type="title"/>
          </p:nvPr>
        </p:nvSpPr>
        <p:spPr/>
        <p:txBody>
          <a:bodyPr/>
          <a:lstStyle/>
          <a:p>
            <a:r>
              <a:rPr lang="ar-SY" dirty="0"/>
              <a:t>مديرية البيئة</a:t>
            </a:r>
          </a:p>
        </p:txBody>
      </p:sp>
      <p:sp>
        <p:nvSpPr>
          <p:cNvPr id="6" name="Content Placeholder 5">
            <a:extLst>
              <a:ext uri="{FF2B5EF4-FFF2-40B4-BE49-F238E27FC236}">
                <a16:creationId xmlns:a16="http://schemas.microsoft.com/office/drawing/2014/main" id="{4536DA8F-26C1-EE0A-4C30-EA3CD4DCE29A}"/>
              </a:ext>
            </a:extLst>
          </p:cNvPr>
          <p:cNvSpPr>
            <a:spLocks noGrp="1"/>
          </p:cNvSpPr>
          <p:nvPr>
            <p:ph idx="1"/>
          </p:nvPr>
        </p:nvSpPr>
        <p:spPr>
          <a:xfrm>
            <a:off x="978877" y="2370137"/>
            <a:ext cx="10515600" cy="4351338"/>
          </a:xfrm>
        </p:spPr>
        <p:txBody>
          <a:bodyPr>
            <a:normAutofit/>
          </a:bodyPr>
          <a:lstStyle/>
          <a:p>
            <a:pPr marL="0" indent="0">
              <a:buNone/>
            </a:pPr>
            <a:r>
              <a:rPr lang="ar-SY" dirty="0"/>
              <a:t>هي الجهة التنفيذية لوزارة الإدارة المحلية والبيئة على مستوى المحافظة، وتُعنى بحماية البيئة ومراقبة المخالفات البيئية ضمن نطاق المحافظة، بما يضمن السلامة البيئية والصحة العامة.</a:t>
            </a:r>
          </a:p>
        </p:txBody>
      </p:sp>
      <p:sp>
        <p:nvSpPr>
          <p:cNvPr id="2" name="Date Placeholder 1">
            <a:extLst>
              <a:ext uri="{FF2B5EF4-FFF2-40B4-BE49-F238E27FC236}">
                <a16:creationId xmlns:a16="http://schemas.microsoft.com/office/drawing/2014/main" id="{BD14FF74-5B10-C7CF-F1C0-70BEE3A1E860}"/>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452AF7DE-778A-0222-5691-582BBA6200E7}"/>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4F2127AB-79D5-42CD-2DCB-466CACE8845F}"/>
              </a:ext>
            </a:extLst>
          </p:cNvPr>
          <p:cNvSpPr>
            <a:spLocks noGrp="1"/>
          </p:cNvSpPr>
          <p:nvPr>
            <p:ph type="sldNum" sz="quarter" idx="12"/>
          </p:nvPr>
        </p:nvSpPr>
        <p:spPr/>
        <p:txBody>
          <a:bodyPr/>
          <a:lstStyle/>
          <a:p>
            <a:fld id="{065EBCF0-071A-41B4-9C48-9ADF70E893B6}" type="slidenum">
              <a:rPr lang="ar-SY" smtClean="0"/>
              <a:pPr/>
              <a:t>33</a:t>
            </a:fld>
            <a:endParaRPr lang="ar-SY" dirty="0"/>
          </a:p>
        </p:txBody>
      </p:sp>
    </p:spTree>
    <p:extLst>
      <p:ext uri="{BB962C8B-B14F-4D97-AF65-F5344CB8AC3E}">
        <p14:creationId xmlns:p14="http://schemas.microsoft.com/office/powerpoint/2010/main" val="42330812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مستطيل 16">
            <a:extLst>
              <a:ext uri="{FF2B5EF4-FFF2-40B4-BE49-F238E27FC236}">
                <a16:creationId xmlns:a16="http://schemas.microsoft.com/office/drawing/2014/main" id="{747072EF-2A54-4197-9E24-0A6723BEF0E6}"/>
              </a:ext>
            </a:extLst>
          </p:cNvPr>
          <p:cNvSpPr/>
          <p:nvPr/>
        </p:nvSpPr>
        <p:spPr>
          <a:xfrm>
            <a:off x="11375847" y="3748791"/>
            <a:ext cx="795974" cy="70728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a:t>
            </a:r>
            <a:r>
              <a:rPr lang="ar-SY" sz="1200" dirty="0">
                <a:solidFill>
                  <a:schemeClr val="tx1"/>
                </a:solidFill>
                <a:latin typeface="Simplified Arabic" panose="02020603050405020304" pitchFamily="18" charset="-78"/>
                <a:cs typeface="Simplified Arabic" panose="02020603050405020304" pitchFamily="18" charset="-78"/>
              </a:rPr>
              <a:t> الشؤون المالية والمستودع</a:t>
            </a:r>
          </a:p>
        </p:txBody>
      </p:sp>
      <p:cxnSp>
        <p:nvCxnSpPr>
          <p:cNvPr id="31" name="موصل: على شكل مرفق 30">
            <a:extLst>
              <a:ext uri="{FF2B5EF4-FFF2-40B4-BE49-F238E27FC236}">
                <a16:creationId xmlns:a16="http://schemas.microsoft.com/office/drawing/2014/main" id="{496E7D6C-B412-43BE-B798-EEF7C2DCCF6D}"/>
              </a:ext>
            </a:extLst>
          </p:cNvPr>
          <p:cNvCxnSpPr>
            <a:cxnSpLocks/>
            <a:stCxn id="13" idx="2"/>
            <a:endCxn id="17" idx="0"/>
          </p:cNvCxnSpPr>
          <p:nvPr/>
        </p:nvCxnSpPr>
        <p:spPr>
          <a:xfrm rot="16200000" flipH="1">
            <a:off x="10633549" y="2608505"/>
            <a:ext cx="972233" cy="130833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99" name="مستطيل 198">
            <a:extLst>
              <a:ext uri="{FF2B5EF4-FFF2-40B4-BE49-F238E27FC236}">
                <a16:creationId xmlns:a16="http://schemas.microsoft.com/office/drawing/2014/main" id="{EBEE7F71-AAF2-4EE5-A6B1-2FD803A94C52}"/>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b="1" dirty="0">
                <a:solidFill>
                  <a:schemeClr val="tx1"/>
                </a:solidFill>
                <a:latin typeface="Simplified Arabic" panose="02020603050405020304" pitchFamily="18" charset="-78"/>
                <a:cs typeface="Simplified Arabic" panose="02020603050405020304" pitchFamily="18" charset="-78"/>
              </a:rPr>
              <a:t>مديرية البيئة</a:t>
            </a: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a:stCxn id="199" idx="2"/>
            <a:endCxn id="13" idx="0"/>
          </p:cNvCxnSpPr>
          <p:nvPr/>
        </p:nvCxnSpPr>
        <p:spPr>
          <a:xfrm rot="16200000" flipH="1">
            <a:off x="7516533" y="-712406"/>
            <a:ext cx="1565839" cy="433208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61448027-CAF4-444F-96C7-9DB6F22B5A60}"/>
              </a:ext>
            </a:extLst>
          </p:cNvPr>
          <p:cNvCxnSpPr>
            <a:cxnSpLocks/>
          </p:cNvCxnSpPr>
          <p:nvPr/>
        </p:nvCxnSpPr>
        <p:spPr>
          <a:xfrm rot="16200000" flipH="1">
            <a:off x="5773408" y="1048556"/>
            <a:ext cx="1548000" cy="828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75">
            <a:extLst>
              <a:ext uri="{FF2B5EF4-FFF2-40B4-BE49-F238E27FC236}">
                <a16:creationId xmlns:a16="http://schemas.microsoft.com/office/drawing/2014/main" id="{34C64E4E-BBA0-4263-9FA1-F66BABF7C40A}"/>
              </a:ext>
            </a:extLst>
          </p:cNvPr>
          <p:cNvSpPr/>
          <p:nvPr/>
        </p:nvSpPr>
        <p:spPr>
          <a:xfrm>
            <a:off x="10512512" y="3748791"/>
            <a:ext cx="808319" cy="69932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a:t>
            </a:r>
            <a:r>
              <a:rPr lang="ar-SY" sz="1200" dirty="0">
                <a:solidFill>
                  <a:schemeClr val="tx1"/>
                </a:solidFill>
                <a:latin typeface="Simplified Arabic" panose="02020603050405020304" pitchFamily="18" charset="-78"/>
                <a:cs typeface="Simplified Arabic" panose="02020603050405020304" pitchFamily="18" charset="-78"/>
              </a:rPr>
              <a:t> الشؤون القانونية والذاتية</a:t>
            </a:r>
            <a:r>
              <a:rPr lang="ar-SA" sz="1200" dirty="0">
                <a:solidFill>
                  <a:schemeClr val="tx1"/>
                </a:solidFill>
                <a:latin typeface="Simplified Arabic" panose="02020603050405020304" pitchFamily="18" charset="-78"/>
                <a:cs typeface="Simplified Arabic" panose="02020603050405020304" pitchFamily="18" charset="-78"/>
              </a:rPr>
              <a:t> </a:t>
            </a:r>
          </a:p>
        </p:txBody>
      </p:sp>
      <p:cxnSp>
        <p:nvCxnSpPr>
          <p:cNvPr id="77" name="موصل: على شكل مرفق 76">
            <a:extLst>
              <a:ext uri="{FF2B5EF4-FFF2-40B4-BE49-F238E27FC236}">
                <a16:creationId xmlns:a16="http://schemas.microsoft.com/office/drawing/2014/main" id="{4D85285C-BE2C-44B0-A805-E67E9A399983}"/>
              </a:ext>
            </a:extLst>
          </p:cNvPr>
          <p:cNvCxnSpPr>
            <a:cxnSpLocks/>
            <a:stCxn id="13" idx="2"/>
            <a:endCxn id="76" idx="0"/>
          </p:cNvCxnSpPr>
          <p:nvPr/>
        </p:nvCxnSpPr>
        <p:spPr>
          <a:xfrm rot="16200000" flipH="1">
            <a:off x="10204968" y="3037086"/>
            <a:ext cx="972233" cy="45117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 name="موصل: على شكل مرفق 3">
            <a:extLst>
              <a:ext uri="{FF2B5EF4-FFF2-40B4-BE49-F238E27FC236}">
                <a16:creationId xmlns:a16="http://schemas.microsoft.com/office/drawing/2014/main" id="{3E926946-6BC5-82C3-2EC2-5ABA22DD1D7B}"/>
              </a:ext>
            </a:extLst>
          </p:cNvPr>
          <p:cNvCxnSpPr>
            <a:cxnSpLocks/>
            <a:stCxn id="6" idx="2"/>
            <a:endCxn id="8" idx="0"/>
          </p:cNvCxnSpPr>
          <p:nvPr/>
        </p:nvCxnSpPr>
        <p:spPr>
          <a:xfrm rot="16200000" flipH="1">
            <a:off x="2724882" y="2501720"/>
            <a:ext cx="882649" cy="152241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8" name="مستطيل 7">
            <a:extLst>
              <a:ext uri="{FF2B5EF4-FFF2-40B4-BE49-F238E27FC236}">
                <a16:creationId xmlns:a16="http://schemas.microsoft.com/office/drawing/2014/main" id="{2E3F783C-950C-0210-DAC4-32F86A15248B}"/>
              </a:ext>
            </a:extLst>
          </p:cNvPr>
          <p:cNvSpPr/>
          <p:nvPr/>
        </p:nvSpPr>
        <p:spPr>
          <a:xfrm>
            <a:off x="3600522" y="3704254"/>
            <a:ext cx="653786" cy="65579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a:t>
            </a:r>
            <a:r>
              <a:rPr lang="ar-SY" sz="1200" dirty="0">
                <a:solidFill>
                  <a:schemeClr val="tx1"/>
                </a:solidFill>
                <a:latin typeface="Simplified Arabic" panose="02020603050405020304" pitchFamily="18" charset="-78"/>
                <a:cs typeface="Simplified Arabic" panose="02020603050405020304" pitchFamily="18" charset="-78"/>
              </a:rPr>
              <a:t> سلامة الهواء</a:t>
            </a:r>
            <a:endParaRPr lang="ar-SA" sz="1200" dirty="0">
              <a:solidFill>
                <a:schemeClr val="tx1"/>
              </a:solidFill>
              <a:latin typeface="Simplified Arabic" panose="02020603050405020304" pitchFamily="18" charset="-78"/>
              <a:cs typeface="Simplified Arabic" panose="02020603050405020304" pitchFamily="18" charset="-78"/>
            </a:endParaRPr>
          </a:p>
        </p:txBody>
      </p:sp>
      <p:sp>
        <p:nvSpPr>
          <p:cNvPr id="10" name="مستطيل 9">
            <a:extLst>
              <a:ext uri="{FF2B5EF4-FFF2-40B4-BE49-F238E27FC236}">
                <a16:creationId xmlns:a16="http://schemas.microsoft.com/office/drawing/2014/main" id="{5F3C967E-317D-3984-7809-9795E1F3D80F}"/>
              </a:ext>
            </a:extLst>
          </p:cNvPr>
          <p:cNvSpPr/>
          <p:nvPr/>
        </p:nvSpPr>
        <p:spPr>
          <a:xfrm>
            <a:off x="6547408" y="3748791"/>
            <a:ext cx="723615"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 التراخيص البيئية </a:t>
            </a:r>
          </a:p>
        </p:txBody>
      </p:sp>
      <p:sp>
        <p:nvSpPr>
          <p:cNvPr id="44" name="مستطيل 43">
            <a:extLst>
              <a:ext uri="{FF2B5EF4-FFF2-40B4-BE49-F238E27FC236}">
                <a16:creationId xmlns:a16="http://schemas.microsoft.com/office/drawing/2014/main" id="{EA44F1D8-5ADF-DC7C-5F1B-745FFBCA465A}"/>
              </a:ext>
            </a:extLst>
          </p:cNvPr>
          <p:cNvSpPr/>
          <p:nvPr/>
        </p:nvSpPr>
        <p:spPr>
          <a:xfrm>
            <a:off x="2688058" y="3708294"/>
            <a:ext cx="765760" cy="65175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 سلامة الأراضي</a:t>
            </a:r>
            <a:endParaRPr lang="ar-SA" sz="1200" dirty="0">
              <a:solidFill>
                <a:schemeClr val="tx1"/>
              </a:solidFill>
              <a:latin typeface="Simplified Arabic" panose="02020603050405020304" pitchFamily="18" charset="-78"/>
              <a:cs typeface="Simplified Arabic" panose="02020603050405020304" pitchFamily="18" charset="-78"/>
            </a:endParaRPr>
          </a:p>
        </p:txBody>
      </p:sp>
      <p:cxnSp>
        <p:nvCxnSpPr>
          <p:cNvPr id="45" name="موصل: على شكل مرفق 44">
            <a:extLst>
              <a:ext uri="{FF2B5EF4-FFF2-40B4-BE49-F238E27FC236}">
                <a16:creationId xmlns:a16="http://schemas.microsoft.com/office/drawing/2014/main" id="{42F183D4-BA4E-D2CA-4BEE-ABBB0CF25597}"/>
              </a:ext>
            </a:extLst>
          </p:cNvPr>
          <p:cNvCxnSpPr>
            <a:cxnSpLocks/>
            <a:stCxn id="6" idx="2"/>
            <a:endCxn id="44" idx="0"/>
          </p:cNvCxnSpPr>
          <p:nvPr/>
        </p:nvCxnSpPr>
        <p:spPr>
          <a:xfrm rot="16200000" flipH="1">
            <a:off x="2294624" y="2931979"/>
            <a:ext cx="886689" cy="66594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72">
            <a:extLst>
              <a:ext uri="{FF2B5EF4-FFF2-40B4-BE49-F238E27FC236}">
                <a16:creationId xmlns:a16="http://schemas.microsoft.com/office/drawing/2014/main" id="{F242E45A-9D6B-6DCC-E3A3-EF4996252171}"/>
              </a:ext>
            </a:extLst>
          </p:cNvPr>
          <p:cNvSpPr/>
          <p:nvPr/>
        </p:nvSpPr>
        <p:spPr>
          <a:xfrm>
            <a:off x="7520710" y="3748791"/>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  تقييم الأثر البيئي</a:t>
            </a:r>
          </a:p>
        </p:txBody>
      </p:sp>
      <p:cxnSp>
        <p:nvCxnSpPr>
          <p:cNvPr id="94" name="موصل: على شكل مرفق 93">
            <a:extLst>
              <a:ext uri="{FF2B5EF4-FFF2-40B4-BE49-F238E27FC236}">
                <a16:creationId xmlns:a16="http://schemas.microsoft.com/office/drawing/2014/main" id="{F8EEE417-0BAD-D3C2-18B6-993C6AE50961}"/>
              </a:ext>
            </a:extLst>
          </p:cNvPr>
          <p:cNvCxnSpPr>
            <a:cxnSpLocks/>
            <a:stCxn id="51" idx="2"/>
            <a:endCxn id="73" idx="0"/>
          </p:cNvCxnSpPr>
          <p:nvPr/>
        </p:nvCxnSpPr>
        <p:spPr>
          <a:xfrm rot="16200000" flipH="1">
            <a:off x="6919229" y="2771693"/>
            <a:ext cx="972234" cy="98196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36" name="موصل: على شكل مرفق 135">
            <a:extLst>
              <a:ext uri="{FF2B5EF4-FFF2-40B4-BE49-F238E27FC236}">
                <a16:creationId xmlns:a16="http://schemas.microsoft.com/office/drawing/2014/main" id="{C0DED952-31F3-8C78-693C-54C5907603E2}"/>
              </a:ext>
            </a:extLst>
          </p:cNvPr>
          <p:cNvCxnSpPr>
            <a:cxnSpLocks/>
          </p:cNvCxnSpPr>
          <p:nvPr/>
        </p:nvCxnSpPr>
        <p:spPr>
          <a:xfrm rot="5400000">
            <a:off x="3455966" y="-408364"/>
            <a:ext cx="1610886" cy="37440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5" name="مستطيل 34">
            <a:extLst>
              <a:ext uri="{FF2B5EF4-FFF2-40B4-BE49-F238E27FC236}">
                <a16:creationId xmlns:a16="http://schemas.microsoft.com/office/drawing/2014/main" id="{E0CCCF07-0AE5-7F7D-F681-4ED7CF06112B}"/>
              </a:ext>
            </a:extLst>
          </p:cNvPr>
          <p:cNvSpPr/>
          <p:nvPr/>
        </p:nvSpPr>
        <p:spPr>
          <a:xfrm>
            <a:off x="1767510" y="3708294"/>
            <a:ext cx="800575" cy="65175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a:t>
            </a:r>
            <a:r>
              <a:rPr lang="ar-SY" sz="1200" dirty="0">
                <a:solidFill>
                  <a:schemeClr val="tx1"/>
                </a:solidFill>
                <a:latin typeface="Simplified Arabic" panose="02020603050405020304" pitchFamily="18" charset="-78"/>
                <a:cs typeface="Simplified Arabic" panose="02020603050405020304" pitchFamily="18" charset="-78"/>
              </a:rPr>
              <a:t> التنوع الحيوي والمحميات</a:t>
            </a:r>
            <a:endParaRPr lang="ar-SA" sz="1200" dirty="0">
              <a:solidFill>
                <a:schemeClr val="tx1"/>
              </a:solidFill>
              <a:latin typeface="Simplified Arabic" panose="02020603050405020304" pitchFamily="18" charset="-78"/>
              <a:cs typeface="Simplified Arabic" panose="02020603050405020304" pitchFamily="18" charset="-78"/>
            </a:endParaRPr>
          </a:p>
        </p:txBody>
      </p:sp>
      <p:sp>
        <p:nvSpPr>
          <p:cNvPr id="36" name="مستطيل 35">
            <a:extLst>
              <a:ext uri="{FF2B5EF4-FFF2-40B4-BE49-F238E27FC236}">
                <a16:creationId xmlns:a16="http://schemas.microsoft.com/office/drawing/2014/main" id="{67A86EFF-A1E9-0D4D-2F9E-8C758BEB192D}"/>
              </a:ext>
            </a:extLst>
          </p:cNvPr>
          <p:cNvSpPr/>
          <p:nvPr/>
        </p:nvSpPr>
        <p:spPr>
          <a:xfrm>
            <a:off x="946863" y="3690372"/>
            <a:ext cx="765760" cy="66967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 المخبر</a:t>
            </a:r>
            <a:endParaRPr lang="ar-SA" sz="1200" dirty="0">
              <a:solidFill>
                <a:schemeClr val="tx1"/>
              </a:solidFill>
              <a:latin typeface="Simplified Arabic" panose="02020603050405020304" pitchFamily="18" charset="-78"/>
              <a:cs typeface="Simplified Arabic" panose="02020603050405020304" pitchFamily="18" charset="-78"/>
            </a:endParaRPr>
          </a:p>
        </p:txBody>
      </p:sp>
      <p:sp>
        <p:nvSpPr>
          <p:cNvPr id="66" name="مستطيل 65">
            <a:extLst>
              <a:ext uri="{FF2B5EF4-FFF2-40B4-BE49-F238E27FC236}">
                <a16:creationId xmlns:a16="http://schemas.microsoft.com/office/drawing/2014/main" id="{4EE19D90-603E-FE4E-580D-2F099C138B65}"/>
              </a:ext>
            </a:extLst>
          </p:cNvPr>
          <p:cNvSpPr/>
          <p:nvPr/>
        </p:nvSpPr>
        <p:spPr>
          <a:xfrm>
            <a:off x="3337392" y="688556"/>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600" b="1" dirty="0">
                <a:solidFill>
                  <a:schemeClr val="tx1"/>
                </a:solidFill>
                <a:latin typeface="Simplified Arabic" panose="02020603050405020304" pitchFamily="18" charset="-78"/>
                <a:cs typeface="Simplified Arabic" panose="02020603050405020304" pitchFamily="18" charset="-78"/>
              </a:rPr>
              <a:t>معاون مدير</a:t>
            </a: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stCxn id="199" idx="2"/>
            <a:endCxn id="66" idx="3"/>
          </p:cNvCxnSpPr>
          <p:nvPr/>
        </p:nvCxnSpPr>
        <p:spPr>
          <a:xfrm rot="5400000">
            <a:off x="5203483" y="28629"/>
            <a:ext cx="287837" cy="157201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8" name="مستطيل 7">
            <a:extLst>
              <a:ext uri="{FF2B5EF4-FFF2-40B4-BE49-F238E27FC236}">
                <a16:creationId xmlns:a16="http://schemas.microsoft.com/office/drawing/2014/main" id="{2E3F783C-950C-0210-DAC4-32F86A15248B}"/>
              </a:ext>
            </a:extLst>
          </p:cNvPr>
          <p:cNvSpPr/>
          <p:nvPr/>
        </p:nvSpPr>
        <p:spPr>
          <a:xfrm>
            <a:off x="8821741" y="3750879"/>
            <a:ext cx="721101" cy="70728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 الشؤون الإدارية</a:t>
            </a:r>
            <a:r>
              <a:rPr lang="ar-SA" sz="1200" dirty="0">
                <a:solidFill>
                  <a:schemeClr val="tx1"/>
                </a:solidFill>
                <a:latin typeface="Simplified Arabic" panose="02020603050405020304" pitchFamily="18" charset="-78"/>
                <a:cs typeface="Simplified Arabic" panose="02020603050405020304" pitchFamily="18" charset="-78"/>
              </a:rPr>
              <a:t> </a:t>
            </a:r>
          </a:p>
        </p:txBody>
      </p:sp>
      <p:sp>
        <p:nvSpPr>
          <p:cNvPr id="59" name="مستطيل 7">
            <a:extLst>
              <a:ext uri="{FF2B5EF4-FFF2-40B4-BE49-F238E27FC236}">
                <a16:creationId xmlns:a16="http://schemas.microsoft.com/office/drawing/2014/main" id="{2E3F783C-950C-0210-DAC4-32F86A15248B}"/>
              </a:ext>
            </a:extLst>
          </p:cNvPr>
          <p:cNvSpPr/>
          <p:nvPr/>
        </p:nvSpPr>
        <p:spPr>
          <a:xfrm>
            <a:off x="9612692" y="3748791"/>
            <a:ext cx="760765" cy="70520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a:t>
            </a:r>
            <a:r>
              <a:rPr lang="ar-SY" sz="1200" dirty="0">
                <a:solidFill>
                  <a:schemeClr val="tx1"/>
                </a:solidFill>
                <a:latin typeface="Simplified Arabic" panose="02020603050405020304" pitchFamily="18" charset="-78"/>
                <a:cs typeface="Simplified Arabic" panose="02020603050405020304" pitchFamily="18" charset="-78"/>
              </a:rPr>
              <a:t> الإحصاء والمتابعة</a:t>
            </a:r>
            <a:endParaRPr lang="ar-SA" sz="1200" dirty="0">
              <a:solidFill>
                <a:schemeClr val="tx1"/>
              </a:solidFill>
              <a:latin typeface="Simplified Arabic" panose="02020603050405020304" pitchFamily="18" charset="-78"/>
              <a:cs typeface="Simplified Arabic" panose="02020603050405020304" pitchFamily="18" charset="-78"/>
            </a:endParaRPr>
          </a:p>
        </p:txBody>
      </p:sp>
      <p:sp>
        <p:nvSpPr>
          <p:cNvPr id="60" name="مستطيل 7">
            <a:extLst>
              <a:ext uri="{FF2B5EF4-FFF2-40B4-BE49-F238E27FC236}">
                <a16:creationId xmlns:a16="http://schemas.microsoft.com/office/drawing/2014/main" id="{2E3F783C-950C-0210-DAC4-32F86A15248B}"/>
              </a:ext>
            </a:extLst>
          </p:cNvPr>
          <p:cNvSpPr/>
          <p:nvPr/>
        </p:nvSpPr>
        <p:spPr>
          <a:xfrm>
            <a:off x="20180" y="3695158"/>
            <a:ext cx="862120" cy="66489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 السلامة الكيميائية وإدارة النفايات</a:t>
            </a:r>
            <a:r>
              <a:rPr lang="ar-SA" sz="1200" dirty="0">
                <a:solidFill>
                  <a:schemeClr val="tx1"/>
                </a:solidFill>
                <a:latin typeface="Simplified Arabic" panose="02020603050405020304" pitchFamily="18" charset="-78"/>
                <a:cs typeface="Simplified Arabic" panose="02020603050405020304" pitchFamily="18" charset="-78"/>
              </a:rPr>
              <a:t> </a:t>
            </a:r>
          </a:p>
        </p:txBody>
      </p:sp>
      <p:sp>
        <p:nvSpPr>
          <p:cNvPr id="61" name="مستطيل 7">
            <a:extLst>
              <a:ext uri="{FF2B5EF4-FFF2-40B4-BE49-F238E27FC236}">
                <a16:creationId xmlns:a16="http://schemas.microsoft.com/office/drawing/2014/main" id="{2E3F783C-950C-0210-DAC4-32F86A15248B}"/>
              </a:ext>
            </a:extLst>
          </p:cNvPr>
          <p:cNvSpPr/>
          <p:nvPr/>
        </p:nvSpPr>
        <p:spPr>
          <a:xfrm>
            <a:off x="4376566" y="3712982"/>
            <a:ext cx="778798" cy="64706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a:t>
            </a:r>
            <a:r>
              <a:rPr lang="ar-SY" sz="1200" dirty="0">
                <a:solidFill>
                  <a:schemeClr val="tx1"/>
                </a:solidFill>
                <a:latin typeface="Simplified Arabic" panose="02020603050405020304" pitchFamily="18" charset="-78"/>
                <a:cs typeface="Simplified Arabic" panose="02020603050405020304" pitchFamily="18" charset="-78"/>
              </a:rPr>
              <a:t> سلامة المياه</a:t>
            </a:r>
            <a:endParaRPr lang="ar-SA" sz="1200" dirty="0">
              <a:solidFill>
                <a:schemeClr val="tx1"/>
              </a:solidFill>
              <a:latin typeface="Simplified Arabic" panose="02020603050405020304" pitchFamily="18" charset="-78"/>
              <a:cs typeface="Simplified Arabic" panose="02020603050405020304" pitchFamily="18" charset="-78"/>
            </a:endParaRPr>
          </a:p>
        </p:txBody>
      </p:sp>
      <p:sp>
        <p:nvSpPr>
          <p:cNvPr id="62" name="مستطيل 7">
            <a:extLst>
              <a:ext uri="{FF2B5EF4-FFF2-40B4-BE49-F238E27FC236}">
                <a16:creationId xmlns:a16="http://schemas.microsoft.com/office/drawing/2014/main" id="{2E3F783C-950C-0210-DAC4-32F86A15248B}"/>
              </a:ext>
            </a:extLst>
          </p:cNvPr>
          <p:cNvSpPr/>
          <p:nvPr/>
        </p:nvSpPr>
        <p:spPr>
          <a:xfrm>
            <a:off x="5437588" y="3749067"/>
            <a:ext cx="10487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a:t>
            </a:r>
            <a:r>
              <a:rPr lang="ar-SY" sz="1200" dirty="0">
                <a:solidFill>
                  <a:schemeClr val="tx1"/>
                </a:solidFill>
                <a:latin typeface="Simplified Arabic" panose="02020603050405020304" pitchFamily="18" charset="-78"/>
                <a:cs typeface="Simplified Arabic" panose="02020603050405020304" pitchFamily="18" charset="-78"/>
              </a:rPr>
              <a:t> المراجعة والتفتيش البيئي</a:t>
            </a:r>
            <a:endParaRPr lang="ar-SA" sz="1200" dirty="0">
              <a:solidFill>
                <a:schemeClr val="tx1"/>
              </a:solidFill>
              <a:latin typeface="Simplified Arabic" panose="02020603050405020304" pitchFamily="18" charset="-78"/>
              <a:cs typeface="Simplified Arabic" panose="02020603050405020304" pitchFamily="18" charset="-78"/>
            </a:endParaRPr>
          </a:p>
        </p:txBody>
      </p:sp>
      <p:cxnSp>
        <p:nvCxnSpPr>
          <p:cNvPr id="72" name="موصل: على شكل مرفق 76">
            <a:extLst>
              <a:ext uri="{FF2B5EF4-FFF2-40B4-BE49-F238E27FC236}">
                <a16:creationId xmlns:a16="http://schemas.microsoft.com/office/drawing/2014/main" id="{4D85285C-BE2C-44B0-A805-E67E9A399983}"/>
              </a:ext>
            </a:extLst>
          </p:cNvPr>
          <p:cNvCxnSpPr>
            <a:cxnSpLocks/>
            <a:endCxn id="59" idx="0"/>
          </p:cNvCxnSpPr>
          <p:nvPr/>
        </p:nvCxnSpPr>
        <p:spPr>
          <a:xfrm rot="5400000">
            <a:off x="9743170" y="3026463"/>
            <a:ext cx="972234" cy="47242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4" name="موصل: على شكل مرفق 30">
            <a:extLst>
              <a:ext uri="{FF2B5EF4-FFF2-40B4-BE49-F238E27FC236}">
                <a16:creationId xmlns:a16="http://schemas.microsoft.com/office/drawing/2014/main" id="{496E7D6C-B412-43BE-B798-EEF7C2DCCF6D}"/>
              </a:ext>
            </a:extLst>
          </p:cNvPr>
          <p:cNvCxnSpPr>
            <a:cxnSpLocks/>
          </p:cNvCxnSpPr>
          <p:nvPr/>
        </p:nvCxnSpPr>
        <p:spPr>
          <a:xfrm rot="5400000">
            <a:off x="9336734" y="2622118"/>
            <a:ext cx="974321" cy="128320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7" name="موصل: على شكل مرفق 30">
            <a:extLst>
              <a:ext uri="{FF2B5EF4-FFF2-40B4-BE49-F238E27FC236}">
                <a16:creationId xmlns:a16="http://schemas.microsoft.com/office/drawing/2014/main" id="{496E7D6C-B412-43BE-B798-EEF7C2DCCF6D}"/>
              </a:ext>
            </a:extLst>
          </p:cNvPr>
          <p:cNvCxnSpPr>
            <a:cxnSpLocks/>
            <a:stCxn id="6" idx="2"/>
            <a:endCxn id="61" idx="0"/>
          </p:cNvCxnSpPr>
          <p:nvPr/>
        </p:nvCxnSpPr>
        <p:spPr>
          <a:xfrm rot="16200000" flipH="1">
            <a:off x="3139793" y="2086809"/>
            <a:ext cx="891377" cy="236096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8" name="موصل: على شكل مرفق 30">
            <a:extLst>
              <a:ext uri="{FF2B5EF4-FFF2-40B4-BE49-F238E27FC236}">
                <a16:creationId xmlns:a16="http://schemas.microsoft.com/office/drawing/2014/main" id="{496E7D6C-B412-43BE-B798-EEF7C2DCCF6D}"/>
              </a:ext>
            </a:extLst>
          </p:cNvPr>
          <p:cNvCxnSpPr>
            <a:cxnSpLocks/>
            <a:stCxn id="51" idx="2"/>
            <a:endCxn id="10" idx="0"/>
          </p:cNvCxnSpPr>
          <p:nvPr/>
        </p:nvCxnSpPr>
        <p:spPr>
          <a:xfrm rot="5400000">
            <a:off x="6425674" y="3260099"/>
            <a:ext cx="972234" cy="515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9" name="موصل: على شكل مرفق 30">
            <a:extLst>
              <a:ext uri="{FF2B5EF4-FFF2-40B4-BE49-F238E27FC236}">
                <a16:creationId xmlns:a16="http://schemas.microsoft.com/office/drawing/2014/main" id="{496E7D6C-B412-43BE-B798-EEF7C2DCCF6D}"/>
              </a:ext>
            </a:extLst>
          </p:cNvPr>
          <p:cNvCxnSpPr>
            <a:cxnSpLocks/>
            <a:stCxn id="51" idx="2"/>
            <a:endCxn id="62" idx="0"/>
          </p:cNvCxnSpPr>
          <p:nvPr/>
        </p:nvCxnSpPr>
        <p:spPr>
          <a:xfrm rot="5400000">
            <a:off x="5951898" y="2786599"/>
            <a:ext cx="972510" cy="95242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3" name="مستطيل 12">
            <a:extLst>
              <a:ext uri="{FF2B5EF4-FFF2-40B4-BE49-F238E27FC236}">
                <a16:creationId xmlns:a16="http://schemas.microsoft.com/office/drawing/2014/main" id="{A5C26464-24E0-44AC-B988-79191DAE4A72}"/>
              </a:ext>
            </a:extLst>
          </p:cNvPr>
          <p:cNvSpPr/>
          <p:nvPr/>
        </p:nvSpPr>
        <p:spPr>
          <a:xfrm>
            <a:off x="8893479" y="2236558"/>
            <a:ext cx="3144033"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 الشؤون المالية والإدارية والقانونية</a:t>
            </a:r>
          </a:p>
        </p:txBody>
      </p:sp>
      <p:sp>
        <p:nvSpPr>
          <p:cNvPr id="51" name="مستطيل 50">
            <a:extLst>
              <a:ext uri="{FF2B5EF4-FFF2-40B4-BE49-F238E27FC236}">
                <a16:creationId xmlns:a16="http://schemas.microsoft.com/office/drawing/2014/main" id="{5210A856-F4F0-429A-8A44-B2D7C64F16CE}"/>
              </a:ext>
            </a:extLst>
          </p:cNvPr>
          <p:cNvSpPr/>
          <p:nvPr/>
        </p:nvSpPr>
        <p:spPr>
          <a:xfrm>
            <a:off x="5361138" y="2236558"/>
            <a:ext cx="3106455"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 الأثر والتفتيش البيئي والمراجعة</a:t>
            </a:r>
          </a:p>
        </p:txBody>
      </p:sp>
      <p:cxnSp>
        <p:nvCxnSpPr>
          <p:cNvPr id="90" name="موصل: على شكل مرفق 30">
            <a:extLst>
              <a:ext uri="{FF2B5EF4-FFF2-40B4-BE49-F238E27FC236}">
                <a16:creationId xmlns:a16="http://schemas.microsoft.com/office/drawing/2014/main" id="{496E7D6C-B412-43BE-B798-EEF7C2DCCF6D}"/>
              </a:ext>
            </a:extLst>
          </p:cNvPr>
          <p:cNvCxnSpPr>
            <a:cxnSpLocks/>
            <a:stCxn id="6" idx="2"/>
            <a:endCxn id="60" idx="0"/>
          </p:cNvCxnSpPr>
          <p:nvPr/>
        </p:nvCxnSpPr>
        <p:spPr>
          <a:xfrm rot="5400000">
            <a:off x="991343" y="2281502"/>
            <a:ext cx="873553" cy="19537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1" name="موصل: على شكل مرفق 30">
            <a:extLst>
              <a:ext uri="{FF2B5EF4-FFF2-40B4-BE49-F238E27FC236}">
                <a16:creationId xmlns:a16="http://schemas.microsoft.com/office/drawing/2014/main" id="{496E7D6C-B412-43BE-B798-EEF7C2DCCF6D}"/>
              </a:ext>
            </a:extLst>
          </p:cNvPr>
          <p:cNvCxnSpPr>
            <a:cxnSpLocks/>
            <a:stCxn id="6" idx="2"/>
            <a:endCxn id="36" idx="0"/>
          </p:cNvCxnSpPr>
          <p:nvPr/>
        </p:nvCxnSpPr>
        <p:spPr>
          <a:xfrm rot="5400000">
            <a:off x="1432988" y="2718361"/>
            <a:ext cx="868767" cy="107525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2" name="موصل: على شكل مرفق 30">
            <a:extLst>
              <a:ext uri="{FF2B5EF4-FFF2-40B4-BE49-F238E27FC236}">
                <a16:creationId xmlns:a16="http://schemas.microsoft.com/office/drawing/2014/main" id="{496E7D6C-B412-43BE-B798-EEF7C2DCCF6D}"/>
              </a:ext>
            </a:extLst>
          </p:cNvPr>
          <p:cNvCxnSpPr>
            <a:cxnSpLocks/>
            <a:stCxn id="6" idx="2"/>
            <a:endCxn id="35" idx="0"/>
          </p:cNvCxnSpPr>
          <p:nvPr/>
        </p:nvCxnSpPr>
        <p:spPr>
          <a:xfrm rot="5400000">
            <a:off x="1843054" y="3146349"/>
            <a:ext cx="886689" cy="2372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5">
            <a:extLst>
              <a:ext uri="{FF2B5EF4-FFF2-40B4-BE49-F238E27FC236}">
                <a16:creationId xmlns:a16="http://schemas.microsoft.com/office/drawing/2014/main" id="{04CAA827-6FF2-60E9-72BB-D77BE9660531}"/>
              </a:ext>
            </a:extLst>
          </p:cNvPr>
          <p:cNvSpPr/>
          <p:nvPr/>
        </p:nvSpPr>
        <p:spPr>
          <a:xfrm>
            <a:off x="1039661" y="2281605"/>
            <a:ext cx="2730673"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 سلامة البيئة والإصحاح</a:t>
            </a:r>
          </a:p>
        </p:txBody>
      </p:sp>
      <p:sp>
        <p:nvSpPr>
          <p:cNvPr id="2" name="Date Placeholder 1">
            <a:extLst>
              <a:ext uri="{FF2B5EF4-FFF2-40B4-BE49-F238E27FC236}">
                <a16:creationId xmlns:a16="http://schemas.microsoft.com/office/drawing/2014/main" id="{481A9522-70EC-6349-7445-007BD10C3148}"/>
              </a:ext>
            </a:extLst>
          </p:cNvPr>
          <p:cNvSpPr>
            <a:spLocks noGrp="1"/>
          </p:cNvSpPr>
          <p:nvPr>
            <p:ph type="dt" sz="half" idx="10"/>
          </p:nvPr>
        </p:nvSpPr>
        <p:spPr/>
        <p:txBody>
          <a:bodyPr/>
          <a:lstStyle/>
          <a:p>
            <a:fld id="{C2D7404A-B011-4BBB-9224-4F87C0B2B83A}"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7C0BFC55-37ED-3A8B-1E2D-94B1A1189AEF}"/>
              </a:ext>
            </a:extLst>
          </p:cNvPr>
          <p:cNvSpPr>
            <a:spLocks noGrp="1"/>
          </p:cNvSpPr>
          <p:nvPr>
            <p:ph type="ftr" sz="quarter" idx="11"/>
          </p:nvPr>
        </p:nvSpPr>
        <p:spPr/>
        <p:txBody>
          <a:bodyPr/>
          <a:lstStyle/>
          <a:p>
            <a:r>
              <a:rPr lang="ar-SY"/>
              <a:t>التعريف العام بمحافظة دمشق</a:t>
            </a:r>
          </a:p>
        </p:txBody>
      </p:sp>
      <p:sp>
        <p:nvSpPr>
          <p:cNvPr id="5" name="Slide Number Placeholder 4">
            <a:extLst>
              <a:ext uri="{FF2B5EF4-FFF2-40B4-BE49-F238E27FC236}">
                <a16:creationId xmlns:a16="http://schemas.microsoft.com/office/drawing/2014/main" id="{5E0C57B7-1CC0-E9B1-B288-A30D51DE93E5}"/>
              </a:ext>
            </a:extLst>
          </p:cNvPr>
          <p:cNvSpPr>
            <a:spLocks noGrp="1"/>
          </p:cNvSpPr>
          <p:nvPr>
            <p:ph type="sldNum" sz="quarter" idx="12"/>
          </p:nvPr>
        </p:nvSpPr>
        <p:spPr/>
        <p:txBody>
          <a:bodyPr/>
          <a:lstStyle/>
          <a:p>
            <a:fld id="{065EBCF0-071A-41B4-9C48-9ADF70E893B6}" type="slidenum">
              <a:rPr lang="ar-SY" smtClean="0"/>
              <a:pPr/>
              <a:t>34</a:t>
            </a:fld>
            <a:endParaRPr lang="ar-SY" dirty="0"/>
          </a:p>
        </p:txBody>
      </p:sp>
    </p:spTree>
    <p:extLst>
      <p:ext uri="{BB962C8B-B14F-4D97-AF65-F5344CB8AC3E}">
        <p14:creationId xmlns:p14="http://schemas.microsoft.com/office/powerpoint/2010/main" val="4132246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C12595-B31B-2A76-A189-05DD9A2CFB4F}"/>
              </a:ext>
            </a:extLst>
          </p:cNvPr>
          <p:cNvSpPr>
            <a:spLocks noGrp="1"/>
          </p:cNvSpPr>
          <p:nvPr>
            <p:ph type="title"/>
          </p:nvPr>
        </p:nvSpPr>
        <p:spPr/>
        <p:txBody>
          <a:bodyPr/>
          <a:lstStyle/>
          <a:p>
            <a:r>
              <a:rPr lang="ar-SY" dirty="0"/>
              <a:t>مديرية السجل المؤقت</a:t>
            </a:r>
          </a:p>
        </p:txBody>
      </p:sp>
      <p:sp>
        <p:nvSpPr>
          <p:cNvPr id="6" name="Content Placeholder 5">
            <a:extLst>
              <a:ext uri="{FF2B5EF4-FFF2-40B4-BE49-F238E27FC236}">
                <a16:creationId xmlns:a16="http://schemas.microsoft.com/office/drawing/2014/main" id="{DA762426-9D11-FB72-3055-0F0AA8B963F4}"/>
              </a:ext>
            </a:extLst>
          </p:cNvPr>
          <p:cNvSpPr>
            <a:spLocks noGrp="1"/>
          </p:cNvSpPr>
          <p:nvPr>
            <p:ph idx="1"/>
          </p:nvPr>
        </p:nvSpPr>
        <p:spPr/>
        <p:txBody>
          <a:bodyPr/>
          <a:lstStyle/>
          <a:p>
            <a:pPr marL="0" indent="0">
              <a:buNone/>
            </a:pPr>
            <a:r>
              <a:rPr lang="ar-SY" dirty="0"/>
              <a:t>هي جهة خدمية تابعة للقطاع البلدي في محافظة دمشق، تختص بتقديم الخدمات العقارية المتعلقة بالعقارات المرخصة، بما يشمل توثيق وتسجيل العقود وفتح وتنظيم القيود والصحائف العقارية، واستصدار البيانات العقارية ونفي الملكية ومنع التصرف، وذلك ضمن نطاق محافظة دمشق وفق القوانين والأنظمة النافذة.</a:t>
            </a:r>
          </a:p>
        </p:txBody>
      </p:sp>
      <p:sp>
        <p:nvSpPr>
          <p:cNvPr id="2" name="Date Placeholder 1">
            <a:extLst>
              <a:ext uri="{FF2B5EF4-FFF2-40B4-BE49-F238E27FC236}">
                <a16:creationId xmlns:a16="http://schemas.microsoft.com/office/drawing/2014/main" id="{70C9CA3D-8247-980F-3085-F1FD90E03B81}"/>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0F5E22D6-D7DD-4D56-E9E3-09E4C016AD26}"/>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CAF06049-C00C-7459-0AAF-5A164496BCD8}"/>
              </a:ext>
            </a:extLst>
          </p:cNvPr>
          <p:cNvSpPr>
            <a:spLocks noGrp="1"/>
          </p:cNvSpPr>
          <p:nvPr>
            <p:ph type="sldNum" sz="quarter" idx="12"/>
          </p:nvPr>
        </p:nvSpPr>
        <p:spPr/>
        <p:txBody>
          <a:bodyPr/>
          <a:lstStyle/>
          <a:p>
            <a:fld id="{065EBCF0-071A-41B4-9C48-9ADF70E893B6}" type="slidenum">
              <a:rPr lang="ar-SY" smtClean="0"/>
              <a:pPr/>
              <a:t>35</a:t>
            </a:fld>
            <a:endParaRPr lang="ar-SY" dirty="0"/>
          </a:p>
        </p:txBody>
      </p:sp>
    </p:spTree>
    <p:extLst>
      <p:ext uri="{BB962C8B-B14F-4D97-AF65-F5344CB8AC3E}">
        <p14:creationId xmlns:p14="http://schemas.microsoft.com/office/powerpoint/2010/main" val="1511820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1007747" y="839746"/>
            <a:ext cx="10239138" cy="4576483"/>
            <a:chOff x="967723" y="415642"/>
            <a:chExt cx="10239138" cy="4576483"/>
          </a:xfrm>
        </p:grpSpPr>
        <p:grpSp>
          <p:nvGrpSpPr>
            <p:cNvPr id="2" name="Group 1"/>
            <p:cNvGrpSpPr/>
            <p:nvPr/>
          </p:nvGrpSpPr>
          <p:grpSpPr>
            <a:xfrm>
              <a:off x="967723" y="415642"/>
              <a:ext cx="9428533" cy="4530810"/>
              <a:chOff x="967723" y="415642"/>
              <a:chExt cx="9428533" cy="4530810"/>
            </a:xfrm>
          </p:grpSpPr>
          <p:sp>
            <p:nvSpPr>
              <p:cNvPr id="13" name="مستطيل 12">
                <a:extLst>
                  <a:ext uri="{FF2B5EF4-FFF2-40B4-BE49-F238E27FC236}">
                    <a16:creationId xmlns:a16="http://schemas.microsoft.com/office/drawing/2014/main" id="{A5C26464-24E0-44AC-B988-79191DAE4A72}"/>
                  </a:ext>
                </a:extLst>
              </p:cNvPr>
              <p:cNvSpPr/>
              <p:nvPr/>
            </p:nvSpPr>
            <p:spPr>
              <a:xfrm>
                <a:off x="9172256" y="3250597"/>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 </a:t>
                </a:r>
                <a:r>
                  <a:rPr lang="ar-SA" sz="1200" b="1" dirty="0">
                    <a:solidFill>
                      <a:schemeClr val="tx1"/>
                    </a:solidFill>
                    <a:latin typeface="Simplified Arabic" panose="02020603050405020304" pitchFamily="18" charset="-78"/>
                    <a:cs typeface="Simplified Arabic" panose="02020603050405020304" pitchFamily="18" charset="-78"/>
                  </a:rPr>
                  <a:t>الشؤون الادارية</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51" name="مستطيل 50">
                <a:extLst>
                  <a:ext uri="{FF2B5EF4-FFF2-40B4-BE49-F238E27FC236}">
                    <a16:creationId xmlns:a16="http://schemas.microsoft.com/office/drawing/2014/main" id="{5210A856-F4F0-429A-8A44-B2D7C64F16CE}"/>
                  </a:ext>
                </a:extLst>
              </p:cNvPr>
              <p:cNvSpPr/>
              <p:nvPr/>
            </p:nvSpPr>
            <p:spPr>
              <a:xfrm>
                <a:off x="6263308" y="3250597"/>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a:t>
                </a:r>
                <a:r>
                  <a:rPr lang="ar-SA" sz="1200" b="1" dirty="0">
                    <a:solidFill>
                      <a:schemeClr val="tx1"/>
                    </a:solidFill>
                    <a:latin typeface="Simplified Arabic" panose="02020603050405020304" pitchFamily="18" charset="-78"/>
                    <a:cs typeface="Simplified Arabic" panose="02020603050405020304" pitchFamily="18" charset="-78"/>
                  </a:rPr>
                  <a:t>التوثيق</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199" name="مستطيل 198">
                <a:extLst>
                  <a:ext uri="{FF2B5EF4-FFF2-40B4-BE49-F238E27FC236}">
                    <a16:creationId xmlns:a16="http://schemas.microsoft.com/office/drawing/2014/main" id="{EBEE7F71-AAF2-4EE5-A6B1-2FD803A94C52}"/>
                  </a:ext>
                </a:extLst>
              </p:cNvPr>
              <p:cNvSpPr/>
              <p:nvPr/>
            </p:nvSpPr>
            <p:spPr>
              <a:xfrm>
                <a:off x="4523160" y="415642"/>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dirty="0">
                    <a:solidFill>
                      <a:schemeClr val="tx1"/>
                    </a:solidFill>
                    <a:latin typeface="Simplified Arabic" panose="02020603050405020304" pitchFamily="18" charset="-78"/>
                    <a:cs typeface="Simplified Arabic" panose="02020603050405020304" pitchFamily="18" charset="-78"/>
                  </a:rPr>
                  <a:t>مديرية </a:t>
                </a:r>
                <a:r>
                  <a:rPr lang="ar-SA" dirty="0">
                    <a:solidFill>
                      <a:schemeClr val="tx1"/>
                    </a:solidFill>
                    <a:latin typeface="Simplified Arabic" panose="02020603050405020304" pitchFamily="18" charset="-78"/>
                    <a:cs typeface="Simplified Arabic" panose="02020603050405020304" pitchFamily="18" charset="-78"/>
                  </a:rPr>
                  <a:t>السجل المؤقت</a:t>
                </a:r>
                <a:endParaRPr lang="ar-SY" dirty="0">
                  <a:solidFill>
                    <a:schemeClr val="tx1"/>
                  </a:solidFill>
                  <a:latin typeface="Simplified Arabic" panose="02020603050405020304" pitchFamily="18" charset="-78"/>
                  <a:cs typeface="Simplified Arabic" panose="02020603050405020304" pitchFamily="18" charset="-78"/>
                </a:endParaRP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a:stCxn id="199" idx="2"/>
                <a:endCxn id="13" idx="0"/>
              </p:cNvCxnSpPr>
              <p:nvPr/>
            </p:nvCxnSpPr>
            <p:spPr>
              <a:xfrm rot="16200000" flipH="1">
                <a:off x="6677513" y="143853"/>
                <a:ext cx="2294955" cy="391853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61448027-CAF4-444F-96C7-9DB6F22B5A60}"/>
                  </a:ext>
                </a:extLst>
              </p:cNvPr>
              <p:cNvCxnSpPr>
                <a:cxnSpLocks/>
                <a:stCxn id="199" idx="2"/>
                <a:endCxn id="51" idx="0"/>
              </p:cNvCxnSpPr>
              <p:nvPr/>
            </p:nvCxnSpPr>
            <p:spPr>
              <a:xfrm rot="16200000" flipH="1">
                <a:off x="5258274" y="1563093"/>
                <a:ext cx="2294955" cy="108005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0" name="مستطيل 9">
                <a:extLst>
                  <a:ext uri="{FF2B5EF4-FFF2-40B4-BE49-F238E27FC236}">
                    <a16:creationId xmlns:a16="http://schemas.microsoft.com/office/drawing/2014/main" id="{5F3C967E-317D-3984-7809-9795E1F3D80F}"/>
                  </a:ext>
                </a:extLst>
              </p:cNvPr>
              <p:cNvSpPr/>
              <p:nvPr/>
            </p:nvSpPr>
            <p:spPr>
              <a:xfrm>
                <a:off x="5641109" y="4274767"/>
                <a:ext cx="1211230" cy="67168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رئيس</a:t>
                </a:r>
              </a:p>
              <a:p>
                <a:pPr algn="ctr"/>
                <a:r>
                  <a:rPr lang="ar-SA" sz="1200" dirty="0">
                    <a:solidFill>
                      <a:schemeClr val="tx1"/>
                    </a:solidFill>
                    <a:latin typeface="Simplified Arabic" panose="02020603050405020304" pitchFamily="18" charset="-78"/>
                    <a:cs typeface="Simplified Arabic" panose="02020603050405020304" pitchFamily="18" charset="-78"/>
                  </a:rPr>
                  <a:t>مكتب التوثيق الثاني</a:t>
                </a:r>
                <a:endParaRPr lang="ar-SY" sz="1200" dirty="0">
                  <a:solidFill>
                    <a:schemeClr val="tx1"/>
                  </a:solidFill>
                  <a:latin typeface="Simplified Arabic" panose="02020603050405020304" pitchFamily="18" charset="-78"/>
                  <a:cs typeface="Simplified Arabic" panose="02020603050405020304" pitchFamily="18" charset="-78"/>
                </a:endParaRPr>
              </a:p>
              <a:p>
                <a:pPr algn="ct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18" name="موصل: على شكل مرفق 17">
                <a:extLst>
                  <a:ext uri="{FF2B5EF4-FFF2-40B4-BE49-F238E27FC236}">
                    <a16:creationId xmlns:a16="http://schemas.microsoft.com/office/drawing/2014/main" id="{C18D934F-70BD-EB1B-21DC-496D19E2A126}"/>
                  </a:ext>
                </a:extLst>
              </p:cNvPr>
              <p:cNvCxnSpPr>
                <a:cxnSpLocks/>
                <a:stCxn id="51" idx="2"/>
                <a:endCxn id="10" idx="0"/>
              </p:cNvCxnSpPr>
              <p:nvPr/>
            </p:nvCxnSpPr>
            <p:spPr>
              <a:xfrm rot="5400000">
                <a:off x="6354166" y="3683155"/>
                <a:ext cx="484171" cy="69905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72">
                <a:extLst>
                  <a:ext uri="{FF2B5EF4-FFF2-40B4-BE49-F238E27FC236}">
                    <a16:creationId xmlns:a16="http://schemas.microsoft.com/office/drawing/2014/main" id="{F242E45A-9D6B-6DCC-E3A3-EF4996252171}"/>
                  </a:ext>
                </a:extLst>
              </p:cNvPr>
              <p:cNvSpPr/>
              <p:nvPr/>
            </p:nvSpPr>
            <p:spPr>
              <a:xfrm>
                <a:off x="7292573" y="4281423"/>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رئيس مكتب التوثيق الاول</a:t>
                </a: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94" name="موصل: على شكل مرفق 93">
                <a:extLst>
                  <a:ext uri="{FF2B5EF4-FFF2-40B4-BE49-F238E27FC236}">
                    <a16:creationId xmlns:a16="http://schemas.microsoft.com/office/drawing/2014/main" id="{F8EEE417-0BAD-D3C2-18B6-993C6AE50961}"/>
                  </a:ext>
                </a:extLst>
              </p:cNvPr>
              <p:cNvCxnSpPr>
                <a:cxnSpLocks/>
                <a:stCxn id="51" idx="2"/>
                <a:endCxn id="73" idx="0"/>
              </p:cNvCxnSpPr>
              <p:nvPr/>
            </p:nvCxnSpPr>
            <p:spPr>
              <a:xfrm rot="16200000" flipH="1">
                <a:off x="7061570" y="3674802"/>
                <a:ext cx="490827" cy="72241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36" name="موصل: على شكل مرفق 135">
                <a:extLst>
                  <a:ext uri="{FF2B5EF4-FFF2-40B4-BE49-F238E27FC236}">
                    <a16:creationId xmlns:a16="http://schemas.microsoft.com/office/drawing/2014/main" id="{C0DED952-31F3-8C78-693C-54C5907603E2}"/>
                  </a:ext>
                </a:extLst>
              </p:cNvPr>
              <p:cNvCxnSpPr>
                <a:cxnSpLocks/>
                <a:stCxn id="199" idx="2"/>
              </p:cNvCxnSpPr>
              <p:nvPr/>
            </p:nvCxnSpPr>
            <p:spPr>
              <a:xfrm rot="5400000">
                <a:off x="5500930" y="1320437"/>
                <a:ext cx="729591" cy="127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موصل: على شكل مرفق 29">
                <a:extLst>
                  <a:ext uri="{FF2B5EF4-FFF2-40B4-BE49-F238E27FC236}">
                    <a16:creationId xmlns:a16="http://schemas.microsoft.com/office/drawing/2014/main" id="{6E42AD42-1F3C-59E0-B9A4-D4D290BE2F68}"/>
                  </a:ext>
                </a:extLst>
              </p:cNvPr>
              <p:cNvCxnSpPr>
                <a:cxnSpLocks/>
                <a:stCxn id="32" idx="2"/>
                <a:endCxn id="35" idx="0"/>
              </p:cNvCxnSpPr>
              <p:nvPr/>
            </p:nvCxnSpPr>
            <p:spPr>
              <a:xfrm rot="16200000" flipH="1">
                <a:off x="2330980" y="3654757"/>
                <a:ext cx="490828" cy="76250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A670E44A-C4FC-5D9F-06D4-EF28D6FEE8FE}"/>
                  </a:ext>
                </a:extLst>
              </p:cNvPr>
              <p:cNvSpPr/>
              <p:nvPr/>
            </p:nvSpPr>
            <p:spPr>
              <a:xfrm>
                <a:off x="1583144" y="325059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a:t>
                </a:r>
                <a:r>
                  <a:rPr lang="ar-SA" sz="1200" b="1" dirty="0">
                    <a:solidFill>
                      <a:schemeClr val="tx1"/>
                    </a:solidFill>
                    <a:latin typeface="Simplified Arabic" panose="02020603050405020304" pitchFamily="18" charset="-78"/>
                    <a:cs typeface="Simplified Arabic" panose="02020603050405020304" pitchFamily="18" charset="-78"/>
                  </a:rPr>
                  <a:t>الصحائف العقارية</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35" name="مستطيل 34">
                <a:extLst>
                  <a:ext uri="{FF2B5EF4-FFF2-40B4-BE49-F238E27FC236}">
                    <a16:creationId xmlns:a16="http://schemas.microsoft.com/office/drawing/2014/main" id="{E0CCCF07-0AE5-7F7D-F681-4ED7CF06112B}"/>
                  </a:ext>
                </a:extLst>
              </p:cNvPr>
              <p:cNvSpPr/>
              <p:nvPr/>
            </p:nvSpPr>
            <p:spPr>
              <a:xfrm>
                <a:off x="2494013" y="4281422"/>
                <a:ext cx="927263" cy="66502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التسجيل </a:t>
                </a:r>
              </a:p>
              <a:p>
                <a:pPr algn="ct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36" name="مستطيل 35">
                <a:extLst>
                  <a:ext uri="{FF2B5EF4-FFF2-40B4-BE49-F238E27FC236}">
                    <a16:creationId xmlns:a16="http://schemas.microsoft.com/office/drawing/2014/main" id="{67A86EFF-A1E9-0D4D-2F9E-8C758BEB192D}"/>
                  </a:ext>
                </a:extLst>
              </p:cNvPr>
              <p:cNvSpPr/>
              <p:nvPr/>
            </p:nvSpPr>
            <p:spPr>
              <a:xfrm>
                <a:off x="967723" y="4281422"/>
                <a:ext cx="1019157" cy="66502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r>
                  <a:rPr lang="ar-SA" sz="1200" dirty="0">
                    <a:solidFill>
                      <a:schemeClr val="tx1"/>
                    </a:solidFill>
                    <a:latin typeface="Simplified Arabic" panose="02020603050405020304" pitchFamily="18" charset="-78"/>
                    <a:cs typeface="Simplified Arabic" panose="02020603050405020304" pitchFamily="18" charset="-78"/>
                  </a:rPr>
                  <a:t> القيود العقارية</a:t>
                </a:r>
              </a:p>
            </p:txBody>
          </p:sp>
          <p:cxnSp>
            <p:nvCxnSpPr>
              <p:cNvPr id="37" name="موصل: على شكل مرفق 36">
                <a:extLst>
                  <a:ext uri="{FF2B5EF4-FFF2-40B4-BE49-F238E27FC236}">
                    <a16:creationId xmlns:a16="http://schemas.microsoft.com/office/drawing/2014/main" id="{B98384BF-9F18-25A9-13C1-D7879C2DFE65}"/>
                  </a:ext>
                </a:extLst>
              </p:cNvPr>
              <p:cNvCxnSpPr>
                <a:cxnSpLocks/>
                <a:stCxn id="32" idx="2"/>
                <a:endCxn id="36" idx="0"/>
              </p:cNvCxnSpPr>
              <p:nvPr/>
            </p:nvCxnSpPr>
            <p:spPr>
              <a:xfrm rot="5400000">
                <a:off x="1590809" y="3677087"/>
                <a:ext cx="490828" cy="71784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موصل: على شكل مرفق 38">
                <a:extLst>
                  <a:ext uri="{FF2B5EF4-FFF2-40B4-BE49-F238E27FC236}">
                    <a16:creationId xmlns:a16="http://schemas.microsoft.com/office/drawing/2014/main" id="{812D1E63-5EC8-A9ED-6C16-69A3D656212B}"/>
                  </a:ext>
                </a:extLst>
              </p:cNvPr>
              <p:cNvCxnSpPr>
                <a:cxnSpLocks/>
                <a:stCxn id="199" idx="2"/>
                <a:endCxn id="32" idx="0"/>
              </p:cNvCxnSpPr>
              <p:nvPr/>
            </p:nvCxnSpPr>
            <p:spPr>
              <a:xfrm rot="5400000">
                <a:off x="2882959" y="267828"/>
                <a:ext cx="2294952" cy="367058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4EE19D90-603E-FE4E-580D-2F099C138B65}"/>
                  </a:ext>
                </a:extLst>
              </p:cNvPr>
              <p:cNvSpPr/>
              <p:nvPr/>
            </p:nvSpPr>
            <p:spPr>
              <a:xfrm>
                <a:off x="3020897" y="1151583"/>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معاون مدير</a:t>
                </a:r>
                <a:r>
                  <a:rPr lang="ar-SA" sz="1200" b="1" dirty="0">
                    <a:solidFill>
                      <a:schemeClr val="tx1"/>
                    </a:solidFill>
                    <a:latin typeface="Simplified Arabic" panose="02020603050405020304" pitchFamily="18" charset="-78"/>
                    <a:cs typeface="Simplified Arabic" panose="02020603050405020304" pitchFamily="18" charset="-78"/>
                  </a:rPr>
                  <a:t> السجل المؤقت</a:t>
                </a:r>
                <a:endParaRPr lang="ar-SY" sz="1200" b="1" dirty="0">
                  <a:solidFill>
                    <a:schemeClr val="tx1"/>
                  </a:solidFill>
                  <a:latin typeface="Simplified Arabic" panose="02020603050405020304" pitchFamily="18" charset="-78"/>
                  <a:cs typeface="Simplified Arabic" panose="02020603050405020304" pitchFamily="18" charset="-78"/>
                </a:endParaRPr>
              </a:p>
            </p:txBody>
          </p:sp>
          <p:cxnSp>
            <p:nvCxnSpPr>
              <p:cNvPr id="67" name="موصل: على شكل مرفق 66">
                <a:extLst>
                  <a:ext uri="{FF2B5EF4-FFF2-40B4-BE49-F238E27FC236}">
                    <a16:creationId xmlns:a16="http://schemas.microsoft.com/office/drawing/2014/main" id="{2BB33B9E-0C96-7542-52A8-4297B093032F}"/>
                  </a:ext>
                </a:extLst>
              </p:cNvPr>
              <p:cNvCxnSpPr>
                <a:cxnSpLocks/>
                <a:stCxn id="199" idx="2"/>
                <a:endCxn id="66" idx="3"/>
              </p:cNvCxnSpPr>
              <p:nvPr/>
            </p:nvCxnSpPr>
            <p:spPr>
              <a:xfrm rot="5400000">
                <a:off x="4822341" y="378198"/>
                <a:ext cx="465941" cy="162082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grpSp>
        <p:sp>
          <p:nvSpPr>
            <p:cNvPr id="47" name="مستطيل 16">
              <a:extLst>
                <a:ext uri="{FF2B5EF4-FFF2-40B4-BE49-F238E27FC236}">
                  <a16:creationId xmlns:a16="http://schemas.microsoft.com/office/drawing/2014/main" id="{747072EF-2A54-4197-9E24-0A6723BEF0E6}"/>
                </a:ext>
              </a:extLst>
            </p:cNvPr>
            <p:cNvSpPr/>
            <p:nvPr/>
          </p:nvSpPr>
          <p:spPr>
            <a:xfrm>
              <a:off x="9344020" y="4287293"/>
              <a:ext cx="880469" cy="67427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a:t>
              </a:r>
            </a:p>
            <a:p>
              <a:pPr algn="ctr"/>
              <a:r>
                <a:rPr lang="ar-SA" sz="1200" dirty="0">
                  <a:solidFill>
                    <a:schemeClr val="tx1"/>
                  </a:solidFill>
                  <a:latin typeface="Simplified Arabic" panose="02020603050405020304" pitchFamily="18" charset="-78"/>
                  <a:cs typeface="Simplified Arabic" panose="02020603050405020304" pitchFamily="18" charset="-78"/>
                </a:rPr>
                <a:t>الديوان</a:t>
              </a: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48" name="موصل: على شكل مرفق 30">
              <a:extLst>
                <a:ext uri="{FF2B5EF4-FFF2-40B4-BE49-F238E27FC236}">
                  <a16:creationId xmlns:a16="http://schemas.microsoft.com/office/drawing/2014/main" id="{496E7D6C-B412-43BE-B798-EEF7C2DCCF6D}"/>
                </a:ext>
              </a:extLst>
            </p:cNvPr>
            <p:cNvCxnSpPr>
              <a:cxnSpLocks/>
              <a:stCxn id="13" idx="2"/>
              <a:endCxn id="47" idx="0"/>
            </p:cNvCxnSpPr>
            <p:nvPr/>
          </p:nvCxnSpPr>
          <p:spPr>
            <a:xfrm rot="5400000">
              <a:off x="9535908" y="4038945"/>
              <a:ext cx="496696" cy="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49" name="مستطيل 75">
              <a:extLst>
                <a:ext uri="{FF2B5EF4-FFF2-40B4-BE49-F238E27FC236}">
                  <a16:creationId xmlns:a16="http://schemas.microsoft.com/office/drawing/2014/main" id="{34C64E4E-BBA0-4263-9FA1-F66BABF7C40A}"/>
                </a:ext>
              </a:extLst>
            </p:cNvPr>
            <p:cNvSpPr/>
            <p:nvPr/>
          </p:nvSpPr>
          <p:spPr>
            <a:xfrm>
              <a:off x="10398542" y="4292797"/>
              <a:ext cx="808319" cy="69932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a:t>
              </a:r>
            </a:p>
            <a:p>
              <a:pPr algn="ctr"/>
              <a:r>
                <a:rPr lang="ar-SA" sz="1200" dirty="0">
                  <a:solidFill>
                    <a:schemeClr val="tx1"/>
                  </a:solidFill>
                  <a:latin typeface="Simplified Arabic" panose="02020603050405020304" pitchFamily="18" charset="-78"/>
                  <a:cs typeface="Simplified Arabic" panose="02020603050405020304" pitchFamily="18" charset="-78"/>
                </a:rPr>
                <a:t>الارشيف </a:t>
              </a:r>
            </a:p>
          </p:txBody>
        </p:sp>
        <p:cxnSp>
          <p:nvCxnSpPr>
            <p:cNvPr id="50" name="موصل: على شكل مرفق 76">
              <a:extLst>
                <a:ext uri="{FF2B5EF4-FFF2-40B4-BE49-F238E27FC236}">
                  <a16:creationId xmlns:a16="http://schemas.microsoft.com/office/drawing/2014/main" id="{4D85285C-BE2C-44B0-A805-E67E9A399983}"/>
                </a:ext>
              </a:extLst>
            </p:cNvPr>
            <p:cNvCxnSpPr>
              <a:cxnSpLocks/>
              <a:stCxn id="13" idx="2"/>
              <a:endCxn id="49" idx="0"/>
            </p:cNvCxnSpPr>
            <p:nvPr/>
          </p:nvCxnSpPr>
          <p:spPr>
            <a:xfrm rot="16200000" flipH="1">
              <a:off x="10042379" y="3532474"/>
              <a:ext cx="502200" cy="101844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2" name="مستطيل 7">
              <a:extLst>
                <a:ext uri="{FF2B5EF4-FFF2-40B4-BE49-F238E27FC236}">
                  <a16:creationId xmlns:a16="http://schemas.microsoft.com/office/drawing/2014/main" id="{2E3F783C-950C-0210-DAC4-32F86A15248B}"/>
                </a:ext>
              </a:extLst>
            </p:cNvPr>
            <p:cNvSpPr/>
            <p:nvPr/>
          </p:nvSpPr>
          <p:spPr>
            <a:xfrm>
              <a:off x="8345840" y="4271832"/>
              <a:ext cx="760765" cy="70520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شعبة</a:t>
              </a:r>
              <a:endParaRPr lang="ar-SA" sz="1200" dirty="0">
                <a:solidFill>
                  <a:schemeClr val="tx1"/>
                </a:solidFill>
                <a:latin typeface="Simplified Arabic" panose="02020603050405020304" pitchFamily="18" charset="-78"/>
                <a:cs typeface="Simplified Arabic" panose="02020603050405020304" pitchFamily="18" charset="-78"/>
              </a:endParaRPr>
            </a:p>
            <a:p>
              <a:pPr algn="ctr"/>
              <a:r>
                <a:rPr lang="ar-SA" sz="1200" dirty="0">
                  <a:solidFill>
                    <a:schemeClr val="tx1"/>
                  </a:solidFill>
                  <a:latin typeface="Simplified Arabic" panose="02020603050405020304" pitchFamily="18" charset="-78"/>
                  <a:cs typeface="Simplified Arabic" panose="02020603050405020304" pitchFamily="18" charset="-78"/>
                </a:rPr>
                <a:t>الفهرس </a:t>
              </a:r>
            </a:p>
            <a:p>
              <a:pPr algn="ctr"/>
              <a:r>
                <a:rPr lang="ar-SA" sz="1200" dirty="0">
                  <a:solidFill>
                    <a:schemeClr val="tx1"/>
                  </a:solidFill>
                  <a:latin typeface="Simplified Arabic" panose="02020603050405020304" pitchFamily="18" charset="-78"/>
                  <a:cs typeface="Simplified Arabic" panose="02020603050405020304" pitchFamily="18" charset="-78"/>
                </a:rPr>
                <a:t>الهجائي </a:t>
              </a:r>
            </a:p>
            <a:p>
              <a:pPr algn="ct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53" name="موصل: على شكل مرفق 76">
              <a:extLst>
                <a:ext uri="{FF2B5EF4-FFF2-40B4-BE49-F238E27FC236}">
                  <a16:creationId xmlns:a16="http://schemas.microsoft.com/office/drawing/2014/main" id="{4D85285C-BE2C-44B0-A805-E67E9A399983}"/>
                </a:ext>
              </a:extLst>
            </p:cNvPr>
            <p:cNvCxnSpPr>
              <a:cxnSpLocks/>
              <a:stCxn id="13" idx="2"/>
              <a:endCxn id="52" idx="0"/>
            </p:cNvCxnSpPr>
            <p:nvPr/>
          </p:nvCxnSpPr>
          <p:spPr>
            <a:xfrm rot="5400000">
              <a:off x="9014623" y="3502198"/>
              <a:ext cx="481235" cy="105803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grpSp>
      <p:sp>
        <p:nvSpPr>
          <p:cNvPr id="3" name="Date Placeholder 2">
            <a:extLst>
              <a:ext uri="{FF2B5EF4-FFF2-40B4-BE49-F238E27FC236}">
                <a16:creationId xmlns:a16="http://schemas.microsoft.com/office/drawing/2014/main" id="{2411DD33-EBF0-4559-418D-ACCD8F40E142}"/>
              </a:ext>
            </a:extLst>
          </p:cNvPr>
          <p:cNvSpPr>
            <a:spLocks noGrp="1"/>
          </p:cNvSpPr>
          <p:nvPr>
            <p:ph type="dt" sz="half" idx="10"/>
          </p:nvPr>
        </p:nvSpPr>
        <p:spPr/>
        <p:txBody>
          <a:bodyPr/>
          <a:lstStyle/>
          <a:p>
            <a:fld id="{7F9BF755-C64A-4C21-AF75-9E564AC16C80}" type="datetime8">
              <a:rPr lang="ar-SY" smtClean="0"/>
              <a:t>28 تشرين الأول، 26</a:t>
            </a:fld>
            <a:endParaRPr lang="ar-SY" dirty="0"/>
          </a:p>
        </p:txBody>
      </p:sp>
      <p:sp>
        <p:nvSpPr>
          <p:cNvPr id="4" name="Footer Placeholder 3">
            <a:extLst>
              <a:ext uri="{FF2B5EF4-FFF2-40B4-BE49-F238E27FC236}">
                <a16:creationId xmlns:a16="http://schemas.microsoft.com/office/drawing/2014/main" id="{24CAA3FA-5BF1-5B68-EED9-1727059AF7D3}"/>
              </a:ext>
            </a:extLst>
          </p:cNvPr>
          <p:cNvSpPr>
            <a:spLocks noGrp="1"/>
          </p:cNvSpPr>
          <p:nvPr>
            <p:ph type="ftr" sz="quarter" idx="11"/>
          </p:nvPr>
        </p:nvSpPr>
        <p:spPr/>
        <p:txBody>
          <a:bodyPr/>
          <a:lstStyle/>
          <a:p>
            <a:r>
              <a:rPr lang="ar-SY"/>
              <a:t>التعريف العام بمحافظة دمشق</a:t>
            </a:r>
          </a:p>
        </p:txBody>
      </p:sp>
      <p:sp>
        <p:nvSpPr>
          <p:cNvPr id="5" name="Slide Number Placeholder 4">
            <a:extLst>
              <a:ext uri="{FF2B5EF4-FFF2-40B4-BE49-F238E27FC236}">
                <a16:creationId xmlns:a16="http://schemas.microsoft.com/office/drawing/2014/main" id="{191D1941-4539-2226-9312-5928574BDE35}"/>
              </a:ext>
            </a:extLst>
          </p:cNvPr>
          <p:cNvSpPr>
            <a:spLocks noGrp="1"/>
          </p:cNvSpPr>
          <p:nvPr>
            <p:ph type="sldNum" sz="quarter" idx="12"/>
          </p:nvPr>
        </p:nvSpPr>
        <p:spPr/>
        <p:txBody>
          <a:bodyPr/>
          <a:lstStyle/>
          <a:p>
            <a:fld id="{065EBCF0-071A-41B4-9C48-9ADF70E893B6}" type="slidenum">
              <a:rPr lang="ar-SY" smtClean="0"/>
              <a:pPr/>
              <a:t>36</a:t>
            </a:fld>
            <a:endParaRPr lang="ar-SY" dirty="0"/>
          </a:p>
        </p:txBody>
      </p:sp>
    </p:spTree>
    <p:extLst>
      <p:ext uri="{BB962C8B-B14F-4D97-AF65-F5344CB8AC3E}">
        <p14:creationId xmlns:p14="http://schemas.microsoft.com/office/powerpoint/2010/main" val="4020869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021596-C1FE-367E-F2CC-1066949B7BD9}"/>
              </a:ext>
            </a:extLst>
          </p:cNvPr>
          <p:cNvSpPr>
            <a:spLocks noGrp="1"/>
          </p:cNvSpPr>
          <p:nvPr>
            <p:ph type="title"/>
          </p:nvPr>
        </p:nvSpPr>
        <p:spPr/>
        <p:txBody>
          <a:bodyPr>
            <a:normAutofit/>
          </a:bodyPr>
          <a:lstStyle/>
          <a:p>
            <a:r>
              <a:rPr lang="ar-SY" dirty="0"/>
              <a:t>مديرية المعلوماتية</a:t>
            </a:r>
          </a:p>
        </p:txBody>
      </p:sp>
      <p:sp>
        <p:nvSpPr>
          <p:cNvPr id="6" name="Content Placeholder 5">
            <a:extLst>
              <a:ext uri="{FF2B5EF4-FFF2-40B4-BE49-F238E27FC236}">
                <a16:creationId xmlns:a16="http://schemas.microsoft.com/office/drawing/2014/main" id="{8B1BC877-D422-C172-0D84-4143131DFE90}"/>
              </a:ext>
            </a:extLst>
          </p:cNvPr>
          <p:cNvSpPr>
            <a:spLocks noGrp="1"/>
          </p:cNvSpPr>
          <p:nvPr>
            <p:ph idx="1"/>
          </p:nvPr>
        </p:nvSpPr>
        <p:spPr/>
        <p:txBody>
          <a:bodyPr>
            <a:normAutofit fontScale="92500"/>
          </a:bodyPr>
          <a:lstStyle/>
          <a:p>
            <a:pPr marL="0" indent="0">
              <a:buNone/>
            </a:pPr>
            <a:r>
              <a:rPr lang="ar-SY" dirty="0"/>
              <a:t>هي الجهة المختصة بإنشاء وتشغيل وصيانة البنية التحتية التقنية في المحافظة، بما يشمل شبكات الربط الداخلي والخارجي، والأنظمة البرمجية، والمخدمات والسيرفرات، وتأمين استمرارية عملها بكفاءة وأمان. تتولى قيادة أعمال الأتمتة والتحول الرقمي، وإدارة واستثمار البرمجيات التطبيقية، وحماية البيانات، ودعم المديريات والجهات المرتبطة تقنياً، بما يضمن حسن سير العمل وتكامل الأنظمة وتطوير الأداء المؤسسي في المحافظة.</a:t>
            </a:r>
          </a:p>
        </p:txBody>
      </p:sp>
      <p:sp>
        <p:nvSpPr>
          <p:cNvPr id="2" name="Date Placeholder 1">
            <a:extLst>
              <a:ext uri="{FF2B5EF4-FFF2-40B4-BE49-F238E27FC236}">
                <a16:creationId xmlns:a16="http://schemas.microsoft.com/office/drawing/2014/main" id="{1B8D7109-D345-2CF5-A907-6CB8F44237F2}"/>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1843FC14-EB1B-CFBA-4D0E-D64F61653E14}"/>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AFA9EE1C-7CEB-7F0A-5963-4EE957B6F001}"/>
              </a:ext>
            </a:extLst>
          </p:cNvPr>
          <p:cNvSpPr>
            <a:spLocks noGrp="1"/>
          </p:cNvSpPr>
          <p:nvPr>
            <p:ph type="sldNum" sz="quarter" idx="12"/>
          </p:nvPr>
        </p:nvSpPr>
        <p:spPr/>
        <p:txBody>
          <a:bodyPr/>
          <a:lstStyle/>
          <a:p>
            <a:fld id="{065EBCF0-071A-41B4-9C48-9ADF70E893B6}" type="slidenum">
              <a:rPr lang="ar-SY" smtClean="0"/>
              <a:pPr/>
              <a:t>37</a:t>
            </a:fld>
            <a:endParaRPr lang="ar-SY" dirty="0"/>
          </a:p>
        </p:txBody>
      </p:sp>
    </p:spTree>
    <p:extLst>
      <p:ext uri="{BB962C8B-B14F-4D97-AF65-F5344CB8AC3E}">
        <p14:creationId xmlns:p14="http://schemas.microsoft.com/office/powerpoint/2010/main" val="3901980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p:nvPr/>
        </p:nvGrpSpPr>
        <p:grpSpPr>
          <a:xfrm>
            <a:off x="358628" y="541404"/>
            <a:ext cx="11833372" cy="4251524"/>
            <a:chOff x="220082" y="524471"/>
            <a:chExt cx="11833372" cy="4251524"/>
          </a:xfrm>
        </p:grpSpPr>
        <p:sp>
          <p:nvSpPr>
            <p:cNvPr id="13" name="مستطيل 12">
              <a:extLst>
                <a:ext uri="{FF2B5EF4-FFF2-40B4-BE49-F238E27FC236}">
                  <a16:creationId xmlns:a16="http://schemas.microsoft.com/office/drawing/2014/main" id="{A5C26464-24E0-44AC-B988-79191DAE4A72}"/>
                </a:ext>
              </a:extLst>
            </p:cNvPr>
            <p:cNvSpPr/>
            <p:nvPr/>
          </p:nvSpPr>
          <p:spPr>
            <a:xfrm>
              <a:off x="10633932"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دائرة</a:t>
              </a:r>
              <a:r>
                <a:rPr lang="ar-SA" sz="1200" dirty="0">
                  <a:solidFill>
                    <a:schemeClr val="tx1"/>
                  </a:solidFill>
                  <a:latin typeface="Simplified Arabic" panose="02020603050405020304" pitchFamily="18" charset="-78"/>
                  <a:cs typeface="Simplified Arabic" panose="02020603050405020304" pitchFamily="18" charset="-78"/>
                </a:rPr>
                <a:t> الشبكات</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51" name="مستطيل 50">
              <a:extLst>
                <a:ext uri="{FF2B5EF4-FFF2-40B4-BE49-F238E27FC236}">
                  <a16:creationId xmlns:a16="http://schemas.microsoft.com/office/drawing/2014/main" id="{5210A856-F4F0-429A-8A44-B2D7C64F16CE}"/>
                </a:ext>
              </a:extLst>
            </p:cNvPr>
            <p:cNvSpPr/>
            <p:nvPr/>
          </p:nvSpPr>
          <p:spPr>
            <a:xfrm>
              <a:off x="8571560" y="3208199"/>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دائرة</a:t>
              </a:r>
              <a:r>
                <a:rPr lang="ar-SA" sz="1200" dirty="0">
                  <a:solidFill>
                    <a:schemeClr val="tx1"/>
                  </a:solidFill>
                  <a:latin typeface="Simplified Arabic" panose="02020603050405020304" pitchFamily="18" charset="-78"/>
                  <a:cs typeface="Simplified Arabic" panose="02020603050405020304" pitchFamily="18" charset="-78"/>
                </a:rPr>
                <a:t> البرمجيات</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99" name="مستطيل 198">
              <a:extLst>
                <a:ext uri="{FF2B5EF4-FFF2-40B4-BE49-F238E27FC236}">
                  <a16:creationId xmlns:a16="http://schemas.microsoft.com/office/drawing/2014/main" id="{EBEE7F71-AAF2-4EE5-A6B1-2FD803A94C52}"/>
                </a:ext>
              </a:extLst>
            </p:cNvPr>
            <p:cNvSpPr/>
            <p:nvPr/>
          </p:nvSpPr>
          <p:spPr>
            <a:xfrm>
              <a:off x="4721100" y="524471"/>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b="1" dirty="0">
                  <a:solidFill>
                    <a:schemeClr val="tx1"/>
                  </a:solidFill>
                  <a:latin typeface="Simplified Arabic" panose="02020603050405020304" pitchFamily="18" charset="-78"/>
                  <a:cs typeface="Simplified Arabic" panose="02020603050405020304" pitchFamily="18" charset="-78"/>
                </a:rPr>
                <a:t>مديرية </a:t>
              </a:r>
              <a:r>
                <a:rPr lang="ar-SA" b="1" dirty="0">
                  <a:solidFill>
                    <a:schemeClr val="tx1"/>
                  </a:solidFill>
                  <a:latin typeface="Simplified Arabic" panose="02020603050405020304" pitchFamily="18" charset="-78"/>
                  <a:cs typeface="Simplified Arabic" panose="02020603050405020304" pitchFamily="18" charset="-78"/>
                </a:rPr>
                <a:t>المعلوماتية</a:t>
              </a:r>
              <a:endParaRPr lang="ar-SY" b="1" dirty="0">
                <a:solidFill>
                  <a:schemeClr val="tx1"/>
                </a:solidFill>
                <a:latin typeface="Simplified Arabic" panose="02020603050405020304" pitchFamily="18" charset="-78"/>
                <a:cs typeface="Simplified Arabic" panose="02020603050405020304" pitchFamily="18" charset="-78"/>
              </a:endParaRPr>
            </a:p>
          </p:txBody>
        </p:sp>
        <p:cxnSp>
          <p:nvCxnSpPr>
            <p:cNvPr id="200" name="موصل: على شكل مرفق 199">
              <a:extLst>
                <a:ext uri="{FF2B5EF4-FFF2-40B4-BE49-F238E27FC236}">
                  <a16:creationId xmlns:a16="http://schemas.microsoft.com/office/drawing/2014/main" id="{9367F870-4E30-4DFB-B37C-186E37CA0FFB}"/>
                </a:ext>
              </a:extLst>
            </p:cNvPr>
            <p:cNvCxnSpPr>
              <a:cxnSpLocks/>
              <a:stCxn id="199" idx="2"/>
              <a:endCxn id="13" idx="0"/>
            </p:cNvCxnSpPr>
            <p:nvPr/>
          </p:nvCxnSpPr>
          <p:spPr>
            <a:xfrm rot="16200000" flipH="1">
              <a:off x="7582934" y="-454799"/>
              <a:ext cx="2143728" cy="518226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203">
              <a:extLst>
                <a:ext uri="{FF2B5EF4-FFF2-40B4-BE49-F238E27FC236}">
                  <a16:creationId xmlns:a16="http://schemas.microsoft.com/office/drawing/2014/main" id="{61448027-CAF4-444F-96C7-9DB6F22B5A60}"/>
                </a:ext>
              </a:extLst>
            </p:cNvPr>
            <p:cNvCxnSpPr>
              <a:cxnSpLocks/>
              <a:stCxn id="199" idx="2"/>
              <a:endCxn id="51" idx="0"/>
            </p:cNvCxnSpPr>
            <p:nvPr/>
          </p:nvCxnSpPr>
          <p:spPr>
            <a:xfrm rot="16200000" flipH="1">
              <a:off x="6586983" y="541153"/>
              <a:ext cx="2143728" cy="319036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5">
              <a:extLst>
                <a:ext uri="{FF2B5EF4-FFF2-40B4-BE49-F238E27FC236}">
                  <a16:creationId xmlns:a16="http://schemas.microsoft.com/office/drawing/2014/main" id="{04CAA827-6FF2-60E9-72BB-D77BE9660531}"/>
                </a:ext>
              </a:extLst>
            </p:cNvPr>
            <p:cNvSpPr/>
            <p:nvPr/>
          </p:nvSpPr>
          <p:spPr>
            <a:xfrm>
              <a:off x="2292687" y="320819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دائرة</a:t>
              </a:r>
              <a:r>
                <a:rPr lang="ar-SA" sz="1200" dirty="0">
                  <a:solidFill>
                    <a:schemeClr val="tx1"/>
                  </a:solidFill>
                  <a:latin typeface="Simplified Arabic" panose="02020603050405020304" pitchFamily="18" charset="-78"/>
                  <a:cs typeface="Simplified Arabic" panose="02020603050405020304" pitchFamily="18" charset="-78"/>
                </a:rPr>
                <a:t> الصيانة</a:t>
              </a: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136" name="موصل: على شكل مرفق 135">
              <a:extLst>
                <a:ext uri="{FF2B5EF4-FFF2-40B4-BE49-F238E27FC236}">
                  <a16:creationId xmlns:a16="http://schemas.microsoft.com/office/drawing/2014/main" id="{C0DED952-31F3-8C78-693C-54C5907603E2}"/>
                </a:ext>
              </a:extLst>
            </p:cNvPr>
            <p:cNvCxnSpPr>
              <a:cxnSpLocks/>
              <a:stCxn id="199" idx="2"/>
              <a:endCxn id="6" idx="0"/>
            </p:cNvCxnSpPr>
            <p:nvPr/>
          </p:nvCxnSpPr>
          <p:spPr>
            <a:xfrm rot="5400000">
              <a:off x="3412313" y="556845"/>
              <a:ext cx="2143727" cy="315897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2" name="مستطيل 31">
              <a:extLst>
                <a:ext uri="{FF2B5EF4-FFF2-40B4-BE49-F238E27FC236}">
                  <a16:creationId xmlns:a16="http://schemas.microsoft.com/office/drawing/2014/main" id="{A670E44A-C4FC-5D9F-06D4-EF28D6FEE8FE}"/>
                </a:ext>
              </a:extLst>
            </p:cNvPr>
            <p:cNvSpPr/>
            <p:nvPr/>
          </p:nvSpPr>
          <p:spPr>
            <a:xfrm>
              <a:off x="4342181"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دائرة</a:t>
              </a:r>
              <a:r>
                <a:rPr lang="ar-SA" sz="1200" dirty="0">
                  <a:solidFill>
                    <a:schemeClr val="tx1"/>
                  </a:solidFill>
                  <a:latin typeface="Simplified Arabic" panose="02020603050405020304" pitchFamily="18" charset="-78"/>
                  <a:cs typeface="Simplified Arabic" panose="02020603050405020304" pitchFamily="18" charset="-78"/>
                </a:rPr>
                <a:t> المخدمات والسيرفرات</a:t>
              </a: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39" name="موصل: على شكل مرفق 38">
              <a:extLst>
                <a:ext uri="{FF2B5EF4-FFF2-40B4-BE49-F238E27FC236}">
                  <a16:creationId xmlns:a16="http://schemas.microsoft.com/office/drawing/2014/main" id="{812D1E63-5EC8-A9ED-6C16-69A3D656212B}"/>
                </a:ext>
              </a:extLst>
            </p:cNvPr>
            <p:cNvCxnSpPr>
              <a:cxnSpLocks/>
              <a:stCxn id="199" idx="2"/>
              <a:endCxn id="32" idx="0"/>
            </p:cNvCxnSpPr>
            <p:nvPr/>
          </p:nvCxnSpPr>
          <p:spPr>
            <a:xfrm rot="5400000">
              <a:off x="4437059" y="1581593"/>
              <a:ext cx="2143728" cy="110948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65">
              <a:extLst>
                <a:ext uri="{FF2B5EF4-FFF2-40B4-BE49-F238E27FC236}">
                  <a16:creationId xmlns:a16="http://schemas.microsoft.com/office/drawing/2014/main" id="{4EE19D90-603E-FE4E-580D-2F099C138B65}"/>
                </a:ext>
              </a:extLst>
            </p:cNvPr>
            <p:cNvSpPr/>
            <p:nvPr/>
          </p:nvSpPr>
          <p:spPr>
            <a:xfrm>
              <a:off x="3359689" y="1263082"/>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معاون </a:t>
              </a:r>
              <a:r>
                <a:rPr lang="ar-SA" sz="1200" b="1" dirty="0">
                  <a:solidFill>
                    <a:schemeClr val="tx1"/>
                  </a:solidFill>
                  <a:latin typeface="Simplified Arabic" panose="02020603050405020304" pitchFamily="18" charset="-78"/>
                  <a:cs typeface="Simplified Arabic" panose="02020603050405020304" pitchFamily="18" charset="-78"/>
                </a:rPr>
                <a:t>المدير للمخدمات والصيانة</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5" name="مستطيل 4">
              <a:extLst>
                <a:ext uri="{FF2B5EF4-FFF2-40B4-BE49-F238E27FC236}">
                  <a16:creationId xmlns:a16="http://schemas.microsoft.com/office/drawing/2014/main" id="{8000C4F5-5A1E-6884-30C6-E11EDA4CA172}"/>
                </a:ext>
              </a:extLst>
            </p:cNvPr>
            <p:cNvSpPr/>
            <p:nvPr/>
          </p:nvSpPr>
          <p:spPr>
            <a:xfrm>
              <a:off x="7374481" y="1263082"/>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معاون </a:t>
              </a:r>
              <a:r>
                <a:rPr lang="ar-SA" sz="1200" b="1" dirty="0">
                  <a:solidFill>
                    <a:schemeClr val="tx1"/>
                  </a:solidFill>
                  <a:latin typeface="Simplified Arabic" panose="02020603050405020304" pitchFamily="18" charset="-78"/>
                  <a:cs typeface="Simplified Arabic" panose="02020603050405020304" pitchFamily="18" charset="-78"/>
                </a:rPr>
                <a:t>المدير للبرمجيات</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47" name="مستطيل 46">
              <a:extLst>
                <a:ext uri="{FF2B5EF4-FFF2-40B4-BE49-F238E27FC236}">
                  <a16:creationId xmlns:a16="http://schemas.microsoft.com/office/drawing/2014/main" id="{356D2E35-7609-E040-AFEC-823B274E0C0D}"/>
                </a:ext>
              </a:extLst>
            </p:cNvPr>
            <p:cNvSpPr/>
            <p:nvPr/>
          </p:nvSpPr>
          <p:spPr>
            <a:xfrm>
              <a:off x="403341" y="320819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دائرة الشؤون الإدارية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87" name="مستطيل 86">
              <a:extLst>
                <a:ext uri="{FF2B5EF4-FFF2-40B4-BE49-F238E27FC236}">
                  <a16:creationId xmlns:a16="http://schemas.microsoft.com/office/drawing/2014/main" id="{13338BA2-A823-1612-52E5-3C4E601B55AD}"/>
                </a:ext>
              </a:extLst>
            </p:cNvPr>
            <p:cNvSpPr/>
            <p:nvPr/>
          </p:nvSpPr>
          <p:spPr>
            <a:xfrm>
              <a:off x="6645211" y="3208197"/>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latin typeface="Simplified Arabic" panose="02020603050405020304" pitchFamily="18" charset="-78"/>
                  <a:cs typeface="Simplified Arabic" panose="02020603050405020304" pitchFamily="18" charset="-78"/>
                </a:rPr>
                <a:t>دائرة</a:t>
              </a:r>
              <a:r>
                <a:rPr lang="ar-SA" sz="1200" dirty="0">
                  <a:solidFill>
                    <a:schemeClr val="tx1"/>
                  </a:solidFill>
                  <a:latin typeface="Simplified Arabic" panose="02020603050405020304" pitchFamily="18" charset="-78"/>
                  <a:cs typeface="Simplified Arabic" panose="02020603050405020304" pitchFamily="18" charset="-78"/>
                </a:rPr>
                <a:t> الدراسات والتطوير البرمجي</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10" name="مستطيل 109">
              <a:extLst>
                <a:ext uri="{FF2B5EF4-FFF2-40B4-BE49-F238E27FC236}">
                  <a16:creationId xmlns:a16="http://schemas.microsoft.com/office/drawing/2014/main" id="{D43566DB-8527-BCBC-FEB1-B97CEA8FBA49}"/>
                </a:ext>
              </a:extLst>
            </p:cNvPr>
            <p:cNvSpPr/>
            <p:nvPr/>
          </p:nvSpPr>
          <p:spPr>
            <a:xfrm>
              <a:off x="7690517" y="411896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تطوير التطبيقات</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11" name="مستطيل 110">
              <a:extLst>
                <a:ext uri="{FF2B5EF4-FFF2-40B4-BE49-F238E27FC236}">
                  <a16:creationId xmlns:a16="http://schemas.microsoft.com/office/drawing/2014/main" id="{2DBBF976-61C9-374D-C79B-7C2D08392E5D}"/>
                </a:ext>
              </a:extLst>
            </p:cNvPr>
            <p:cNvSpPr/>
            <p:nvPr/>
          </p:nvSpPr>
          <p:spPr>
            <a:xfrm>
              <a:off x="6838115" y="411896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تحليل النظم</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12" name="مستطيل 111">
              <a:extLst>
                <a:ext uri="{FF2B5EF4-FFF2-40B4-BE49-F238E27FC236}">
                  <a16:creationId xmlns:a16="http://schemas.microsoft.com/office/drawing/2014/main" id="{6C1A1BE4-FC59-9BA4-0395-25589F5783FB}"/>
                </a:ext>
              </a:extLst>
            </p:cNvPr>
            <p:cNvSpPr/>
            <p:nvPr/>
          </p:nvSpPr>
          <p:spPr>
            <a:xfrm>
              <a:off x="5971858" y="411896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الأمن السيبراني</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13" name="مستطيل 112">
              <a:extLst>
                <a:ext uri="{FF2B5EF4-FFF2-40B4-BE49-F238E27FC236}">
                  <a16:creationId xmlns:a16="http://schemas.microsoft.com/office/drawing/2014/main" id="{B0CDE513-A3BC-34D6-A9B8-6AC0A3B732A5}"/>
                </a:ext>
              </a:extLst>
            </p:cNvPr>
            <p:cNvSpPr/>
            <p:nvPr/>
          </p:nvSpPr>
          <p:spPr>
            <a:xfrm>
              <a:off x="1135767"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الديوان</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15" name="مستطيل 114">
              <a:extLst>
                <a:ext uri="{FF2B5EF4-FFF2-40B4-BE49-F238E27FC236}">
                  <a16:creationId xmlns:a16="http://schemas.microsoft.com/office/drawing/2014/main" id="{1B4D7E77-AA7B-ED7E-AD37-937818E7A6F7}"/>
                </a:ext>
              </a:extLst>
            </p:cNvPr>
            <p:cNvSpPr/>
            <p:nvPr/>
          </p:nvSpPr>
          <p:spPr>
            <a:xfrm>
              <a:off x="220082" y="411377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الذاتية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17" name="مستطيل 116">
              <a:extLst>
                <a:ext uri="{FF2B5EF4-FFF2-40B4-BE49-F238E27FC236}">
                  <a16:creationId xmlns:a16="http://schemas.microsoft.com/office/drawing/2014/main" id="{D2094F5B-F665-E94F-1874-F8CC97A244A4}"/>
                </a:ext>
              </a:extLst>
            </p:cNvPr>
            <p:cNvSpPr/>
            <p:nvPr/>
          </p:nvSpPr>
          <p:spPr>
            <a:xfrm>
              <a:off x="4987388"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إدارة المعدات التقنية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18" name="مستطيل 117">
              <a:extLst>
                <a:ext uri="{FF2B5EF4-FFF2-40B4-BE49-F238E27FC236}">
                  <a16:creationId xmlns:a16="http://schemas.microsoft.com/office/drawing/2014/main" id="{408D336D-13ED-9F09-3570-7F3246E0285B}"/>
                </a:ext>
              </a:extLst>
            </p:cNvPr>
            <p:cNvSpPr/>
            <p:nvPr/>
          </p:nvSpPr>
          <p:spPr>
            <a:xfrm>
              <a:off x="4096421"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إدارة النظم التشغيلية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21" name="مستطيل 120">
              <a:extLst>
                <a:ext uri="{FF2B5EF4-FFF2-40B4-BE49-F238E27FC236}">
                  <a16:creationId xmlns:a16="http://schemas.microsoft.com/office/drawing/2014/main" id="{2F0D0244-C6FD-DEBE-71E4-34FF4B437D37}"/>
                </a:ext>
              </a:extLst>
            </p:cNvPr>
            <p:cNvSpPr/>
            <p:nvPr/>
          </p:nvSpPr>
          <p:spPr>
            <a:xfrm>
              <a:off x="3148112" y="414949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صيانة التجهيزات</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22" name="مستطيل 121">
              <a:extLst>
                <a:ext uri="{FF2B5EF4-FFF2-40B4-BE49-F238E27FC236}">
                  <a16:creationId xmlns:a16="http://schemas.microsoft.com/office/drawing/2014/main" id="{034AC4F4-DE31-F0D5-D64B-80F9E8C3A9C2}"/>
                </a:ext>
              </a:extLst>
            </p:cNvPr>
            <p:cNvSpPr/>
            <p:nvPr/>
          </p:nvSpPr>
          <p:spPr>
            <a:xfrm>
              <a:off x="2212516" y="414949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الخدمات التقنية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23" name="مستطيل 122">
              <a:extLst>
                <a:ext uri="{FF2B5EF4-FFF2-40B4-BE49-F238E27FC236}">
                  <a16:creationId xmlns:a16="http://schemas.microsoft.com/office/drawing/2014/main" id="{B6FF10C7-1F96-5121-D89E-C613B57E2C4E}"/>
                </a:ext>
              </a:extLst>
            </p:cNvPr>
            <p:cNvSpPr/>
            <p:nvPr/>
          </p:nvSpPr>
          <p:spPr>
            <a:xfrm>
              <a:off x="9475593"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المتابعة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24" name="مستطيل 123">
              <a:extLst>
                <a:ext uri="{FF2B5EF4-FFF2-40B4-BE49-F238E27FC236}">
                  <a16:creationId xmlns:a16="http://schemas.microsoft.com/office/drawing/2014/main" id="{FC9B64CF-B4E5-5B1A-70E4-D4EAA382B522}"/>
                </a:ext>
              </a:extLst>
            </p:cNvPr>
            <p:cNvSpPr/>
            <p:nvPr/>
          </p:nvSpPr>
          <p:spPr>
            <a:xfrm>
              <a:off x="8598481"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الأرشفة الضوئية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26" name="مستطيل 125">
              <a:extLst>
                <a:ext uri="{FF2B5EF4-FFF2-40B4-BE49-F238E27FC236}">
                  <a16:creationId xmlns:a16="http://schemas.microsoft.com/office/drawing/2014/main" id="{D3E2D0C2-B131-D496-DD6E-49A2A2ADE6A8}"/>
                </a:ext>
              </a:extLst>
            </p:cNvPr>
            <p:cNvSpPr/>
            <p:nvPr/>
          </p:nvSpPr>
          <p:spPr>
            <a:xfrm>
              <a:off x="11270258" y="411896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الربط الشبكي</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27" name="مستطيل 126">
              <a:extLst>
                <a:ext uri="{FF2B5EF4-FFF2-40B4-BE49-F238E27FC236}">
                  <a16:creationId xmlns:a16="http://schemas.microsoft.com/office/drawing/2014/main" id="{15D179C9-75F8-9E2A-3223-7752C6140DFA}"/>
                </a:ext>
              </a:extLst>
            </p:cNvPr>
            <p:cNvSpPr/>
            <p:nvPr/>
          </p:nvSpPr>
          <p:spPr>
            <a:xfrm>
              <a:off x="10374125" y="411896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latin typeface="Simplified Arabic" panose="02020603050405020304" pitchFamily="18" charset="-78"/>
                  <a:cs typeface="Simplified Arabic" panose="02020603050405020304" pitchFamily="18" charset="-78"/>
                </a:rPr>
                <a:t>شعبة المخدمات الشبكية</a:t>
              </a:r>
              <a:endParaRPr lang="ar-SY" sz="1200" dirty="0">
                <a:solidFill>
                  <a:schemeClr val="tx1"/>
                </a:solidFill>
                <a:latin typeface="Simplified Arabic" panose="02020603050405020304" pitchFamily="18" charset="-78"/>
                <a:cs typeface="Simplified Arabic" panose="02020603050405020304" pitchFamily="18" charset="-78"/>
              </a:endParaRPr>
            </a:p>
          </p:txBody>
        </p:sp>
        <p:cxnSp>
          <p:nvCxnSpPr>
            <p:cNvPr id="48" name="موصل: على شكل مرفق 17">
              <a:extLst>
                <a:ext uri="{FF2B5EF4-FFF2-40B4-BE49-F238E27FC236}">
                  <a16:creationId xmlns:a16="http://schemas.microsoft.com/office/drawing/2014/main" id="{C18D934F-70BD-EB1B-21DC-496D19E2A126}"/>
                </a:ext>
              </a:extLst>
            </p:cNvPr>
            <p:cNvCxnSpPr>
              <a:cxnSpLocks/>
              <a:stCxn id="47" idx="2"/>
              <a:endCxn id="115" idx="0"/>
            </p:cNvCxnSpPr>
            <p:nvPr/>
          </p:nvCxnSpPr>
          <p:spPr>
            <a:xfrm rot="5400000">
              <a:off x="630723" y="3729156"/>
              <a:ext cx="365577" cy="40366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9" name="موصل: على شكل مرفق 93">
              <a:extLst>
                <a:ext uri="{FF2B5EF4-FFF2-40B4-BE49-F238E27FC236}">
                  <a16:creationId xmlns:a16="http://schemas.microsoft.com/office/drawing/2014/main" id="{F8EEE417-0BAD-D3C2-18B6-993C6AE50961}"/>
                </a:ext>
              </a:extLst>
            </p:cNvPr>
            <p:cNvCxnSpPr>
              <a:cxnSpLocks/>
              <a:stCxn id="47" idx="2"/>
              <a:endCxn id="113" idx="0"/>
            </p:cNvCxnSpPr>
            <p:nvPr/>
          </p:nvCxnSpPr>
          <p:spPr>
            <a:xfrm rot="16200000" flipH="1">
              <a:off x="1089284" y="3674255"/>
              <a:ext cx="364138" cy="5120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موصل: على شكل مرفق 30">
              <a:extLst>
                <a:ext uri="{FF2B5EF4-FFF2-40B4-BE49-F238E27FC236}">
                  <a16:creationId xmlns:a16="http://schemas.microsoft.com/office/drawing/2014/main" id="{496E7D6C-B412-43BE-B798-EEF7C2DCCF6D}"/>
                </a:ext>
              </a:extLst>
            </p:cNvPr>
            <p:cNvCxnSpPr>
              <a:cxnSpLocks/>
              <a:stCxn id="87" idx="2"/>
              <a:endCxn id="111" idx="0"/>
            </p:cNvCxnSpPr>
            <p:nvPr/>
          </p:nvCxnSpPr>
          <p:spPr>
            <a:xfrm rot="5400000">
              <a:off x="7058078" y="3919832"/>
              <a:ext cx="370768" cy="2749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2" name="موصل: على شكل مرفق 76">
              <a:extLst>
                <a:ext uri="{FF2B5EF4-FFF2-40B4-BE49-F238E27FC236}">
                  <a16:creationId xmlns:a16="http://schemas.microsoft.com/office/drawing/2014/main" id="{4D85285C-BE2C-44B0-A805-E67E9A399983}"/>
                </a:ext>
              </a:extLst>
            </p:cNvPr>
            <p:cNvCxnSpPr>
              <a:cxnSpLocks/>
              <a:stCxn id="87" idx="2"/>
              <a:endCxn id="110" idx="0"/>
            </p:cNvCxnSpPr>
            <p:nvPr/>
          </p:nvCxnSpPr>
          <p:spPr>
            <a:xfrm rot="16200000" flipH="1">
              <a:off x="7484280" y="3521128"/>
              <a:ext cx="370767" cy="82490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3" name="موصل: على شكل مرفق 76">
              <a:extLst>
                <a:ext uri="{FF2B5EF4-FFF2-40B4-BE49-F238E27FC236}">
                  <a16:creationId xmlns:a16="http://schemas.microsoft.com/office/drawing/2014/main" id="{4D85285C-BE2C-44B0-A805-E67E9A399983}"/>
                </a:ext>
              </a:extLst>
            </p:cNvPr>
            <p:cNvCxnSpPr>
              <a:cxnSpLocks/>
              <a:stCxn id="87" idx="2"/>
              <a:endCxn id="112" idx="0"/>
            </p:cNvCxnSpPr>
            <p:nvPr/>
          </p:nvCxnSpPr>
          <p:spPr>
            <a:xfrm rot="5400000">
              <a:off x="6624951" y="3486703"/>
              <a:ext cx="370767" cy="89375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7" name="موصل: على شكل مرفق 17">
              <a:extLst>
                <a:ext uri="{FF2B5EF4-FFF2-40B4-BE49-F238E27FC236}">
                  <a16:creationId xmlns:a16="http://schemas.microsoft.com/office/drawing/2014/main" id="{C18D934F-70BD-EB1B-21DC-496D19E2A126}"/>
                </a:ext>
              </a:extLst>
            </p:cNvPr>
            <p:cNvCxnSpPr>
              <a:cxnSpLocks/>
              <a:stCxn id="13" idx="2"/>
              <a:endCxn id="127" idx="0"/>
            </p:cNvCxnSpPr>
            <p:nvPr/>
          </p:nvCxnSpPr>
          <p:spPr>
            <a:xfrm rot="5400000">
              <a:off x="10820445" y="3693478"/>
              <a:ext cx="370766" cy="48020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8" name="موصل: على شكل مرفق 93">
              <a:extLst>
                <a:ext uri="{FF2B5EF4-FFF2-40B4-BE49-F238E27FC236}">
                  <a16:creationId xmlns:a16="http://schemas.microsoft.com/office/drawing/2014/main" id="{F8EEE417-0BAD-D3C2-18B6-993C6AE50961}"/>
                </a:ext>
              </a:extLst>
            </p:cNvPr>
            <p:cNvCxnSpPr>
              <a:cxnSpLocks/>
              <a:stCxn id="13" idx="2"/>
              <a:endCxn id="126" idx="0"/>
            </p:cNvCxnSpPr>
            <p:nvPr/>
          </p:nvCxnSpPr>
          <p:spPr>
            <a:xfrm rot="16200000" flipH="1">
              <a:off x="11268512" y="3725619"/>
              <a:ext cx="370765" cy="4159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0" name="موصل: على شكل مرفق 17">
              <a:extLst>
                <a:ext uri="{FF2B5EF4-FFF2-40B4-BE49-F238E27FC236}">
                  <a16:creationId xmlns:a16="http://schemas.microsoft.com/office/drawing/2014/main" id="{C18D934F-70BD-EB1B-21DC-496D19E2A126}"/>
                </a:ext>
              </a:extLst>
            </p:cNvPr>
            <p:cNvCxnSpPr>
              <a:cxnSpLocks/>
              <a:stCxn id="51" idx="2"/>
              <a:endCxn id="124" idx="0"/>
            </p:cNvCxnSpPr>
            <p:nvPr/>
          </p:nvCxnSpPr>
          <p:spPr>
            <a:xfrm rot="5400000">
              <a:off x="8939985" y="3798292"/>
              <a:ext cx="364138" cy="26395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2" name="موصل: على شكل مرفق 93">
              <a:extLst>
                <a:ext uri="{FF2B5EF4-FFF2-40B4-BE49-F238E27FC236}">
                  <a16:creationId xmlns:a16="http://schemas.microsoft.com/office/drawing/2014/main" id="{F8EEE417-0BAD-D3C2-18B6-993C6AE50961}"/>
                </a:ext>
              </a:extLst>
            </p:cNvPr>
            <p:cNvCxnSpPr>
              <a:cxnSpLocks/>
              <a:stCxn id="51" idx="2"/>
              <a:endCxn id="123" idx="0"/>
            </p:cNvCxnSpPr>
            <p:nvPr/>
          </p:nvCxnSpPr>
          <p:spPr>
            <a:xfrm rot="16200000" flipH="1">
              <a:off x="9378541" y="3623686"/>
              <a:ext cx="364138" cy="61316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5" name="موصل: على شكل مرفق 17">
              <a:extLst>
                <a:ext uri="{FF2B5EF4-FFF2-40B4-BE49-F238E27FC236}">
                  <a16:creationId xmlns:a16="http://schemas.microsoft.com/office/drawing/2014/main" id="{C18D934F-70BD-EB1B-21DC-496D19E2A126}"/>
                </a:ext>
              </a:extLst>
            </p:cNvPr>
            <p:cNvCxnSpPr>
              <a:cxnSpLocks/>
              <a:stCxn id="32" idx="2"/>
              <a:endCxn id="118" idx="0"/>
            </p:cNvCxnSpPr>
            <p:nvPr/>
          </p:nvCxnSpPr>
          <p:spPr>
            <a:xfrm rot="5400000">
              <a:off x="4539032" y="3697186"/>
              <a:ext cx="364137" cy="46616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6" name="موصل: على شكل مرفق 93">
              <a:extLst>
                <a:ext uri="{FF2B5EF4-FFF2-40B4-BE49-F238E27FC236}">
                  <a16:creationId xmlns:a16="http://schemas.microsoft.com/office/drawing/2014/main" id="{F8EEE417-0BAD-D3C2-18B6-993C6AE50961}"/>
                </a:ext>
              </a:extLst>
            </p:cNvPr>
            <p:cNvCxnSpPr>
              <a:cxnSpLocks/>
              <a:stCxn id="32" idx="2"/>
              <a:endCxn id="117" idx="0"/>
            </p:cNvCxnSpPr>
            <p:nvPr/>
          </p:nvCxnSpPr>
          <p:spPr>
            <a:xfrm rot="16200000" flipH="1">
              <a:off x="4984515" y="3717864"/>
              <a:ext cx="364137" cy="42480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7" name="موصل: على شكل مرفق 17">
              <a:extLst>
                <a:ext uri="{FF2B5EF4-FFF2-40B4-BE49-F238E27FC236}">
                  <a16:creationId xmlns:a16="http://schemas.microsoft.com/office/drawing/2014/main" id="{C18D934F-70BD-EB1B-21DC-496D19E2A126}"/>
                </a:ext>
              </a:extLst>
            </p:cNvPr>
            <p:cNvCxnSpPr>
              <a:cxnSpLocks/>
              <a:stCxn id="6" idx="2"/>
              <a:endCxn id="122" idx="0"/>
            </p:cNvCxnSpPr>
            <p:nvPr/>
          </p:nvCxnSpPr>
          <p:spPr>
            <a:xfrm rot="5400000">
              <a:off x="2553752" y="3798561"/>
              <a:ext cx="401298" cy="30057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8" name="موصل: على شكل مرفق 93">
              <a:extLst>
                <a:ext uri="{FF2B5EF4-FFF2-40B4-BE49-F238E27FC236}">
                  <a16:creationId xmlns:a16="http://schemas.microsoft.com/office/drawing/2014/main" id="{F8EEE417-0BAD-D3C2-18B6-993C6AE50961}"/>
                </a:ext>
              </a:extLst>
            </p:cNvPr>
            <p:cNvCxnSpPr>
              <a:cxnSpLocks/>
              <a:stCxn id="6" idx="2"/>
              <a:endCxn id="121" idx="0"/>
            </p:cNvCxnSpPr>
            <p:nvPr/>
          </p:nvCxnSpPr>
          <p:spPr>
            <a:xfrm rot="16200000" flipH="1">
              <a:off x="3021550" y="3631334"/>
              <a:ext cx="401297" cy="63502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54" name="موصل: على شكل مرفق 203">
            <a:extLst>
              <a:ext uri="{FF2B5EF4-FFF2-40B4-BE49-F238E27FC236}">
                <a16:creationId xmlns:a16="http://schemas.microsoft.com/office/drawing/2014/main" id="{8C49B41C-9C59-49D4-9520-414E8D728503}"/>
              </a:ext>
            </a:extLst>
          </p:cNvPr>
          <p:cNvCxnSpPr>
            <a:cxnSpLocks/>
          </p:cNvCxnSpPr>
          <p:nvPr/>
        </p:nvCxnSpPr>
        <p:spPr>
          <a:xfrm rot="16200000" flipH="1">
            <a:off x="6623315" y="660302"/>
            <a:ext cx="468611" cy="131081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موصل: على شكل مرفق 203">
            <a:extLst>
              <a:ext uri="{FF2B5EF4-FFF2-40B4-BE49-F238E27FC236}">
                <a16:creationId xmlns:a16="http://schemas.microsoft.com/office/drawing/2014/main" id="{EA658FBE-C09B-45DB-B582-60D98874A240}"/>
              </a:ext>
            </a:extLst>
          </p:cNvPr>
          <p:cNvCxnSpPr>
            <a:cxnSpLocks/>
            <a:stCxn id="199" idx="2"/>
            <a:endCxn id="66" idx="3"/>
          </p:cNvCxnSpPr>
          <p:nvPr/>
        </p:nvCxnSpPr>
        <p:spPr>
          <a:xfrm rot="5400000">
            <a:off x="5227918" y="575721"/>
            <a:ext cx="468611" cy="14799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9" name="موصل: على شكل مرفق 203">
            <a:extLst>
              <a:ext uri="{FF2B5EF4-FFF2-40B4-BE49-F238E27FC236}">
                <a16:creationId xmlns:a16="http://schemas.microsoft.com/office/drawing/2014/main" id="{EED12321-7292-465E-A83F-E4E1F4F91982}"/>
              </a:ext>
            </a:extLst>
          </p:cNvPr>
          <p:cNvCxnSpPr>
            <a:cxnSpLocks/>
            <a:stCxn id="199" idx="2"/>
            <a:endCxn id="87" idx="0"/>
          </p:cNvCxnSpPr>
          <p:nvPr/>
        </p:nvCxnSpPr>
        <p:spPr>
          <a:xfrm rot="16200000" flipH="1">
            <a:off x="5727121" y="1556494"/>
            <a:ext cx="2143726" cy="119354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3" name="موصل: على شكل مرفق 203">
            <a:extLst>
              <a:ext uri="{FF2B5EF4-FFF2-40B4-BE49-F238E27FC236}">
                <a16:creationId xmlns:a16="http://schemas.microsoft.com/office/drawing/2014/main" id="{EBC44BB8-DF07-4DBE-BFF5-EB39810E24BB}"/>
              </a:ext>
            </a:extLst>
          </p:cNvPr>
          <p:cNvCxnSpPr>
            <a:cxnSpLocks/>
            <a:stCxn id="199" idx="2"/>
            <a:endCxn id="47" idx="0"/>
          </p:cNvCxnSpPr>
          <p:nvPr/>
        </p:nvCxnSpPr>
        <p:spPr>
          <a:xfrm rot="5400000">
            <a:off x="2606186" y="-370895"/>
            <a:ext cx="2143727" cy="50483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12AFC0F-5C45-16B9-0E30-E38989446AA9}"/>
              </a:ext>
            </a:extLst>
          </p:cNvPr>
          <p:cNvSpPr>
            <a:spLocks noGrp="1"/>
          </p:cNvSpPr>
          <p:nvPr>
            <p:ph type="dt" sz="half" idx="10"/>
          </p:nvPr>
        </p:nvSpPr>
        <p:spPr/>
        <p:txBody>
          <a:bodyPr/>
          <a:lstStyle/>
          <a:p>
            <a:fld id="{C66E5619-091A-495D-B4E1-616FE5EC54A0}"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6DA64510-A6B7-E14F-D79D-2F7501891A04}"/>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7F6E1A52-88AE-5A44-CFF0-CB5ABB13D568}"/>
              </a:ext>
            </a:extLst>
          </p:cNvPr>
          <p:cNvSpPr>
            <a:spLocks noGrp="1"/>
          </p:cNvSpPr>
          <p:nvPr>
            <p:ph type="sldNum" sz="quarter" idx="12"/>
          </p:nvPr>
        </p:nvSpPr>
        <p:spPr/>
        <p:txBody>
          <a:bodyPr/>
          <a:lstStyle/>
          <a:p>
            <a:fld id="{065EBCF0-071A-41B4-9C48-9ADF70E893B6}" type="slidenum">
              <a:rPr lang="ar-SY" smtClean="0"/>
              <a:pPr/>
              <a:t>38</a:t>
            </a:fld>
            <a:endParaRPr lang="ar-SY" dirty="0"/>
          </a:p>
        </p:txBody>
      </p:sp>
    </p:spTree>
    <p:extLst>
      <p:ext uri="{BB962C8B-B14F-4D97-AF65-F5344CB8AC3E}">
        <p14:creationId xmlns:p14="http://schemas.microsoft.com/office/powerpoint/2010/main" val="3825953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ECA7C2-61EC-7C65-701A-CE49881EC939}"/>
              </a:ext>
            </a:extLst>
          </p:cNvPr>
          <p:cNvSpPr>
            <a:spLocks noGrp="1"/>
          </p:cNvSpPr>
          <p:nvPr>
            <p:ph type="title"/>
          </p:nvPr>
        </p:nvSpPr>
        <p:spPr/>
        <p:txBody>
          <a:bodyPr>
            <a:normAutofit/>
          </a:bodyPr>
          <a:lstStyle/>
          <a:p>
            <a:r>
              <a:rPr lang="ar-SY" dirty="0"/>
              <a:t>مديرية العلاقات العامة</a:t>
            </a:r>
          </a:p>
        </p:txBody>
      </p:sp>
      <p:sp>
        <p:nvSpPr>
          <p:cNvPr id="6" name="Content Placeholder 5">
            <a:extLst>
              <a:ext uri="{FF2B5EF4-FFF2-40B4-BE49-F238E27FC236}">
                <a16:creationId xmlns:a16="http://schemas.microsoft.com/office/drawing/2014/main" id="{C0CE7DAB-DF68-A076-C3A3-D708621B4212}"/>
              </a:ext>
            </a:extLst>
          </p:cNvPr>
          <p:cNvSpPr>
            <a:spLocks noGrp="1"/>
          </p:cNvSpPr>
          <p:nvPr>
            <p:ph idx="1"/>
          </p:nvPr>
        </p:nvSpPr>
        <p:spPr/>
        <p:txBody>
          <a:bodyPr>
            <a:normAutofit fontScale="92500" lnSpcReduction="10000"/>
          </a:bodyPr>
          <a:lstStyle/>
          <a:p>
            <a:pPr marL="0" indent="0">
              <a:buNone/>
            </a:pPr>
            <a:r>
              <a:rPr lang="ar-SY" dirty="0"/>
              <a:t>هي الجهة المسؤولة عن بناء وتعزيز علاقات المحافظة مع المجتمع المحلي والجمهور المدني، بالإضافة إلى تنظيم وتنسيق الجهود التواصلية بين الجهات الحكومية والجماهير، وذلك بما يساهم في تحسين الصورة العامة للمحافظة وتعزيز التواصل الفعّال بين مختلف الأطراف المعنية. تعمل المديرية على إقامة علاقة متينة مع مختلف فئات المجتمع، من خلال الفعاليات العامة والإعلامية، وإدارة الأزمات، إضافة إلى تنفيذ خطط تسويقية وإعلامية تساهم في نشر الوعي حول خدمات المحافظة وإنجازاتها.</a:t>
            </a:r>
          </a:p>
          <a:p>
            <a:pPr marL="0" indent="0">
              <a:buNone/>
            </a:pPr>
            <a:endParaRPr lang="ar-SY" dirty="0"/>
          </a:p>
        </p:txBody>
      </p:sp>
      <p:sp>
        <p:nvSpPr>
          <p:cNvPr id="2" name="Date Placeholder 1">
            <a:extLst>
              <a:ext uri="{FF2B5EF4-FFF2-40B4-BE49-F238E27FC236}">
                <a16:creationId xmlns:a16="http://schemas.microsoft.com/office/drawing/2014/main" id="{B79DFDD1-8AE8-698E-3D58-2F8BBDE5D17B}"/>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3C8D5DCF-F524-6D9A-492A-A33359D7BCDB}"/>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938FA5B7-ADBB-4A13-1F93-2A5CD9BC5B40}"/>
              </a:ext>
            </a:extLst>
          </p:cNvPr>
          <p:cNvSpPr>
            <a:spLocks noGrp="1"/>
          </p:cNvSpPr>
          <p:nvPr>
            <p:ph type="sldNum" sz="quarter" idx="12"/>
          </p:nvPr>
        </p:nvSpPr>
        <p:spPr/>
        <p:txBody>
          <a:bodyPr/>
          <a:lstStyle/>
          <a:p>
            <a:fld id="{065EBCF0-071A-41B4-9C48-9ADF70E893B6}" type="slidenum">
              <a:rPr lang="ar-SY" smtClean="0"/>
              <a:pPr/>
              <a:t>39</a:t>
            </a:fld>
            <a:endParaRPr lang="ar-SY" dirty="0"/>
          </a:p>
        </p:txBody>
      </p:sp>
    </p:spTree>
    <p:extLst>
      <p:ext uri="{BB962C8B-B14F-4D97-AF65-F5344CB8AC3E}">
        <p14:creationId xmlns:p14="http://schemas.microsoft.com/office/powerpoint/2010/main" val="1587728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2EF2D72-E0E0-46B2-905B-B191327BFE28}"/>
              </a:ext>
            </a:extLst>
          </p:cNvPr>
          <p:cNvGrpSpPr/>
          <p:nvPr/>
        </p:nvGrpSpPr>
        <p:grpSpPr>
          <a:xfrm>
            <a:off x="192372" y="700770"/>
            <a:ext cx="11833372" cy="4102935"/>
            <a:chOff x="220082" y="673060"/>
            <a:chExt cx="11833372" cy="4102935"/>
          </a:xfrm>
        </p:grpSpPr>
        <p:sp>
          <p:nvSpPr>
            <p:cNvPr id="4" name="مستطيل 12">
              <a:extLst>
                <a:ext uri="{FF2B5EF4-FFF2-40B4-BE49-F238E27FC236}">
                  <a16:creationId xmlns:a16="http://schemas.microsoft.com/office/drawing/2014/main" id="{28B3581B-3C25-422B-B49E-6318BBDE921C}"/>
                </a:ext>
              </a:extLst>
            </p:cNvPr>
            <p:cNvSpPr/>
            <p:nvPr/>
          </p:nvSpPr>
          <p:spPr>
            <a:xfrm>
              <a:off x="10633932"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Y" sz="1200" b="1" dirty="0">
                  <a:solidFill>
                    <a:schemeClr val="tx1"/>
                  </a:solidFill>
                  <a:latin typeface="Simplified Arabic" panose="02020603050405020304" pitchFamily="18" charset="-78"/>
                  <a:cs typeface="Simplified Arabic" panose="02020603050405020304" pitchFamily="18" charset="-78"/>
                </a:rPr>
                <a:t>دائرة </a:t>
              </a:r>
              <a:r>
                <a:rPr lang="ar-SA" sz="1200" b="1" dirty="0">
                  <a:solidFill>
                    <a:schemeClr val="tx1"/>
                  </a:solidFill>
                  <a:latin typeface="Simplified Arabic" panose="02020603050405020304" pitchFamily="18" charset="-78"/>
                  <a:cs typeface="Simplified Arabic" panose="02020603050405020304" pitchFamily="18" charset="-78"/>
                </a:rPr>
                <a:t>إدارة التواصل الداخلي</a:t>
              </a:r>
              <a:endParaRPr lang="en-US" sz="1200" b="1" dirty="0">
                <a:solidFill>
                  <a:schemeClr val="tx1"/>
                </a:solidFill>
                <a:latin typeface="Simplified Arabic" panose="02020603050405020304" pitchFamily="18" charset="-78"/>
                <a:cs typeface="Simplified Arabic" panose="02020603050405020304" pitchFamily="18" charset="-78"/>
              </a:endParaRPr>
            </a:p>
          </p:txBody>
        </p:sp>
        <p:sp>
          <p:nvSpPr>
            <p:cNvPr id="5" name="مستطيل 50">
              <a:extLst>
                <a:ext uri="{FF2B5EF4-FFF2-40B4-BE49-F238E27FC236}">
                  <a16:creationId xmlns:a16="http://schemas.microsoft.com/office/drawing/2014/main" id="{CEE2A46F-A3E3-4BFF-9166-9329742EFB9E}"/>
                </a:ext>
              </a:extLst>
            </p:cNvPr>
            <p:cNvSpPr/>
            <p:nvPr/>
          </p:nvSpPr>
          <p:spPr>
            <a:xfrm>
              <a:off x="8363968" y="3226714"/>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ar-SY" sz="1200" b="1" dirty="0">
                  <a:solidFill>
                    <a:schemeClr val="tx1"/>
                  </a:solidFill>
                  <a:latin typeface="Simplified Arabic" panose="02020603050405020304" pitchFamily="18" charset="-78"/>
                  <a:cs typeface="Simplified Arabic" panose="02020603050405020304" pitchFamily="18" charset="-78"/>
                </a:rPr>
                <a:t>دائرة </a:t>
              </a:r>
              <a:r>
                <a:rPr lang="ar-SA" sz="1200" b="1" dirty="0">
                  <a:solidFill>
                    <a:schemeClr val="tx1"/>
                  </a:solidFill>
                  <a:latin typeface="Simplified Arabic" panose="02020603050405020304" pitchFamily="18" charset="-78"/>
                  <a:cs typeface="Simplified Arabic" panose="02020603050405020304" pitchFamily="18" charset="-78"/>
                </a:rPr>
                <a:t>العلاقات المجتمعية</a:t>
              </a:r>
            </a:p>
          </p:txBody>
        </p:sp>
        <p:sp>
          <p:nvSpPr>
            <p:cNvPr id="6" name="مستطيل 198">
              <a:extLst>
                <a:ext uri="{FF2B5EF4-FFF2-40B4-BE49-F238E27FC236}">
                  <a16:creationId xmlns:a16="http://schemas.microsoft.com/office/drawing/2014/main" id="{D00F6983-4AE1-489C-87D0-7140524D6B62}"/>
                </a:ext>
              </a:extLst>
            </p:cNvPr>
            <p:cNvSpPr/>
            <p:nvPr/>
          </p:nvSpPr>
          <p:spPr>
            <a:xfrm>
              <a:off x="4879617" y="673060"/>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b="1" dirty="0">
                  <a:solidFill>
                    <a:schemeClr val="tx1"/>
                  </a:solidFill>
                  <a:latin typeface="Simplified Arabic" panose="02020603050405020304" pitchFamily="18" charset="-78"/>
                  <a:cs typeface="Simplified Arabic" panose="02020603050405020304" pitchFamily="18" charset="-78"/>
                </a:rPr>
                <a:t>مدير</a:t>
              </a:r>
              <a:r>
                <a:rPr lang="ar-SY" b="1" dirty="0" err="1">
                  <a:solidFill>
                    <a:schemeClr val="tx1"/>
                  </a:solidFill>
                  <a:latin typeface="Simplified Arabic" panose="02020603050405020304" pitchFamily="18" charset="-78"/>
                  <a:cs typeface="Simplified Arabic" panose="02020603050405020304" pitchFamily="18" charset="-78"/>
                </a:rPr>
                <a:t>ية</a:t>
              </a:r>
              <a:r>
                <a:rPr lang="ar-SA" b="1" dirty="0">
                  <a:solidFill>
                    <a:schemeClr val="tx1"/>
                  </a:solidFill>
                  <a:latin typeface="Simplified Arabic" panose="02020603050405020304" pitchFamily="18" charset="-78"/>
                  <a:cs typeface="Simplified Arabic" panose="02020603050405020304" pitchFamily="18" charset="-78"/>
                </a:rPr>
                <a:t> العلاقات العامة</a:t>
              </a:r>
            </a:p>
          </p:txBody>
        </p:sp>
        <p:cxnSp>
          <p:nvCxnSpPr>
            <p:cNvPr id="7" name="موصل: على شكل مرفق 199">
              <a:extLst>
                <a:ext uri="{FF2B5EF4-FFF2-40B4-BE49-F238E27FC236}">
                  <a16:creationId xmlns:a16="http://schemas.microsoft.com/office/drawing/2014/main" id="{AB7EFB57-5D0A-4CE6-A911-4D52B7CC2191}"/>
                </a:ext>
              </a:extLst>
            </p:cNvPr>
            <p:cNvCxnSpPr>
              <a:cxnSpLocks/>
              <a:stCxn id="6" idx="2"/>
              <a:endCxn id="4" idx="0"/>
            </p:cNvCxnSpPr>
            <p:nvPr/>
          </p:nvCxnSpPr>
          <p:spPr>
            <a:xfrm rot="16200000" flipH="1">
              <a:off x="7736488" y="-301246"/>
              <a:ext cx="1995139" cy="502375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موصل: على شكل مرفق 203">
              <a:extLst>
                <a:ext uri="{FF2B5EF4-FFF2-40B4-BE49-F238E27FC236}">
                  <a16:creationId xmlns:a16="http://schemas.microsoft.com/office/drawing/2014/main" id="{069AD77B-90B2-4684-B14D-C30D9A78A69F}"/>
                </a:ext>
              </a:extLst>
            </p:cNvPr>
            <p:cNvCxnSpPr>
              <a:cxnSpLocks/>
              <a:stCxn id="6" idx="2"/>
              <a:endCxn id="5" idx="0"/>
            </p:cNvCxnSpPr>
            <p:nvPr/>
          </p:nvCxnSpPr>
          <p:spPr>
            <a:xfrm rot="16200000" flipH="1">
              <a:off x="6627482" y="807759"/>
              <a:ext cx="2013654" cy="282425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0" name="مستطيل 5">
              <a:extLst>
                <a:ext uri="{FF2B5EF4-FFF2-40B4-BE49-F238E27FC236}">
                  <a16:creationId xmlns:a16="http://schemas.microsoft.com/office/drawing/2014/main" id="{BB5225B4-A02E-438E-8EBA-8CDF66592B10}"/>
                </a:ext>
              </a:extLst>
            </p:cNvPr>
            <p:cNvSpPr/>
            <p:nvPr/>
          </p:nvSpPr>
          <p:spPr>
            <a:xfrm>
              <a:off x="2292687" y="320819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latin typeface="Simplified Arabic" panose="02020603050405020304" pitchFamily="18" charset="-78"/>
                  <a:cs typeface="Simplified Arabic" panose="02020603050405020304" pitchFamily="18" charset="-78"/>
                </a:rPr>
                <a:t>دائرة التسويق والتواصل الإلكتروني</a:t>
              </a:r>
            </a:p>
          </p:txBody>
        </p:sp>
        <p:cxnSp>
          <p:nvCxnSpPr>
            <p:cNvPr id="11" name="موصل: على شكل مرفق 135">
              <a:extLst>
                <a:ext uri="{FF2B5EF4-FFF2-40B4-BE49-F238E27FC236}">
                  <a16:creationId xmlns:a16="http://schemas.microsoft.com/office/drawing/2014/main" id="{D9633BEE-D97E-48E0-899A-E072B6454ECE}"/>
                </a:ext>
              </a:extLst>
            </p:cNvPr>
            <p:cNvCxnSpPr>
              <a:cxnSpLocks/>
              <a:stCxn id="6" idx="2"/>
              <a:endCxn id="10" idx="0"/>
            </p:cNvCxnSpPr>
            <p:nvPr/>
          </p:nvCxnSpPr>
          <p:spPr>
            <a:xfrm rot="5400000">
              <a:off x="3565866" y="551882"/>
              <a:ext cx="1995138" cy="331749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31">
              <a:extLst>
                <a:ext uri="{FF2B5EF4-FFF2-40B4-BE49-F238E27FC236}">
                  <a16:creationId xmlns:a16="http://schemas.microsoft.com/office/drawing/2014/main" id="{BBCA7B11-2E55-4D2E-8F00-258A84682B3C}"/>
                </a:ext>
              </a:extLst>
            </p:cNvPr>
            <p:cNvSpPr/>
            <p:nvPr/>
          </p:nvSpPr>
          <p:spPr>
            <a:xfrm>
              <a:off x="4342181"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latin typeface="Simplified Arabic" panose="02020603050405020304" pitchFamily="18" charset="-78"/>
                  <a:cs typeface="Simplified Arabic" panose="02020603050405020304" pitchFamily="18" charset="-78"/>
                </a:rPr>
                <a:t>دائرة الشكاوى والمقترحات</a:t>
              </a:r>
            </a:p>
          </p:txBody>
        </p:sp>
        <p:cxnSp>
          <p:nvCxnSpPr>
            <p:cNvPr id="14" name="موصل: على شكل مرفق 38">
              <a:extLst>
                <a:ext uri="{FF2B5EF4-FFF2-40B4-BE49-F238E27FC236}">
                  <a16:creationId xmlns:a16="http://schemas.microsoft.com/office/drawing/2014/main" id="{FEF509DE-286B-4CB6-9E06-4A72111ED025}"/>
                </a:ext>
              </a:extLst>
            </p:cNvPr>
            <p:cNvCxnSpPr>
              <a:cxnSpLocks/>
              <a:stCxn id="6" idx="2"/>
              <a:endCxn id="12" idx="0"/>
            </p:cNvCxnSpPr>
            <p:nvPr/>
          </p:nvCxnSpPr>
          <p:spPr>
            <a:xfrm rot="5400000">
              <a:off x="4590613" y="1576629"/>
              <a:ext cx="1995139" cy="126800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5" name="مستطيل 65">
              <a:extLst>
                <a:ext uri="{FF2B5EF4-FFF2-40B4-BE49-F238E27FC236}">
                  <a16:creationId xmlns:a16="http://schemas.microsoft.com/office/drawing/2014/main" id="{BD1ADE9C-9D2F-49B0-89C1-0D78C8C971AA}"/>
                </a:ext>
              </a:extLst>
            </p:cNvPr>
            <p:cNvSpPr/>
            <p:nvPr/>
          </p:nvSpPr>
          <p:spPr>
            <a:xfrm>
              <a:off x="3517167" y="1356403"/>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معاون </a:t>
              </a:r>
              <a:r>
                <a:rPr lang="ar-SA" sz="1200" b="1" dirty="0">
                  <a:solidFill>
                    <a:schemeClr val="tx1"/>
                  </a:solidFill>
                  <a:latin typeface="Simplified Arabic" panose="02020603050405020304" pitchFamily="18" charset="-78"/>
                  <a:cs typeface="Simplified Arabic" panose="02020603050405020304" pitchFamily="18" charset="-78"/>
                </a:rPr>
                <a:t>المدير</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16" name="مستطيل 46">
              <a:extLst>
                <a:ext uri="{FF2B5EF4-FFF2-40B4-BE49-F238E27FC236}">
                  <a16:creationId xmlns:a16="http://schemas.microsoft.com/office/drawing/2014/main" id="{DB28CAB1-C44B-42B2-8D01-42ABA23130F1}"/>
                </a:ext>
              </a:extLst>
            </p:cNvPr>
            <p:cNvSpPr/>
            <p:nvPr/>
          </p:nvSpPr>
          <p:spPr>
            <a:xfrm>
              <a:off x="403341" y="320819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latin typeface="Simplified Arabic" panose="02020603050405020304" pitchFamily="18" charset="-78"/>
                  <a:cs typeface="Simplified Arabic" panose="02020603050405020304" pitchFamily="18" charset="-78"/>
                </a:rPr>
                <a:t>دائرة </a:t>
              </a:r>
              <a:r>
                <a:rPr lang="ar-SY" sz="1200" b="1" dirty="0">
                  <a:solidFill>
                    <a:schemeClr val="tx1"/>
                  </a:solidFill>
                  <a:latin typeface="Simplified Arabic" panose="02020603050405020304" pitchFamily="18" charset="-78"/>
                  <a:cs typeface="Simplified Arabic" panose="02020603050405020304" pitchFamily="18" charset="-78"/>
                </a:rPr>
                <a:t>الاستقبال والضيافة</a:t>
              </a:r>
              <a:endParaRPr lang="ar-SA" sz="1200" b="1" dirty="0">
                <a:solidFill>
                  <a:schemeClr val="tx1"/>
                </a:solidFill>
                <a:latin typeface="Simplified Arabic" panose="02020603050405020304" pitchFamily="18" charset="-78"/>
                <a:cs typeface="Simplified Arabic" panose="02020603050405020304" pitchFamily="18" charset="-78"/>
              </a:endParaRPr>
            </a:p>
          </p:txBody>
        </p:sp>
        <p:sp>
          <p:nvSpPr>
            <p:cNvPr id="18" name="مستطيل 86">
              <a:extLst>
                <a:ext uri="{FF2B5EF4-FFF2-40B4-BE49-F238E27FC236}">
                  <a16:creationId xmlns:a16="http://schemas.microsoft.com/office/drawing/2014/main" id="{400DB8CC-F0BB-436C-B421-21EA0DC893CC}"/>
                </a:ext>
              </a:extLst>
            </p:cNvPr>
            <p:cNvSpPr/>
            <p:nvPr/>
          </p:nvSpPr>
          <p:spPr>
            <a:xfrm>
              <a:off x="6099513"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ar-SA" sz="1200" b="1" dirty="0">
                  <a:solidFill>
                    <a:schemeClr val="tx1"/>
                  </a:solidFill>
                  <a:latin typeface="Simplified Arabic" panose="02020603050405020304" pitchFamily="18" charset="-78"/>
                  <a:cs typeface="Simplified Arabic" panose="02020603050405020304" pitchFamily="18" charset="-78"/>
                </a:rPr>
                <a:t>دائرة تنظيم الفعاليات والتواصل الإعلامي</a:t>
              </a:r>
            </a:p>
          </p:txBody>
        </p:sp>
        <p:sp>
          <p:nvSpPr>
            <p:cNvPr id="20" name="مستطيل 109">
              <a:extLst>
                <a:ext uri="{FF2B5EF4-FFF2-40B4-BE49-F238E27FC236}">
                  <a16:creationId xmlns:a16="http://schemas.microsoft.com/office/drawing/2014/main" id="{481B99D1-5CF1-447F-B2C9-A80BC2A2EDCB}"/>
                </a:ext>
              </a:extLst>
            </p:cNvPr>
            <p:cNvSpPr/>
            <p:nvPr/>
          </p:nvSpPr>
          <p:spPr>
            <a:xfrm>
              <a:off x="6894861" y="411896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تنظيم الندوات</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1" name="مستطيل 111">
              <a:extLst>
                <a:ext uri="{FF2B5EF4-FFF2-40B4-BE49-F238E27FC236}">
                  <a16:creationId xmlns:a16="http://schemas.microsoft.com/office/drawing/2014/main" id="{3FB74476-672F-41A6-9668-AFA4CBE3BA26}"/>
                </a:ext>
              </a:extLst>
            </p:cNvPr>
            <p:cNvSpPr/>
            <p:nvPr/>
          </p:nvSpPr>
          <p:spPr>
            <a:xfrm>
              <a:off x="5971858" y="411896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تنسيق الإعلام</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2" name="مستطيل 112">
              <a:extLst>
                <a:ext uri="{FF2B5EF4-FFF2-40B4-BE49-F238E27FC236}">
                  <a16:creationId xmlns:a16="http://schemas.microsoft.com/office/drawing/2014/main" id="{BECC4C2B-5C5F-4D7C-BB94-1175A24706B3}"/>
                </a:ext>
              </a:extLst>
            </p:cNvPr>
            <p:cNvSpPr/>
            <p:nvPr/>
          </p:nvSpPr>
          <p:spPr>
            <a:xfrm>
              <a:off x="1135767"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تنظيم الاستقبال</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3" name="مستطيل 114">
              <a:extLst>
                <a:ext uri="{FF2B5EF4-FFF2-40B4-BE49-F238E27FC236}">
                  <a16:creationId xmlns:a16="http://schemas.microsoft.com/office/drawing/2014/main" id="{5E8B5119-18C8-4180-BC3E-719A92283C76}"/>
                </a:ext>
              </a:extLst>
            </p:cNvPr>
            <p:cNvSpPr/>
            <p:nvPr/>
          </p:nvSpPr>
          <p:spPr>
            <a:xfrm>
              <a:off x="220082" y="411377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خدمات الضيافة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4" name="مستطيل 116">
              <a:extLst>
                <a:ext uri="{FF2B5EF4-FFF2-40B4-BE49-F238E27FC236}">
                  <a16:creationId xmlns:a16="http://schemas.microsoft.com/office/drawing/2014/main" id="{E13BFBBA-CAA7-4860-9083-4B0D8B60DFE1}"/>
                </a:ext>
              </a:extLst>
            </p:cNvPr>
            <p:cNvSpPr/>
            <p:nvPr/>
          </p:nvSpPr>
          <p:spPr>
            <a:xfrm>
              <a:off x="4987388"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تلقي الشكاوى</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5" name="مستطيل 117">
              <a:extLst>
                <a:ext uri="{FF2B5EF4-FFF2-40B4-BE49-F238E27FC236}">
                  <a16:creationId xmlns:a16="http://schemas.microsoft.com/office/drawing/2014/main" id="{1B9AFFCD-6114-413B-83D4-2E87973F35C4}"/>
                </a:ext>
              </a:extLst>
            </p:cNvPr>
            <p:cNvSpPr/>
            <p:nvPr/>
          </p:nvSpPr>
          <p:spPr>
            <a:xfrm>
              <a:off x="4096421"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متابعة الحلول</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6" name="مستطيل 120">
              <a:extLst>
                <a:ext uri="{FF2B5EF4-FFF2-40B4-BE49-F238E27FC236}">
                  <a16:creationId xmlns:a16="http://schemas.microsoft.com/office/drawing/2014/main" id="{85ECFC4D-B707-4ADE-A99B-E80A347FA50F}"/>
                </a:ext>
              </a:extLst>
            </p:cNvPr>
            <p:cNvSpPr/>
            <p:nvPr/>
          </p:nvSpPr>
          <p:spPr>
            <a:xfrm>
              <a:off x="3148112" y="414949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الحملات الدعائية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7" name="مستطيل 121">
              <a:extLst>
                <a:ext uri="{FF2B5EF4-FFF2-40B4-BE49-F238E27FC236}">
                  <a16:creationId xmlns:a16="http://schemas.microsoft.com/office/drawing/2014/main" id="{C13416E5-29BB-4D42-BC40-DAFFCFC5A5E0}"/>
                </a:ext>
              </a:extLst>
            </p:cNvPr>
            <p:cNvSpPr/>
            <p:nvPr/>
          </p:nvSpPr>
          <p:spPr>
            <a:xfrm>
              <a:off x="2051452" y="4149496"/>
              <a:ext cx="944260"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ar-SA" sz="1200" dirty="0">
                  <a:solidFill>
                    <a:schemeClr val="tx1"/>
                  </a:solidFill>
                </a:rPr>
                <a:t>شعبة إدارة وسائل التواصل الاجتماعي</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8" name="مستطيل 122">
              <a:extLst>
                <a:ext uri="{FF2B5EF4-FFF2-40B4-BE49-F238E27FC236}">
                  <a16:creationId xmlns:a16="http://schemas.microsoft.com/office/drawing/2014/main" id="{A0E60548-8C5D-4304-BD35-2A41337ED8FA}"/>
                </a:ext>
              </a:extLst>
            </p:cNvPr>
            <p:cNvSpPr/>
            <p:nvPr/>
          </p:nvSpPr>
          <p:spPr>
            <a:xfrm>
              <a:off x="9212768" y="4137917"/>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العلاقات مع الجمعيات</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29" name="مستطيل 123">
              <a:extLst>
                <a:ext uri="{FF2B5EF4-FFF2-40B4-BE49-F238E27FC236}">
                  <a16:creationId xmlns:a16="http://schemas.microsoft.com/office/drawing/2014/main" id="{F5CD5600-8385-4E93-9898-9A13569EBE2B}"/>
                </a:ext>
              </a:extLst>
            </p:cNvPr>
            <p:cNvSpPr/>
            <p:nvPr/>
          </p:nvSpPr>
          <p:spPr>
            <a:xfrm>
              <a:off x="8201753"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الفعاليات المجتمعية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30" name="مستطيل 125">
              <a:extLst>
                <a:ext uri="{FF2B5EF4-FFF2-40B4-BE49-F238E27FC236}">
                  <a16:creationId xmlns:a16="http://schemas.microsoft.com/office/drawing/2014/main" id="{C25E2C6F-8807-4A6C-8FEF-9C775DA914FF}"/>
                </a:ext>
              </a:extLst>
            </p:cNvPr>
            <p:cNvSpPr/>
            <p:nvPr/>
          </p:nvSpPr>
          <p:spPr>
            <a:xfrm>
              <a:off x="11270258" y="411896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dirty="0">
                  <a:solidFill>
                    <a:schemeClr val="tx1"/>
                  </a:solidFill>
                  <a:latin typeface="Simplified Arabic" panose="02020603050405020304" pitchFamily="18" charset="-78"/>
                  <a:cs typeface="Simplified Arabic" panose="02020603050405020304" pitchFamily="18" charset="-78"/>
                </a:rPr>
                <a:t>شعبة المؤسسات الحكومية</a:t>
              </a:r>
            </a:p>
          </p:txBody>
        </p:sp>
        <p:sp>
          <p:nvSpPr>
            <p:cNvPr id="31" name="مستطيل 126">
              <a:extLst>
                <a:ext uri="{FF2B5EF4-FFF2-40B4-BE49-F238E27FC236}">
                  <a16:creationId xmlns:a16="http://schemas.microsoft.com/office/drawing/2014/main" id="{2DE21954-E0C1-41DC-9210-5EB33C9F6D2D}"/>
                </a:ext>
              </a:extLst>
            </p:cNvPr>
            <p:cNvSpPr/>
            <p:nvPr/>
          </p:nvSpPr>
          <p:spPr>
            <a:xfrm>
              <a:off x="10374125" y="411896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dirty="0">
                  <a:solidFill>
                    <a:schemeClr val="tx1"/>
                  </a:solidFill>
                  <a:latin typeface="Simplified Arabic" panose="02020603050405020304" pitchFamily="18" charset="-78"/>
                  <a:cs typeface="Simplified Arabic" panose="02020603050405020304" pitchFamily="18" charset="-78"/>
                </a:rPr>
                <a:t>شعبة التواصل الداخلي</a:t>
              </a:r>
            </a:p>
          </p:txBody>
        </p:sp>
        <p:cxnSp>
          <p:nvCxnSpPr>
            <p:cNvPr id="32" name="موصل: على شكل مرفق 17">
              <a:extLst>
                <a:ext uri="{FF2B5EF4-FFF2-40B4-BE49-F238E27FC236}">
                  <a16:creationId xmlns:a16="http://schemas.microsoft.com/office/drawing/2014/main" id="{C024C157-DBF2-4620-A553-6BB9BD43E0E0}"/>
                </a:ext>
              </a:extLst>
            </p:cNvPr>
            <p:cNvCxnSpPr>
              <a:cxnSpLocks/>
              <a:stCxn id="16" idx="2"/>
              <a:endCxn id="23" idx="0"/>
            </p:cNvCxnSpPr>
            <p:nvPr/>
          </p:nvCxnSpPr>
          <p:spPr>
            <a:xfrm rot="5400000">
              <a:off x="630723" y="3729156"/>
              <a:ext cx="365577" cy="40366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موصل: على شكل مرفق 93">
              <a:extLst>
                <a:ext uri="{FF2B5EF4-FFF2-40B4-BE49-F238E27FC236}">
                  <a16:creationId xmlns:a16="http://schemas.microsoft.com/office/drawing/2014/main" id="{77843F13-89F7-48C4-BB34-A1B894AEDC6F}"/>
                </a:ext>
              </a:extLst>
            </p:cNvPr>
            <p:cNvCxnSpPr>
              <a:cxnSpLocks/>
              <a:stCxn id="16" idx="2"/>
              <a:endCxn id="22" idx="0"/>
            </p:cNvCxnSpPr>
            <p:nvPr/>
          </p:nvCxnSpPr>
          <p:spPr>
            <a:xfrm rot="16200000" flipH="1">
              <a:off x="1089284" y="3674255"/>
              <a:ext cx="364138" cy="5120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4" name="موصل: على شكل مرفق 76">
              <a:extLst>
                <a:ext uri="{FF2B5EF4-FFF2-40B4-BE49-F238E27FC236}">
                  <a16:creationId xmlns:a16="http://schemas.microsoft.com/office/drawing/2014/main" id="{4CC6C02B-3DC1-48F9-815B-E161CBDACC48}"/>
                </a:ext>
              </a:extLst>
            </p:cNvPr>
            <p:cNvCxnSpPr>
              <a:cxnSpLocks/>
              <a:stCxn id="18" idx="2"/>
              <a:endCxn id="20" idx="0"/>
            </p:cNvCxnSpPr>
            <p:nvPr/>
          </p:nvCxnSpPr>
          <p:spPr>
            <a:xfrm rot="16200000" flipH="1">
              <a:off x="6813604" y="3646108"/>
              <a:ext cx="370765" cy="57494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5" name="موصل: على شكل مرفق 76">
              <a:extLst>
                <a:ext uri="{FF2B5EF4-FFF2-40B4-BE49-F238E27FC236}">
                  <a16:creationId xmlns:a16="http://schemas.microsoft.com/office/drawing/2014/main" id="{22960240-AB43-4ECF-92CD-2160F1DFBAF7}"/>
                </a:ext>
              </a:extLst>
            </p:cNvPr>
            <p:cNvCxnSpPr>
              <a:cxnSpLocks/>
              <a:stCxn id="18" idx="2"/>
              <a:endCxn id="21" idx="0"/>
            </p:cNvCxnSpPr>
            <p:nvPr/>
          </p:nvCxnSpPr>
          <p:spPr>
            <a:xfrm rot="5400000">
              <a:off x="6352103" y="3759553"/>
              <a:ext cx="370765" cy="34805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6" name="موصل: على شكل مرفق 17">
              <a:extLst>
                <a:ext uri="{FF2B5EF4-FFF2-40B4-BE49-F238E27FC236}">
                  <a16:creationId xmlns:a16="http://schemas.microsoft.com/office/drawing/2014/main" id="{B3ACD286-C812-4790-BE54-E93CAF1C8BE5}"/>
                </a:ext>
              </a:extLst>
            </p:cNvPr>
            <p:cNvCxnSpPr>
              <a:cxnSpLocks/>
              <a:stCxn id="4" idx="2"/>
              <a:endCxn id="31" idx="0"/>
            </p:cNvCxnSpPr>
            <p:nvPr/>
          </p:nvCxnSpPr>
          <p:spPr>
            <a:xfrm rot="5400000">
              <a:off x="10820445" y="3693478"/>
              <a:ext cx="370766" cy="48020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موصل: على شكل مرفق 93">
              <a:extLst>
                <a:ext uri="{FF2B5EF4-FFF2-40B4-BE49-F238E27FC236}">
                  <a16:creationId xmlns:a16="http://schemas.microsoft.com/office/drawing/2014/main" id="{06EFCA89-E97C-4B0D-917A-C4EDAF43C4C0}"/>
                </a:ext>
              </a:extLst>
            </p:cNvPr>
            <p:cNvCxnSpPr>
              <a:cxnSpLocks/>
              <a:stCxn id="4" idx="2"/>
              <a:endCxn id="30" idx="0"/>
            </p:cNvCxnSpPr>
            <p:nvPr/>
          </p:nvCxnSpPr>
          <p:spPr>
            <a:xfrm rot="16200000" flipH="1">
              <a:off x="11268512" y="3725619"/>
              <a:ext cx="370765" cy="4159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8" name="موصل: على شكل مرفق 17">
              <a:extLst>
                <a:ext uri="{FF2B5EF4-FFF2-40B4-BE49-F238E27FC236}">
                  <a16:creationId xmlns:a16="http://schemas.microsoft.com/office/drawing/2014/main" id="{3E95E918-ED95-49C9-A36B-32EA64811264}"/>
                </a:ext>
              </a:extLst>
            </p:cNvPr>
            <p:cNvCxnSpPr>
              <a:cxnSpLocks/>
              <a:stCxn id="5" idx="2"/>
              <a:endCxn id="29" idx="0"/>
            </p:cNvCxnSpPr>
            <p:nvPr/>
          </p:nvCxnSpPr>
          <p:spPr>
            <a:xfrm rot="5400000">
              <a:off x="8647083" y="3712981"/>
              <a:ext cx="345623" cy="45308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موصل: على شكل مرفق 93">
              <a:extLst>
                <a:ext uri="{FF2B5EF4-FFF2-40B4-BE49-F238E27FC236}">
                  <a16:creationId xmlns:a16="http://schemas.microsoft.com/office/drawing/2014/main" id="{2691DDC5-2D8A-47EB-8D46-6A3D90C54220}"/>
                </a:ext>
              </a:extLst>
            </p:cNvPr>
            <p:cNvCxnSpPr>
              <a:cxnSpLocks/>
              <a:stCxn id="5" idx="2"/>
              <a:endCxn id="28" idx="0"/>
            </p:cNvCxnSpPr>
            <p:nvPr/>
          </p:nvCxnSpPr>
          <p:spPr>
            <a:xfrm rot="16200000" flipH="1">
              <a:off x="9139799" y="3673350"/>
              <a:ext cx="371204" cy="55792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0" name="موصل: على شكل مرفق 17">
              <a:extLst>
                <a:ext uri="{FF2B5EF4-FFF2-40B4-BE49-F238E27FC236}">
                  <a16:creationId xmlns:a16="http://schemas.microsoft.com/office/drawing/2014/main" id="{6ED607A6-A973-4BF1-8E78-7E29F91CDC4D}"/>
                </a:ext>
              </a:extLst>
            </p:cNvPr>
            <p:cNvCxnSpPr>
              <a:cxnSpLocks/>
              <a:stCxn id="12" idx="2"/>
              <a:endCxn id="25" idx="0"/>
            </p:cNvCxnSpPr>
            <p:nvPr/>
          </p:nvCxnSpPr>
          <p:spPr>
            <a:xfrm rot="5400000">
              <a:off x="4539032" y="3697186"/>
              <a:ext cx="364137" cy="46616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1" name="موصل: على شكل مرفق 93">
              <a:extLst>
                <a:ext uri="{FF2B5EF4-FFF2-40B4-BE49-F238E27FC236}">
                  <a16:creationId xmlns:a16="http://schemas.microsoft.com/office/drawing/2014/main" id="{81497807-056D-43DF-BF95-9A8EB25D2444}"/>
                </a:ext>
              </a:extLst>
            </p:cNvPr>
            <p:cNvCxnSpPr>
              <a:cxnSpLocks/>
              <a:stCxn id="12" idx="2"/>
              <a:endCxn id="24" idx="0"/>
            </p:cNvCxnSpPr>
            <p:nvPr/>
          </p:nvCxnSpPr>
          <p:spPr>
            <a:xfrm rot="16200000" flipH="1">
              <a:off x="4984515" y="3717864"/>
              <a:ext cx="364137" cy="42480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2" name="موصل: على شكل مرفق 17">
              <a:extLst>
                <a:ext uri="{FF2B5EF4-FFF2-40B4-BE49-F238E27FC236}">
                  <a16:creationId xmlns:a16="http://schemas.microsoft.com/office/drawing/2014/main" id="{2C840945-AE83-45D8-8554-7C83302AF213}"/>
                </a:ext>
              </a:extLst>
            </p:cNvPr>
            <p:cNvCxnSpPr>
              <a:cxnSpLocks/>
              <a:stCxn id="10" idx="2"/>
              <a:endCxn id="27" idx="0"/>
            </p:cNvCxnSpPr>
            <p:nvPr/>
          </p:nvCxnSpPr>
          <p:spPr>
            <a:xfrm rot="5400000">
              <a:off x="2513486" y="3758295"/>
              <a:ext cx="401298" cy="38110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3" name="موصل: على شكل مرفق 93">
              <a:extLst>
                <a:ext uri="{FF2B5EF4-FFF2-40B4-BE49-F238E27FC236}">
                  <a16:creationId xmlns:a16="http://schemas.microsoft.com/office/drawing/2014/main" id="{1CA1C38B-E0D6-42A1-A759-0181CBF2A8C7}"/>
                </a:ext>
              </a:extLst>
            </p:cNvPr>
            <p:cNvCxnSpPr>
              <a:cxnSpLocks/>
              <a:stCxn id="10" idx="2"/>
              <a:endCxn id="26" idx="0"/>
            </p:cNvCxnSpPr>
            <p:nvPr/>
          </p:nvCxnSpPr>
          <p:spPr>
            <a:xfrm rot="16200000" flipH="1">
              <a:off x="3021550" y="3631334"/>
              <a:ext cx="401297" cy="63502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47" name="موصل: على شكل مرفق 199">
            <a:extLst>
              <a:ext uri="{FF2B5EF4-FFF2-40B4-BE49-F238E27FC236}">
                <a16:creationId xmlns:a16="http://schemas.microsoft.com/office/drawing/2014/main" id="{0E80ADF2-5DF8-48BF-ABCB-FD92B230334D}"/>
              </a:ext>
            </a:extLst>
          </p:cNvPr>
          <p:cNvCxnSpPr>
            <a:cxnSpLocks/>
            <a:stCxn id="6" idx="2"/>
            <a:endCxn id="15" idx="3"/>
          </p:cNvCxnSpPr>
          <p:nvPr/>
        </p:nvCxnSpPr>
        <p:spPr>
          <a:xfrm rot="5400000">
            <a:off x="5247294" y="706934"/>
            <a:ext cx="413343" cy="148101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موصل: على شكل مرفق 199">
            <a:extLst>
              <a:ext uri="{FF2B5EF4-FFF2-40B4-BE49-F238E27FC236}">
                <a16:creationId xmlns:a16="http://schemas.microsoft.com/office/drawing/2014/main" id="{E839E99E-85B2-4396-BCF1-F2778EFA77A6}"/>
              </a:ext>
            </a:extLst>
          </p:cNvPr>
          <p:cNvCxnSpPr>
            <a:cxnSpLocks/>
            <a:stCxn id="6" idx="2"/>
            <a:endCxn id="18" idx="0"/>
          </p:cNvCxnSpPr>
          <p:nvPr/>
        </p:nvCxnSpPr>
        <p:spPr>
          <a:xfrm rot="16200000" flipH="1">
            <a:off x="5441568" y="1993673"/>
            <a:ext cx="1995139" cy="48933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موصل: على شكل مرفق 199">
            <a:extLst>
              <a:ext uri="{FF2B5EF4-FFF2-40B4-BE49-F238E27FC236}">
                <a16:creationId xmlns:a16="http://schemas.microsoft.com/office/drawing/2014/main" id="{2C5E80E4-3AAB-41E7-8665-EFF479AC1AA6}"/>
              </a:ext>
            </a:extLst>
          </p:cNvPr>
          <p:cNvCxnSpPr>
            <a:cxnSpLocks/>
            <a:stCxn id="6" idx="2"/>
            <a:endCxn id="16" idx="0"/>
          </p:cNvCxnSpPr>
          <p:nvPr/>
        </p:nvCxnSpPr>
        <p:spPr>
          <a:xfrm rot="5400000">
            <a:off x="2593483" y="-365081"/>
            <a:ext cx="1995138" cy="520684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A11FABB8-AAB0-8593-055E-E1955953A2C8}"/>
              </a:ext>
            </a:extLst>
          </p:cNvPr>
          <p:cNvSpPr>
            <a:spLocks noGrp="1"/>
          </p:cNvSpPr>
          <p:nvPr>
            <p:ph type="dt" sz="half" idx="10"/>
          </p:nvPr>
        </p:nvSpPr>
        <p:spPr/>
        <p:txBody>
          <a:bodyPr/>
          <a:lstStyle/>
          <a:p>
            <a:fld id="{142D1C38-A436-4990-929B-1A34FF080A6D}" type="datetime8">
              <a:rPr lang="ar-SY" smtClean="0"/>
              <a:t>28 تشرين الأول، 26</a:t>
            </a:fld>
            <a:endParaRPr lang="ar-SY" dirty="0"/>
          </a:p>
        </p:txBody>
      </p:sp>
      <p:sp>
        <p:nvSpPr>
          <p:cNvPr id="8" name="Footer Placeholder 7">
            <a:extLst>
              <a:ext uri="{FF2B5EF4-FFF2-40B4-BE49-F238E27FC236}">
                <a16:creationId xmlns:a16="http://schemas.microsoft.com/office/drawing/2014/main" id="{40BFBE15-441F-EAF4-8B91-966FAFBB7D1F}"/>
              </a:ext>
            </a:extLst>
          </p:cNvPr>
          <p:cNvSpPr>
            <a:spLocks noGrp="1"/>
          </p:cNvSpPr>
          <p:nvPr>
            <p:ph type="ftr" sz="quarter" idx="11"/>
          </p:nvPr>
        </p:nvSpPr>
        <p:spPr/>
        <p:txBody>
          <a:bodyPr/>
          <a:lstStyle/>
          <a:p>
            <a:r>
              <a:rPr lang="ar-SY"/>
              <a:t>التعريف العام بمحافظة دمشق</a:t>
            </a:r>
          </a:p>
        </p:txBody>
      </p:sp>
      <p:sp>
        <p:nvSpPr>
          <p:cNvPr id="13" name="Slide Number Placeholder 12">
            <a:extLst>
              <a:ext uri="{FF2B5EF4-FFF2-40B4-BE49-F238E27FC236}">
                <a16:creationId xmlns:a16="http://schemas.microsoft.com/office/drawing/2014/main" id="{F9B4E950-72E0-478C-99F2-5FF52BCEC1C6}"/>
              </a:ext>
            </a:extLst>
          </p:cNvPr>
          <p:cNvSpPr>
            <a:spLocks noGrp="1"/>
          </p:cNvSpPr>
          <p:nvPr>
            <p:ph type="sldNum" sz="quarter" idx="12"/>
          </p:nvPr>
        </p:nvSpPr>
        <p:spPr/>
        <p:txBody>
          <a:bodyPr/>
          <a:lstStyle/>
          <a:p>
            <a:fld id="{065EBCF0-071A-41B4-9C48-9ADF70E893B6}" type="slidenum">
              <a:rPr lang="ar-SY" smtClean="0"/>
              <a:pPr/>
              <a:t>40</a:t>
            </a:fld>
            <a:endParaRPr lang="ar-SY" dirty="0"/>
          </a:p>
        </p:txBody>
      </p:sp>
    </p:spTree>
    <p:extLst>
      <p:ext uri="{BB962C8B-B14F-4D97-AF65-F5344CB8AC3E}">
        <p14:creationId xmlns:p14="http://schemas.microsoft.com/office/powerpoint/2010/main" val="31575017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095E1-C399-1238-E6C8-86FFD7C5B4FD}"/>
              </a:ext>
            </a:extLst>
          </p:cNvPr>
          <p:cNvSpPr>
            <a:spLocks noGrp="1"/>
          </p:cNvSpPr>
          <p:nvPr>
            <p:ph type="title"/>
          </p:nvPr>
        </p:nvSpPr>
        <p:spPr/>
        <p:txBody>
          <a:bodyPr>
            <a:normAutofit/>
          </a:bodyPr>
          <a:lstStyle/>
          <a:p>
            <a:r>
              <a:rPr lang="ar-SY" dirty="0"/>
              <a:t>مديرية الإعلام</a:t>
            </a:r>
          </a:p>
        </p:txBody>
      </p:sp>
      <p:sp>
        <p:nvSpPr>
          <p:cNvPr id="6" name="Content Placeholder 5">
            <a:extLst>
              <a:ext uri="{FF2B5EF4-FFF2-40B4-BE49-F238E27FC236}">
                <a16:creationId xmlns:a16="http://schemas.microsoft.com/office/drawing/2014/main" id="{7DE436B6-6BCA-977E-B086-9E36093DCBAA}"/>
              </a:ext>
            </a:extLst>
          </p:cNvPr>
          <p:cNvSpPr>
            <a:spLocks noGrp="1"/>
          </p:cNvSpPr>
          <p:nvPr>
            <p:ph idx="1"/>
          </p:nvPr>
        </p:nvSpPr>
        <p:spPr/>
        <p:txBody>
          <a:bodyPr>
            <a:normAutofit fontScale="77500" lnSpcReduction="20000"/>
          </a:bodyPr>
          <a:lstStyle/>
          <a:p>
            <a:pPr marL="0" indent="0">
              <a:buNone/>
            </a:pPr>
            <a:r>
              <a:rPr lang="ar-SY" dirty="0"/>
              <a:t>هي الجهة المسؤولة عن إدارة وتنفيذ السياسة الإعلامية الرسمية للمحافظة، من خلال إنتاج المحتوى الإعلامي والترويجي، وتمثيل المحافظة في مختلف الوسائل الإعلانية، وتوثيق النشاطات والمناسبات بصرياً، بالإضافة إلى إدارة المنصات الإعلامية الرسمية (كالصحف، والموقع الإلكتروني، وحسابات التواصل الاجتماعي)، والتنسيق مع وسائل الإعلام والإعلان لتغطية ونشر أخبار وخدمات المحافظة بشكل مهني ومتوازن.</a:t>
            </a:r>
          </a:p>
          <a:p>
            <a:pPr marL="0" indent="0">
              <a:buNone/>
            </a:pPr>
            <a:r>
              <a:rPr lang="ar-SY" dirty="0"/>
              <a:t>تسعى المديرية إلى تعزيز حضور محافظة دمشق إعلامياً، وتقديم صورة واقعية وواضحة عن الخدمات والإنجازات والقرارات، بما يخدم المواطنين ويعزز الشفافية والتواصل</a:t>
            </a:r>
          </a:p>
          <a:p>
            <a:pPr marL="0" indent="0">
              <a:buNone/>
            </a:pPr>
            <a:endParaRPr lang="ar-SY" dirty="0"/>
          </a:p>
        </p:txBody>
      </p:sp>
      <p:sp>
        <p:nvSpPr>
          <p:cNvPr id="2" name="Date Placeholder 1">
            <a:extLst>
              <a:ext uri="{FF2B5EF4-FFF2-40B4-BE49-F238E27FC236}">
                <a16:creationId xmlns:a16="http://schemas.microsoft.com/office/drawing/2014/main" id="{0BDAEAC4-811D-514B-9207-12F5A52BC0A1}"/>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32754E40-2496-5B39-6EC6-211FE3F1EE72}"/>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B2E25D56-F849-A5FC-646A-CC090C85EDEE}"/>
              </a:ext>
            </a:extLst>
          </p:cNvPr>
          <p:cNvSpPr>
            <a:spLocks noGrp="1"/>
          </p:cNvSpPr>
          <p:nvPr>
            <p:ph type="sldNum" sz="quarter" idx="12"/>
          </p:nvPr>
        </p:nvSpPr>
        <p:spPr/>
        <p:txBody>
          <a:bodyPr/>
          <a:lstStyle/>
          <a:p>
            <a:fld id="{065EBCF0-071A-41B4-9C48-9ADF70E893B6}" type="slidenum">
              <a:rPr lang="ar-SY" smtClean="0"/>
              <a:pPr/>
              <a:t>41</a:t>
            </a:fld>
            <a:endParaRPr lang="ar-SY" dirty="0"/>
          </a:p>
        </p:txBody>
      </p:sp>
    </p:spTree>
    <p:extLst>
      <p:ext uri="{BB962C8B-B14F-4D97-AF65-F5344CB8AC3E}">
        <p14:creationId xmlns:p14="http://schemas.microsoft.com/office/powerpoint/2010/main" val="3229819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F41422D-54CF-487D-902D-99095ED4C860}"/>
              </a:ext>
            </a:extLst>
          </p:cNvPr>
          <p:cNvGrpSpPr/>
          <p:nvPr/>
        </p:nvGrpSpPr>
        <p:grpSpPr>
          <a:xfrm>
            <a:off x="1286262" y="771223"/>
            <a:ext cx="9952082" cy="3894589"/>
            <a:chOff x="2101372" y="859737"/>
            <a:chExt cx="9952082" cy="3894589"/>
          </a:xfrm>
        </p:grpSpPr>
        <p:sp>
          <p:nvSpPr>
            <p:cNvPr id="3" name="مستطيل 12">
              <a:extLst>
                <a:ext uri="{FF2B5EF4-FFF2-40B4-BE49-F238E27FC236}">
                  <a16:creationId xmlns:a16="http://schemas.microsoft.com/office/drawing/2014/main" id="{1C68C0E1-E54E-4110-9688-8AF25C1FD9DE}"/>
                </a:ext>
              </a:extLst>
            </p:cNvPr>
            <p:cNvSpPr/>
            <p:nvPr/>
          </p:nvSpPr>
          <p:spPr>
            <a:xfrm>
              <a:off x="10633932"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الإنتاج الإعلامي</a:t>
              </a:r>
              <a:endParaRPr lang="en-US" sz="1200" b="1" dirty="0">
                <a:solidFill>
                  <a:schemeClr val="tx1"/>
                </a:solidFill>
                <a:latin typeface="Simplified Arabic" panose="02020603050405020304" pitchFamily="18" charset="-78"/>
                <a:cs typeface="Simplified Arabic" panose="02020603050405020304" pitchFamily="18" charset="-78"/>
              </a:endParaRPr>
            </a:p>
          </p:txBody>
        </p:sp>
        <p:sp>
          <p:nvSpPr>
            <p:cNvPr id="4" name="مستطيل 50">
              <a:extLst>
                <a:ext uri="{FF2B5EF4-FFF2-40B4-BE49-F238E27FC236}">
                  <a16:creationId xmlns:a16="http://schemas.microsoft.com/office/drawing/2014/main" id="{D495CAE0-B3B8-459D-A6A3-E723E0141D93}"/>
                </a:ext>
              </a:extLst>
            </p:cNvPr>
            <p:cNvSpPr/>
            <p:nvPr/>
          </p:nvSpPr>
          <p:spPr>
            <a:xfrm>
              <a:off x="8031230" y="3208201"/>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التوثيق البصري والأرشيف</a:t>
              </a:r>
              <a:endParaRPr lang="ar-SA" sz="1200" b="1" dirty="0">
                <a:solidFill>
                  <a:schemeClr val="tx1"/>
                </a:solidFill>
                <a:latin typeface="Simplified Arabic" panose="02020603050405020304" pitchFamily="18" charset="-78"/>
                <a:cs typeface="Simplified Arabic" panose="02020603050405020304" pitchFamily="18" charset="-78"/>
              </a:endParaRPr>
            </a:p>
          </p:txBody>
        </p:sp>
        <p:sp>
          <p:nvSpPr>
            <p:cNvPr id="5" name="مستطيل 198">
              <a:extLst>
                <a:ext uri="{FF2B5EF4-FFF2-40B4-BE49-F238E27FC236}">
                  <a16:creationId xmlns:a16="http://schemas.microsoft.com/office/drawing/2014/main" id="{45FE7837-A30E-4BDF-B101-9C4769FB747D}"/>
                </a:ext>
              </a:extLst>
            </p:cNvPr>
            <p:cNvSpPr/>
            <p:nvPr/>
          </p:nvSpPr>
          <p:spPr>
            <a:xfrm>
              <a:off x="6008227" y="859737"/>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b="1" dirty="0">
                  <a:solidFill>
                    <a:schemeClr val="tx1"/>
                  </a:solidFill>
                  <a:latin typeface="Simplified Arabic" panose="02020603050405020304" pitchFamily="18" charset="-78"/>
                  <a:cs typeface="Simplified Arabic" panose="02020603050405020304" pitchFamily="18" charset="-78"/>
                </a:rPr>
                <a:t>مدير</a:t>
              </a:r>
              <a:r>
                <a:rPr lang="ar-SY" b="1" dirty="0" err="1">
                  <a:solidFill>
                    <a:schemeClr val="tx1"/>
                  </a:solidFill>
                  <a:latin typeface="Simplified Arabic" panose="02020603050405020304" pitchFamily="18" charset="-78"/>
                  <a:cs typeface="Simplified Arabic" panose="02020603050405020304" pitchFamily="18" charset="-78"/>
                </a:rPr>
                <a:t>ية</a:t>
              </a:r>
              <a:r>
                <a:rPr lang="ar-SA" b="1" dirty="0">
                  <a:solidFill>
                    <a:schemeClr val="tx1"/>
                  </a:solidFill>
                  <a:latin typeface="Simplified Arabic" panose="02020603050405020304" pitchFamily="18" charset="-78"/>
                  <a:cs typeface="Simplified Arabic" panose="02020603050405020304" pitchFamily="18" charset="-78"/>
                </a:rPr>
                <a:t> ال</a:t>
              </a:r>
              <a:r>
                <a:rPr lang="ar-SY" b="1" dirty="0">
                  <a:solidFill>
                    <a:schemeClr val="tx1"/>
                  </a:solidFill>
                  <a:latin typeface="Simplified Arabic" panose="02020603050405020304" pitchFamily="18" charset="-78"/>
                  <a:cs typeface="Simplified Arabic" panose="02020603050405020304" pitchFamily="18" charset="-78"/>
                </a:rPr>
                <a:t>إعلام</a:t>
              </a:r>
              <a:endParaRPr lang="ar-SA" b="1" dirty="0">
                <a:solidFill>
                  <a:schemeClr val="tx1"/>
                </a:solidFill>
                <a:latin typeface="Simplified Arabic" panose="02020603050405020304" pitchFamily="18" charset="-78"/>
                <a:cs typeface="Simplified Arabic" panose="02020603050405020304" pitchFamily="18" charset="-78"/>
              </a:endParaRPr>
            </a:p>
          </p:txBody>
        </p:sp>
        <p:cxnSp>
          <p:nvCxnSpPr>
            <p:cNvPr id="6" name="موصل: على شكل مرفق 199">
              <a:extLst>
                <a:ext uri="{FF2B5EF4-FFF2-40B4-BE49-F238E27FC236}">
                  <a16:creationId xmlns:a16="http://schemas.microsoft.com/office/drawing/2014/main" id="{C93FD571-9805-4612-BD5E-F7F4E115868D}"/>
                </a:ext>
              </a:extLst>
            </p:cNvPr>
            <p:cNvCxnSpPr>
              <a:cxnSpLocks/>
              <a:stCxn id="5" idx="2"/>
              <a:endCxn id="3" idx="0"/>
            </p:cNvCxnSpPr>
            <p:nvPr/>
          </p:nvCxnSpPr>
          <p:spPr>
            <a:xfrm rot="16200000" flipH="1">
              <a:off x="8394131" y="356398"/>
              <a:ext cx="1808462" cy="389514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 name="موصل: على شكل مرفق 203">
              <a:extLst>
                <a:ext uri="{FF2B5EF4-FFF2-40B4-BE49-F238E27FC236}">
                  <a16:creationId xmlns:a16="http://schemas.microsoft.com/office/drawing/2014/main" id="{B1AAB149-2DDC-4D5B-97D1-9E5BE634D477}"/>
                </a:ext>
              </a:extLst>
            </p:cNvPr>
            <p:cNvCxnSpPr>
              <a:cxnSpLocks/>
              <a:stCxn id="5" idx="2"/>
              <a:endCxn id="4" idx="0"/>
            </p:cNvCxnSpPr>
            <p:nvPr/>
          </p:nvCxnSpPr>
          <p:spPr>
            <a:xfrm rot="16200000" flipH="1">
              <a:off x="7128013" y="1622515"/>
              <a:ext cx="1808464" cy="136290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8" name="مستطيل 31">
              <a:extLst>
                <a:ext uri="{FF2B5EF4-FFF2-40B4-BE49-F238E27FC236}">
                  <a16:creationId xmlns:a16="http://schemas.microsoft.com/office/drawing/2014/main" id="{3D2FCF9A-99FB-4714-8A95-8512BF632A28}"/>
                </a:ext>
              </a:extLst>
            </p:cNvPr>
            <p:cNvSpPr/>
            <p:nvPr/>
          </p:nvSpPr>
          <p:spPr>
            <a:xfrm>
              <a:off x="2347132"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التنسيق الإعلامي </a:t>
              </a:r>
              <a:r>
                <a:rPr lang="ar-SY" sz="1200" b="1" dirty="0">
                  <a:solidFill>
                    <a:schemeClr val="tx1"/>
                  </a:solidFill>
                </a:rPr>
                <a:t>والإعلاني</a:t>
              </a:r>
              <a:endParaRPr lang="ar-SA" sz="1200" b="1" dirty="0">
                <a:solidFill>
                  <a:schemeClr val="tx1"/>
                </a:solidFill>
                <a:latin typeface="Simplified Arabic" panose="02020603050405020304" pitchFamily="18" charset="-78"/>
                <a:cs typeface="Simplified Arabic" panose="02020603050405020304" pitchFamily="18" charset="-78"/>
              </a:endParaRPr>
            </a:p>
          </p:txBody>
        </p:sp>
        <p:cxnSp>
          <p:nvCxnSpPr>
            <p:cNvPr id="9" name="موصل: على شكل مرفق 38">
              <a:extLst>
                <a:ext uri="{FF2B5EF4-FFF2-40B4-BE49-F238E27FC236}">
                  <a16:creationId xmlns:a16="http://schemas.microsoft.com/office/drawing/2014/main" id="{F1ADADAD-6596-46EF-9956-DAC99289EDEB}"/>
                </a:ext>
              </a:extLst>
            </p:cNvPr>
            <p:cNvCxnSpPr>
              <a:cxnSpLocks/>
              <a:stCxn id="5" idx="2"/>
              <a:endCxn id="8" idx="0"/>
            </p:cNvCxnSpPr>
            <p:nvPr/>
          </p:nvCxnSpPr>
          <p:spPr>
            <a:xfrm rot="5400000">
              <a:off x="4250731" y="108138"/>
              <a:ext cx="1808462" cy="439166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0" name="مستطيل 86">
              <a:extLst>
                <a:ext uri="{FF2B5EF4-FFF2-40B4-BE49-F238E27FC236}">
                  <a16:creationId xmlns:a16="http://schemas.microsoft.com/office/drawing/2014/main" id="{31DCE19A-11B4-47FC-8285-3585A79ECE40}"/>
                </a:ext>
              </a:extLst>
            </p:cNvPr>
            <p:cNvSpPr/>
            <p:nvPr/>
          </p:nvSpPr>
          <p:spPr>
            <a:xfrm>
              <a:off x="5418844" y="3217062"/>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الإعلام الرقمي وإدارة المنصات</a:t>
              </a:r>
              <a:endParaRPr lang="ar-SA" sz="1200" b="1" dirty="0">
                <a:solidFill>
                  <a:schemeClr val="tx1"/>
                </a:solidFill>
                <a:latin typeface="Simplified Arabic" panose="02020603050405020304" pitchFamily="18" charset="-78"/>
                <a:cs typeface="Simplified Arabic" panose="02020603050405020304" pitchFamily="18" charset="-78"/>
              </a:endParaRPr>
            </a:p>
          </p:txBody>
        </p:sp>
        <p:sp>
          <p:nvSpPr>
            <p:cNvPr id="12" name="مستطيل 109">
              <a:extLst>
                <a:ext uri="{FF2B5EF4-FFF2-40B4-BE49-F238E27FC236}">
                  <a16:creationId xmlns:a16="http://schemas.microsoft.com/office/drawing/2014/main" id="{21E71247-E6FC-4C81-9D89-65484273CC49}"/>
                </a:ext>
              </a:extLst>
            </p:cNvPr>
            <p:cNvSpPr/>
            <p:nvPr/>
          </p:nvSpPr>
          <p:spPr>
            <a:xfrm>
              <a:off x="6504059" y="4127827"/>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a:t>
              </a:r>
              <a:endParaRPr lang="ar-SY" sz="1200" dirty="0">
                <a:solidFill>
                  <a:schemeClr val="tx1"/>
                </a:solidFill>
              </a:endParaRPr>
            </a:p>
            <a:p>
              <a:pPr algn="ctr"/>
              <a:r>
                <a:rPr lang="ar-SA" sz="1200" b="1" dirty="0">
                  <a:solidFill>
                    <a:schemeClr val="tx1"/>
                  </a:solidFill>
                </a:rPr>
                <a:t>إدارة الموقع الإلكتروني</a:t>
              </a:r>
              <a:endParaRPr lang="ar-SA" sz="1200" dirty="0">
                <a:solidFill>
                  <a:schemeClr val="tx1"/>
                </a:solidFill>
              </a:endParaRPr>
            </a:p>
          </p:txBody>
        </p:sp>
        <p:sp>
          <p:nvSpPr>
            <p:cNvPr id="13" name="مستطيل 111">
              <a:extLst>
                <a:ext uri="{FF2B5EF4-FFF2-40B4-BE49-F238E27FC236}">
                  <a16:creationId xmlns:a16="http://schemas.microsoft.com/office/drawing/2014/main" id="{17638E6F-9D33-40ED-ABFE-35BBA81066B8}"/>
                </a:ext>
              </a:extLst>
            </p:cNvPr>
            <p:cNvSpPr/>
            <p:nvPr/>
          </p:nvSpPr>
          <p:spPr>
            <a:xfrm>
              <a:off x="4459649" y="4127827"/>
              <a:ext cx="120758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a:t>
              </a:r>
              <a:endParaRPr lang="ar-SY" sz="1200" dirty="0">
                <a:solidFill>
                  <a:schemeClr val="tx1"/>
                </a:solidFill>
              </a:endParaRPr>
            </a:p>
            <a:p>
              <a:pPr algn="ctr"/>
              <a:r>
                <a:rPr lang="ar-SA" sz="1200" b="1" dirty="0">
                  <a:solidFill>
                    <a:schemeClr val="tx1"/>
                  </a:solidFill>
                </a:rPr>
                <a:t>إدارة وسائل التواصل الاجتماعي</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4" name="مستطيل 116">
              <a:extLst>
                <a:ext uri="{FF2B5EF4-FFF2-40B4-BE49-F238E27FC236}">
                  <a16:creationId xmlns:a16="http://schemas.microsoft.com/office/drawing/2014/main" id="{BF97C76F-3AFF-48DF-9934-74B361D2DE42}"/>
                </a:ext>
              </a:extLst>
            </p:cNvPr>
            <p:cNvSpPr/>
            <p:nvPr/>
          </p:nvSpPr>
          <p:spPr>
            <a:xfrm>
              <a:off x="2992339" y="411233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a:t>
              </a:r>
              <a:endParaRPr lang="ar-SY" sz="1200" dirty="0">
                <a:solidFill>
                  <a:schemeClr val="tx1"/>
                </a:solidFill>
              </a:endParaRPr>
            </a:p>
            <a:p>
              <a:pPr algn="ctr"/>
              <a:r>
                <a:rPr lang="ar-SA" sz="1200" b="1" dirty="0">
                  <a:solidFill>
                    <a:schemeClr val="tx1"/>
                  </a:solidFill>
                </a:rPr>
                <a:t>التنسيق الإعلامي</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5" name="مستطيل 117">
              <a:extLst>
                <a:ext uri="{FF2B5EF4-FFF2-40B4-BE49-F238E27FC236}">
                  <a16:creationId xmlns:a16="http://schemas.microsoft.com/office/drawing/2014/main" id="{5D79DA31-7F0D-460F-990C-A9AED3FD5B71}"/>
                </a:ext>
              </a:extLst>
            </p:cNvPr>
            <p:cNvSpPr/>
            <p:nvPr/>
          </p:nvSpPr>
          <p:spPr>
            <a:xfrm>
              <a:off x="2101372" y="411233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a:t>
              </a:r>
              <a:endParaRPr lang="ar-SY" sz="1200" dirty="0">
                <a:solidFill>
                  <a:schemeClr val="tx1"/>
                </a:solidFill>
              </a:endParaRPr>
            </a:p>
            <a:p>
              <a:pPr algn="ctr"/>
              <a:r>
                <a:rPr lang="ar-SA" sz="1200" b="1" dirty="0">
                  <a:solidFill>
                    <a:schemeClr val="tx1"/>
                  </a:solidFill>
                </a:rPr>
                <a:t>الإعلان والترويج</a:t>
              </a:r>
              <a:endParaRPr lang="ar-SA" sz="1200" dirty="0">
                <a:solidFill>
                  <a:schemeClr val="tx1"/>
                </a:solidFill>
              </a:endParaRPr>
            </a:p>
          </p:txBody>
        </p:sp>
        <p:sp>
          <p:nvSpPr>
            <p:cNvPr id="16" name="مستطيل 122">
              <a:extLst>
                <a:ext uri="{FF2B5EF4-FFF2-40B4-BE49-F238E27FC236}">
                  <a16:creationId xmlns:a16="http://schemas.microsoft.com/office/drawing/2014/main" id="{088B5A05-CE9E-4882-B23F-53149230BB55}"/>
                </a:ext>
              </a:extLst>
            </p:cNvPr>
            <p:cNvSpPr/>
            <p:nvPr/>
          </p:nvSpPr>
          <p:spPr>
            <a:xfrm>
              <a:off x="8935262" y="411233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a:t>
              </a:r>
              <a:r>
                <a:rPr lang="ar-SY" sz="1200" dirty="0">
                  <a:solidFill>
                    <a:schemeClr val="tx1"/>
                  </a:solidFill>
                </a:rPr>
                <a:t>التصوير</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7" name="مستطيل 123">
              <a:extLst>
                <a:ext uri="{FF2B5EF4-FFF2-40B4-BE49-F238E27FC236}">
                  <a16:creationId xmlns:a16="http://schemas.microsoft.com/office/drawing/2014/main" id="{33AF46DC-EC98-4DD8-A6C6-B844C3E2DAD8}"/>
                </a:ext>
              </a:extLst>
            </p:cNvPr>
            <p:cNvSpPr/>
            <p:nvPr/>
          </p:nvSpPr>
          <p:spPr>
            <a:xfrm>
              <a:off x="7760469" y="411233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a:t>
              </a:r>
              <a:r>
                <a:rPr lang="ar-SA" sz="1200" b="1" dirty="0">
                  <a:solidFill>
                    <a:schemeClr val="tx1"/>
                  </a:solidFill>
                </a:rPr>
                <a:t>الأرشفة الرقمية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8" name="مستطيل 125">
              <a:extLst>
                <a:ext uri="{FF2B5EF4-FFF2-40B4-BE49-F238E27FC236}">
                  <a16:creationId xmlns:a16="http://schemas.microsoft.com/office/drawing/2014/main" id="{F8E80D2C-7A18-4E38-9BBB-51BCD9A23DFB}"/>
                </a:ext>
              </a:extLst>
            </p:cNvPr>
            <p:cNvSpPr/>
            <p:nvPr/>
          </p:nvSpPr>
          <p:spPr>
            <a:xfrm>
              <a:off x="11270258" y="411896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dirty="0">
                  <a:solidFill>
                    <a:schemeClr val="tx1"/>
                  </a:solidFill>
                  <a:latin typeface="Simplified Arabic" panose="02020603050405020304" pitchFamily="18" charset="-78"/>
                  <a:cs typeface="Simplified Arabic" panose="02020603050405020304" pitchFamily="18" charset="-78"/>
                </a:rPr>
                <a:t>شعبة </a:t>
              </a:r>
              <a:r>
                <a:rPr lang="ar-SA" sz="1200" dirty="0">
                  <a:solidFill>
                    <a:schemeClr val="tx1"/>
                  </a:solidFill>
                </a:rPr>
                <a:t>المحتوى الكتابي</a:t>
              </a:r>
              <a:endParaRPr lang="ar-SA" sz="1200" dirty="0">
                <a:solidFill>
                  <a:schemeClr val="tx1"/>
                </a:solidFill>
                <a:latin typeface="Simplified Arabic" panose="02020603050405020304" pitchFamily="18" charset="-78"/>
                <a:cs typeface="Simplified Arabic" panose="02020603050405020304" pitchFamily="18" charset="-78"/>
              </a:endParaRPr>
            </a:p>
          </p:txBody>
        </p:sp>
        <p:sp>
          <p:nvSpPr>
            <p:cNvPr id="19" name="مستطيل 126">
              <a:extLst>
                <a:ext uri="{FF2B5EF4-FFF2-40B4-BE49-F238E27FC236}">
                  <a16:creationId xmlns:a16="http://schemas.microsoft.com/office/drawing/2014/main" id="{FAF84F30-5347-42C7-A30E-AB5CA66664D1}"/>
                </a:ext>
              </a:extLst>
            </p:cNvPr>
            <p:cNvSpPr/>
            <p:nvPr/>
          </p:nvSpPr>
          <p:spPr>
            <a:xfrm>
              <a:off x="10374125" y="411896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dirty="0">
                  <a:solidFill>
                    <a:schemeClr val="tx1"/>
                  </a:solidFill>
                  <a:latin typeface="Simplified Arabic" panose="02020603050405020304" pitchFamily="18" charset="-78"/>
                  <a:cs typeface="Simplified Arabic" panose="02020603050405020304" pitchFamily="18" charset="-78"/>
                </a:rPr>
                <a:t>شعبة</a:t>
              </a:r>
              <a:r>
                <a:rPr lang="ar-SY" sz="1200" dirty="0">
                  <a:solidFill>
                    <a:schemeClr val="tx1"/>
                  </a:solidFill>
                  <a:latin typeface="Simplified Arabic" panose="02020603050405020304" pitchFamily="18" charset="-78"/>
                  <a:cs typeface="Simplified Arabic" panose="02020603050405020304" pitchFamily="18" charset="-78"/>
                </a:rPr>
                <a:t> </a:t>
              </a:r>
              <a:r>
                <a:rPr lang="ar-SA" sz="1200" dirty="0">
                  <a:solidFill>
                    <a:schemeClr val="tx1"/>
                  </a:solidFill>
                </a:rPr>
                <a:t>الإنتاج المرئي</a:t>
              </a:r>
              <a:endParaRPr lang="ar-SA" sz="1200" dirty="0">
                <a:solidFill>
                  <a:schemeClr val="tx1"/>
                </a:solidFill>
                <a:latin typeface="Simplified Arabic" panose="02020603050405020304" pitchFamily="18" charset="-78"/>
                <a:cs typeface="Simplified Arabic" panose="02020603050405020304" pitchFamily="18" charset="-78"/>
              </a:endParaRPr>
            </a:p>
          </p:txBody>
        </p:sp>
        <p:cxnSp>
          <p:nvCxnSpPr>
            <p:cNvPr id="20" name="موصل: على شكل مرفق 76">
              <a:extLst>
                <a:ext uri="{FF2B5EF4-FFF2-40B4-BE49-F238E27FC236}">
                  <a16:creationId xmlns:a16="http://schemas.microsoft.com/office/drawing/2014/main" id="{97A93720-DB36-453B-A8FF-0C0ED0D5E143}"/>
                </a:ext>
              </a:extLst>
            </p:cNvPr>
            <p:cNvCxnSpPr>
              <a:cxnSpLocks/>
              <a:stCxn id="10" idx="2"/>
              <a:endCxn id="12" idx="0"/>
            </p:cNvCxnSpPr>
            <p:nvPr/>
          </p:nvCxnSpPr>
          <p:spPr>
            <a:xfrm rot="16200000" flipH="1">
              <a:off x="6277868" y="3510037"/>
              <a:ext cx="370765" cy="86481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موصل: على شكل مرفق 76">
              <a:extLst>
                <a:ext uri="{FF2B5EF4-FFF2-40B4-BE49-F238E27FC236}">
                  <a16:creationId xmlns:a16="http://schemas.microsoft.com/office/drawing/2014/main" id="{221462F3-DDC7-464B-B276-21A2671EFC85}"/>
                </a:ext>
              </a:extLst>
            </p:cNvPr>
            <p:cNvCxnSpPr>
              <a:cxnSpLocks/>
              <a:stCxn id="10" idx="2"/>
              <a:endCxn id="13" idx="0"/>
            </p:cNvCxnSpPr>
            <p:nvPr/>
          </p:nvCxnSpPr>
          <p:spPr>
            <a:xfrm rot="5400000">
              <a:off x="5361762" y="3458744"/>
              <a:ext cx="370765" cy="96740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موصل: على شكل مرفق 17">
              <a:extLst>
                <a:ext uri="{FF2B5EF4-FFF2-40B4-BE49-F238E27FC236}">
                  <a16:creationId xmlns:a16="http://schemas.microsoft.com/office/drawing/2014/main" id="{44341423-3672-42FE-9A3B-8955642747E9}"/>
                </a:ext>
              </a:extLst>
            </p:cNvPr>
            <p:cNvCxnSpPr>
              <a:cxnSpLocks/>
              <a:stCxn id="3" idx="2"/>
              <a:endCxn id="19" idx="0"/>
            </p:cNvCxnSpPr>
            <p:nvPr/>
          </p:nvCxnSpPr>
          <p:spPr>
            <a:xfrm rot="5400000">
              <a:off x="10820445" y="3693478"/>
              <a:ext cx="370766" cy="48020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3" name="موصل: على شكل مرفق 93">
              <a:extLst>
                <a:ext uri="{FF2B5EF4-FFF2-40B4-BE49-F238E27FC236}">
                  <a16:creationId xmlns:a16="http://schemas.microsoft.com/office/drawing/2014/main" id="{4BEE9528-8217-4357-A782-58AE9D008A2D}"/>
                </a:ext>
              </a:extLst>
            </p:cNvPr>
            <p:cNvCxnSpPr>
              <a:cxnSpLocks/>
              <a:stCxn id="3" idx="2"/>
              <a:endCxn id="18" idx="0"/>
            </p:cNvCxnSpPr>
            <p:nvPr/>
          </p:nvCxnSpPr>
          <p:spPr>
            <a:xfrm rot="16200000" flipH="1">
              <a:off x="11268512" y="3725619"/>
              <a:ext cx="370765" cy="4159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4" name="موصل: على شكل مرفق 17">
              <a:extLst>
                <a:ext uri="{FF2B5EF4-FFF2-40B4-BE49-F238E27FC236}">
                  <a16:creationId xmlns:a16="http://schemas.microsoft.com/office/drawing/2014/main" id="{29C67BC2-9960-4BD0-A6D0-3FF957A9B380}"/>
                </a:ext>
              </a:extLst>
            </p:cNvPr>
            <p:cNvCxnSpPr>
              <a:cxnSpLocks/>
              <a:stCxn id="4" idx="2"/>
              <a:endCxn id="17" idx="0"/>
            </p:cNvCxnSpPr>
            <p:nvPr/>
          </p:nvCxnSpPr>
          <p:spPr>
            <a:xfrm rot="5400000">
              <a:off x="8250816" y="3649451"/>
              <a:ext cx="364135" cy="56163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5" name="موصل: على شكل مرفق 93">
              <a:extLst>
                <a:ext uri="{FF2B5EF4-FFF2-40B4-BE49-F238E27FC236}">
                  <a16:creationId xmlns:a16="http://schemas.microsoft.com/office/drawing/2014/main" id="{48933634-3CDD-43EF-9836-C3BD35E456C0}"/>
                </a:ext>
              </a:extLst>
            </p:cNvPr>
            <p:cNvCxnSpPr>
              <a:cxnSpLocks/>
              <a:stCxn id="4" idx="2"/>
              <a:endCxn id="16" idx="0"/>
            </p:cNvCxnSpPr>
            <p:nvPr/>
          </p:nvCxnSpPr>
          <p:spPr>
            <a:xfrm rot="16200000" flipH="1">
              <a:off x="8838211" y="3623687"/>
              <a:ext cx="364136" cy="61316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موصل: على شكل مرفق 17">
              <a:extLst>
                <a:ext uri="{FF2B5EF4-FFF2-40B4-BE49-F238E27FC236}">
                  <a16:creationId xmlns:a16="http://schemas.microsoft.com/office/drawing/2014/main" id="{22C38DCF-3ABD-427F-85E2-38529AB33EE5}"/>
                </a:ext>
              </a:extLst>
            </p:cNvPr>
            <p:cNvCxnSpPr>
              <a:cxnSpLocks/>
              <a:stCxn id="8" idx="2"/>
              <a:endCxn id="15" idx="0"/>
            </p:cNvCxnSpPr>
            <p:nvPr/>
          </p:nvCxnSpPr>
          <p:spPr>
            <a:xfrm rot="5400000">
              <a:off x="2543983" y="3697186"/>
              <a:ext cx="364136" cy="46616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موصل: على شكل مرفق 93">
              <a:extLst>
                <a:ext uri="{FF2B5EF4-FFF2-40B4-BE49-F238E27FC236}">
                  <a16:creationId xmlns:a16="http://schemas.microsoft.com/office/drawing/2014/main" id="{03A98CBC-9561-4AB2-A0B1-14075BF247D8}"/>
                </a:ext>
              </a:extLst>
            </p:cNvPr>
            <p:cNvCxnSpPr>
              <a:cxnSpLocks/>
              <a:stCxn id="8" idx="2"/>
              <a:endCxn id="14" idx="0"/>
            </p:cNvCxnSpPr>
            <p:nvPr/>
          </p:nvCxnSpPr>
          <p:spPr>
            <a:xfrm rot="16200000" flipH="1">
              <a:off x="2989466" y="3717864"/>
              <a:ext cx="364136" cy="42480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33" name="موصل: على شكل مرفق 38">
            <a:extLst>
              <a:ext uri="{FF2B5EF4-FFF2-40B4-BE49-F238E27FC236}">
                <a16:creationId xmlns:a16="http://schemas.microsoft.com/office/drawing/2014/main" id="{9FBAEA7B-1AA6-4104-9005-9E4386BD592D}"/>
              </a:ext>
            </a:extLst>
          </p:cNvPr>
          <p:cNvCxnSpPr>
            <a:cxnSpLocks/>
            <a:stCxn id="5" idx="2"/>
            <a:endCxn id="10" idx="0"/>
          </p:cNvCxnSpPr>
          <p:nvPr/>
        </p:nvCxnSpPr>
        <p:spPr>
          <a:xfrm rot="5400000">
            <a:off x="4967046" y="1559911"/>
            <a:ext cx="1817325" cy="131994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1" name="Date Placeholder 10">
            <a:extLst>
              <a:ext uri="{FF2B5EF4-FFF2-40B4-BE49-F238E27FC236}">
                <a16:creationId xmlns:a16="http://schemas.microsoft.com/office/drawing/2014/main" id="{4E27D87D-6079-871F-2E7B-76329EA6B142}"/>
              </a:ext>
            </a:extLst>
          </p:cNvPr>
          <p:cNvSpPr>
            <a:spLocks noGrp="1"/>
          </p:cNvSpPr>
          <p:nvPr>
            <p:ph type="dt" sz="half" idx="10"/>
          </p:nvPr>
        </p:nvSpPr>
        <p:spPr/>
        <p:txBody>
          <a:bodyPr/>
          <a:lstStyle/>
          <a:p>
            <a:fld id="{7D258185-F4EC-4115-92AC-A2584B647D6B}" type="datetime8">
              <a:rPr lang="ar-SY" smtClean="0"/>
              <a:t>28 تشرين الأول، 26</a:t>
            </a:fld>
            <a:endParaRPr lang="ar-SY" dirty="0"/>
          </a:p>
        </p:txBody>
      </p:sp>
      <p:sp>
        <p:nvSpPr>
          <p:cNvPr id="28" name="Footer Placeholder 27">
            <a:extLst>
              <a:ext uri="{FF2B5EF4-FFF2-40B4-BE49-F238E27FC236}">
                <a16:creationId xmlns:a16="http://schemas.microsoft.com/office/drawing/2014/main" id="{88AEAD5D-F325-D0E0-1276-92238F80D1EF}"/>
              </a:ext>
            </a:extLst>
          </p:cNvPr>
          <p:cNvSpPr>
            <a:spLocks noGrp="1"/>
          </p:cNvSpPr>
          <p:nvPr>
            <p:ph type="ftr" sz="quarter" idx="11"/>
          </p:nvPr>
        </p:nvSpPr>
        <p:spPr/>
        <p:txBody>
          <a:bodyPr/>
          <a:lstStyle/>
          <a:p>
            <a:r>
              <a:rPr lang="ar-SY"/>
              <a:t>التعريف العام بمحافظة دمشق</a:t>
            </a:r>
          </a:p>
        </p:txBody>
      </p:sp>
      <p:sp>
        <p:nvSpPr>
          <p:cNvPr id="29" name="Slide Number Placeholder 28">
            <a:extLst>
              <a:ext uri="{FF2B5EF4-FFF2-40B4-BE49-F238E27FC236}">
                <a16:creationId xmlns:a16="http://schemas.microsoft.com/office/drawing/2014/main" id="{BC593BDE-A223-6239-7456-81B2FD885FF9}"/>
              </a:ext>
            </a:extLst>
          </p:cNvPr>
          <p:cNvSpPr>
            <a:spLocks noGrp="1"/>
          </p:cNvSpPr>
          <p:nvPr>
            <p:ph type="sldNum" sz="quarter" idx="12"/>
          </p:nvPr>
        </p:nvSpPr>
        <p:spPr/>
        <p:txBody>
          <a:bodyPr/>
          <a:lstStyle/>
          <a:p>
            <a:fld id="{065EBCF0-071A-41B4-9C48-9ADF70E893B6}" type="slidenum">
              <a:rPr lang="ar-SY" smtClean="0"/>
              <a:pPr/>
              <a:t>42</a:t>
            </a:fld>
            <a:endParaRPr lang="ar-SY" dirty="0"/>
          </a:p>
        </p:txBody>
      </p:sp>
    </p:spTree>
    <p:extLst>
      <p:ext uri="{BB962C8B-B14F-4D97-AF65-F5344CB8AC3E}">
        <p14:creationId xmlns:p14="http://schemas.microsoft.com/office/powerpoint/2010/main" val="4154026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AA0B069-23C1-3FA2-B4DB-513ADA4083C2}"/>
              </a:ext>
            </a:extLst>
          </p:cNvPr>
          <p:cNvSpPr>
            <a:spLocks noGrp="1"/>
          </p:cNvSpPr>
          <p:nvPr>
            <p:ph type="title"/>
          </p:nvPr>
        </p:nvSpPr>
        <p:spPr/>
        <p:txBody>
          <a:bodyPr>
            <a:normAutofit/>
          </a:bodyPr>
          <a:lstStyle/>
          <a:p>
            <a:r>
              <a:rPr lang="ar-SY" dirty="0"/>
              <a:t>مديرية العلاقات الخارجية</a:t>
            </a:r>
          </a:p>
        </p:txBody>
      </p:sp>
      <p:sp>
        <p:nvSpPr>
          <p:cNvPr id="6" name="Content Placeholder 5">
            <a:extLst>
              <a:ext uri="{FF2B5EF4-FFF2-40B4-BE49-F238E27FC236}">
                <a16:creationId xmlns:a16="http://schemas.microsoft.com/office/drawing/2014/main" id="{2E759B79-3260-F2A0-EA7E-BC9F38ACF6AB}"/>
              </a:ext>
            </a:extLst>
          </p:cNvPr>
          <p:cNvSpPr>
            <a:spLocks noGrp="1"/>
          </p:cNvSpPr>
          <p:nvPr>
            <p:ph idx="1"/>
          </p:nvPr>
        </p:nvSpPr>
        <p:spPr/>
        <p:txBody>
          <a:bodyPr>
            <a:normAutofit fontScale="77500" lnSpcReduction="20000"/>
          </a:bodyPr>
          <a:lstStyle/>
          <a:p>
            <a:pPr marL="0" indent="0">
              <a:buNone/>
            </a:pPr>
            <a:r>
              <a:rPr lang="ar-SY" dirty="0"/>
              <a:t>هي الجهة الرسمية المعنية بإدارة وتمثيل العلاقات الدولية والإقليمية للمحافظة، وتعمل على تعزيز التعاون مع الحكومات والمدن والجهات الدولية، بما يساهم في دعم التنمية المحلية من خلال الشراكات والمشاريع المشتركة. تتولى المديرية تمثيل محافظة دمشق في المحافل الخارجية، وتدير علاقات التوأمة والتعاون مع المدن العالمية، إضافة إلى التنسيق مع المنظمات الدولية، والوكالات الأممية، والجمعيات والمؤسسات الأهلية ذات البُعد الدولي.</a:t>
            </a:r>
          </a:p>
          <a:p>
            <a:pPr marL="0" indent="0">
              <a:buNone/>
            </a:pPr>
            <a:r>
              <a:rPr lang="ar-SY" dirty="0"/>
              <a:t>كما تضطلع المديرية بمهام إدارة المراسم والتشريفات الرسمية في الزيارات والفعاليات التي تستضيفها أو تشارك فيها المحافظة داخلياً وخارجياً، بما يعكس الوجه الحضاري والدبلوماسي للعاصمة السورية</a:t>
            </a:r>
          </a:p>
          <a:p>
            <a:pPr marL="0" indent="0">
              <a:buNone/>
            </a:pPr>
            <a:endParaRPr lang="ar-SY" dirty="0"/>
          </a:p>
          <a:p>
            <a:pPr marL="0" indent="0">
              <a:buNone/>
            </a:pPr>
            <a:endParaRPr lang="ar-SY" dirty="0"/>
          </a:p>
        </p:txBody>
      </p:sp>
      <p:sp>
        <p:nvSpPr>
          <p:cNvPr id="2" name="Date Placeholder 1">
            <a:extLst>
              <a:ext uri="{FF2B5EF4-FFF2-40B4-BE49-F238E27FC236}">
                <a16:creationId xmlns:a16="http://schemas.microsoft.com/office/drawing/2014/main" id="{BDB0D8E2-1150-09F9-79BC-2D918B880376}"/>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EF800C1A-2033-A07C-668F-24C57590421E}"/>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01C45694-1997-B636-3CA7-BBEB0B5302BB}"/>
              </a:ext>
            </a:extLst>
          </p:cNvPr>
          <p:cNvSpPr>
            <a:spLocks noGrp="1"/>
          </p:cNvSpPr>
          <p:nvPr>
            <p:ph type="sldNum" sz="quarter" idx="12"/>
          </p:nvPr>
        </p:nvSpPr>
        <p:spPr/>
        <p:txBody>
          <a:bodyPr/>
          <a:lstStyle/>
          <a:p>
            <a:fld id="{065EBCF0-071A-41B4-9C48-9ADF70E893B6}" type="slidenum">
              <a:rPr lang="ar-SY" smtClean="0"/>
              <a:pPr/>
              <a:t>43</a:t>
            </a:fld>
            <a:endParaRPr lang="ar-SY" dirty="0"/>
          </a:p>
        </p:txBody>
      </p:sp>
    </p:spTree>
    <p:extLst>
      <p:ext uri="{BB962C8B-B14F-4D97-AF65-F5344CB8AC3E}">
        <p14:creationId xmlns:p14="http://schemas.microsoft.com/office/powerpoint/2010/main" val="1412817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872780D-57DB-479F-89D2-8C883FAD3382}"/>
              </a:ext>
            </a:extLst>
          </p:cNvPr>
          <p:cNvGrpSpPr/>
          <p:nvPr/>
        </p:nvGrpSpPr>
        <p:grpSpPr>
          <a:xfrm>
            <a:off x="1328595" y="458889"/>
            <a:ext cx="10057406" cy="4164589"/>
            <a:chOff x="2101372" y="589737"/>
            <a:chExt cx="10057406" cy="4164589"/>
          </a:xfrm>
        </p:grpSpPr>
        <p:sp>
          <p:nvSpPr>
            <p:cNvPr id="3" name="مستطيل 12">
              <a:extLst>
                <a:ext uri="{FF2B5EF4-FFF2-40B4-BE49-F238E27FC236}">
                  <a16:creationId xmlns:a16="http://schemas.microsoft.com/office/drawing/2014/main" id="{364419F5-786E-4F3E-A869-033E1734C20C}"/>
                </a:ext>
              </a:extLst>
            </p:cNvPr>
            <p:cNvSpPr/>
            <p:nvPr/>
          </p:nvSpPr>
          <p:spPr>
            <a:xfrm>
              <a:off x="10633932"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a:t>
              </a:r>
              <a:r>
                <a:rPr lang="ar-SY" sz="1200" b="1" dirty="0">
                  <a:solidFill>
                    <a:schemeClr val="tx1"/>
                  </a:solidFill>
                </a:rPr>
                <a:t>التعاون الدولي والتوأمة</a:t>
              </a:r>
              <a:endParaRPr lang="en-US" sz="1200" b="1" dirty="0">
                <a:solidFill>
                  <a:schemeClr val="tx1"/>
                </a:solidFill>
                <a:latin typeface="Simplified Arabic" panose="02020603050405020304" pitchFamily="18" charset="-78"/>
                <a:cs typeface="Simplified Arabic" panose="02020603050405020304" pitchFamily="18" charset="-78"/>
              </a:endParaRPr>
            </a:p>
          </p:txBody>
        </p:sp>
        <p:sp>
          <p:nvSpPr>
            <p:cNvPr id="4" name="مستطيل 50">
              <a:extLst>
                <a:ext uri="{FF2B5EF4-FFF2-40B4-BE49-F238E27FC236}">
                  <a16:creationId xmlns:a16="http://schemas.microsoft.com/office/drawing/2014/main" id="{C31A3570-2D2B-4165-AA7F-FBB1BDB9CF2B}"/>
                </a:ext>
              </a:extLst>
            </p:cNvPr>
            <p:cNvSpPr/>
            <p:nvPr/>
          </p:nvSpPr>
          <p:spPr>
            <a:xfrm>
              <a:off x="8031230" y="3208201"/>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التنسيق مع المنظمات الدولية والهيئات الأهلية</a:t>
              </a:r>
              <a:endParaRPr lang="ar-SA" sz="1200" b="1" dirty="0">
                <a:solidFill>
                  <a:schemeClr val="tx1"/>
                </a:solidFill>
                <a:latin typeface="Simplified Arabic" panose="02020603050405020304" pitchFamily="18" charset="-78"/>
                <a:cs typeface="Simplified Arabic" panose="02020603050405020304" pitchFamily="18" charset="-78"/>
              </a:endParaRPr>
            </a:p>
          </p:txBody>
        </p:sp>
        <p:sp>
          <p:nvSpPr>
            <p:cNvPr id="5" name="مستطيل 198">
              <a:extLst>
                <a:ext uri="{FF2B5EF4-FFF2-40B4-BE49-F238E27FC236}">
                  <a16:creationId xmlns:a16="http://schemas.microsoft.com/office/drawing/2014/main" id="{EAA517B7-2CAD-4974-9E79-AEDA95957538}"/>
                </a:ext>
              </a:extLst>
            </p:cNvPr>
            <p:cNvSpPr/>
            <p:nvPr/>
          </p:nvSpPr>
          <p:spPr>
            <a:xfrm>
              <a:off x="6008227" y="589737"/>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b="1" dirty="0">
                  <a:solidFill>
                    <a:schemeClr val="tx1"/>
                  </a:solidFill>
                  <a:latin typeface="Simplified Arabic" panose="02020603050405020304" pitchFamily="18" charset="-78"/>
                  <a:cs typeface="Simplified Arabic" panose="02020603050405020304" pitchFamily="18" charset="-78"/>
                </a:rPr>
                <a:t>مدير</a:t>
              </a:r>
              <a:r>
                <a:rPr lang="ar-SY" b="1" dirty="0" err="1">
                  <a:solidFill>
                    <a:schemeClr val="tx1"/>
                  </a:solidFill>
                  <a:latin typeface="Simplified Arabic" panose="02020603050405020304" pitchFamily="18" charset="-78"/>
                  <a:cs typeface="Simplified Arabic" panose="02020603050405020304" pitchFamily="18" charset="-78"/>
                </a:rPr>
                <a:t>ية</a:t>
              </a:r>
              <a:r>
                <a:rPr lang="ar-SA" b="1" dirty="0">
                  <a:solidFill>
                    <a:schemeClr val="tx1"/>
                  </a:solidFill>
                  <a:latin typeface="Simplified Arabic" panose="02020603050405020304" pitchFamily="18" charset="-78"/>
                  <a:cs typeface="Simplified Arabic" panose="02020603050405020304" pitchFamily="18" charset="-78"/>
                </a:rPr>
                <a:t> ال</a:t>
              </a:r>
              <a:r>
                <a:rPr lang="ar-SY" b="1" dirty="0">
                  <a:solidFill>
                    <a:schemeClr val="tx1"/>
                  </a:solidFill>
                  <a:latin typeface="Simplified Arabic" panose="02020603050405020304" pitchFamily="18" charset="-78"/>
                  <a:cs typeface="Simplified Arabic" panose="02020603050405020304" pitchFamily="18" charset="-78"/>
                </a:rPr>
                <a:t>علاقات الخارجية</a:t>
              </a:r>
              <a:endParaRPr lang="ar-SA" b="1" dirty="0">
                <a:solidFill>
                  <a:schemeClr val="tx1"/>
                </a:solidFill>
                <a:latin typeface="Simplified Arabic" panose="02020603050405020304" pitchFamily="18" charset="-78"/>
                <a:cs typeface="Simplified Arabic" panose="02020603050405020304" pitchFamily="18" charset="-78"/>
              </a:endParaRPr>
            </a:p>
          </p:txBody>
        </p:sp>
        <p:cxnSp>
          <p:nvCxnSpPr>
            <p:cNvPr id="6" name="موصل: على شكل مرفق 199">
              <a:extLst>
                <a:ext uri="{FF2B5EF4-FFF2-40B4-BE49-F238E27FC236}">
                  <a16:creationId xmlns:a16="http://schemas.microsoft.com/office/drawing/2014/main" id="{1E148B9C-BC8C-4BE7-8B11-6BCF84930ECA}"/>
                </a:ext>
              </a:extLst>
            </p:cNvPr>
            <p:cNvCxnSpPr>
              <a:cxnSpLocks/>
              <a:stCxn id="5" idx="2"/>
              <a:endCxn id="3" idx="0"/>
            </p:cNvCxnSpPr>
            <p:nvPr/>
          </p:nvCxnSpPr>
          <p:spPr>
            <a:xfrm rot="16200000" flipH="1">
              <a:off x="8259131" y="221398"/>
              <a:ext cx="2078462" cy="389514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 name="موصل: على شكل مرفق 203">
              <a:extLst>
                <a:ext uri="{FF2B5EF4-FFF2-40B4-BE49-F238E27FC236}">
                  <a16:creationId xmlns:a16="http://schemas.microsoft.com/office/drawing/2014/main" id="{BB4BEED0-6848-4FF1-B682-C081CDF0A06C}"/>
                </a:ext>
              </a:extLst>
            </p:cNvPr>
            <p:cNvCxnSpPr>
              <a:cxnSpLocks/>
              <a:stCxn id="5" idx="2"/>
              <a:endCxn id="4" idx="0"/>
            </p:cNvCxnSpPr>
            <p:nvPr/>
          </p:nvCxnSpPr>
          <p:spPr>
            <a:xfrm rot="16200000" flipH="1">
              <a:off x="6993013" y="1487515"/>
              <a:ext cx="2078464" cy="136290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8" name="مستطيل 31">
              <a:extLst>
                <a:ext uri="{FF2B5EF4-FFF2-40B4-BE49-F238E27FC236}">
                  <a16:creationId xmlns:a16="http://schemas.microsoft.com/office/drawing/2014/main" id="{421E15BD-2886-4F6F-A21E-E81D9797ED6F}"/>
                </a:ext>
              </a:extLst>
            </p:cNvPr>
            <p:cNvSpPr/>
            <p:nvPr/>
          </p:nvSpPr>
          <p:spPr>
            <a:xfrm>
              <a:off x="2347132" y="320819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الإعلام والعلاقات الخارجية العامة</a:t>
              </a:r>
              <a:endParaRPr lang="ar-SA" sz="1200" b="1" dirty="0">
                <a:solidFill>
                  <a:schemeClr val="tx1"/>
                </a:solidFill>
                <a:latin typeface="Simplified Arabic" panose="02020603050405020304" pitchFamily="18" charset="-78"/>
                <a:cs typeface="Simplified Arabic" panose="02020603050405020304" pitchFamily="18" charset="-78"/>
              </a:endParaRPr>
            </a:p>
          </p:txBody>
        </p:sp>
        <p:cxnSp>
          <p:nvCxnSpPr>
            <p:cNvPr id="9" name="موصل: على شكل مرفق 38">
              <a:extLst>
                <a:ext uri="{FF2B5EF4-FFF2-40B4-BE49-F238E27FC236}">
                  <a16:creationId xmlns:a16="http://schemas.microsoft.com/office/drawing/2014/main" id="{FF3DA6AB-ADD4-48C0-8B74-4FC6812F3ED3}"/>
                </a:ext>
              </a:extLst>
            </p:cNvPr>
            <p:cNvCxnSpPr>
              <a:cxnSpLocks/>
              <a:stCxn id="5" idx="2"/>
              <a:endCxn id="8" idx="0"/>
            </p:cNvCxnSpPr>
            <p:nvPr/>
          </p:nvCxnSpPr>
          <p:spPr>
            <a:xfrm rot="5400000">
              <a:off x="4115731" y="-26862"/>
              <a:ext cx="2078462" cy="439166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0" name="مستطيل 86">
              <a:extLst>
                <a:ext uri="{FF2B5EF4-FFF2-40B4-BE49-F238E27FC236}">
                  <a16:creationId xmlns:a16="http://schemas.microsoft.com/office/drawing/2014/main" id="{C931EEB7-7B97-4CAF-81E5-95DF19808CFA}"/>
                </a:ext>
              </a:extLst>
            </p:cNvPr>
            <p:cNvSpPr/>
            <p:nvPr/>
          </p:nvSpPr>
          <p:spPr>
            <a:xfrm>
              <a:off x="5418844" y="3217062"/>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دائرة المراسم والتشريفات</a:t>
              </a:r>
              <a:endParaRPr lang="ar-SA" sz="1200" b="1" dirty="0">
                <a:solidFill>
                  <a:schemeClr val="tx1"/>
                </a:solidFill>
                <a:latin typeface="Simplified Arabic" panose="02020603050405020304" pitchFamily="18" charset="-78"/>
                <a:cs typeface="Simplified Arabic" panose="02020603050405020304" pitchFamily="18" charset="-78"/>
              </a:endParaRPr>
            </a:p>
          </p:txBody>
        </p:sp>
        <p:sp>
          <p:nvSpPr>
            <p:cNvPr id="12" name="مستطيل 109">
              <a:extLst>
                <a:ext uri="{FF2B5EF4-FFF2-40B4-BE49-F238E27FC236}">
                  <a16:creationId xmlns:a16="http://schemas.microsoft.com/office/drawing/2014/main" id="{54D3A0BE-683A-48C4-901D-46AE3830DA10}"/>
                </a:ext>
              </a:extLst>
            </p:cNvPr>
            <p:cNvSpPr/>
            <p:nvPr/>
          </p:nvSpPr>
          <p:spPr>
            <a:xfrm>
              <a:off x="6518053" y="4127827"/>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rPr>
                <a:t>شعبة التشريفات الداخلية</a:t>
              </a:r>
              <a:endParaRPr lang="ar-SA" sz="1200" dirty="0">
                <a:solidFill>
                  <a:schemeClr val="tx1"/>
                </a:solidFill>
              </a:endParaRPr>
            </a:p>
          </p:txBody>
        </p:sp>
        <p:sp>
          <p:nvSpPr>
            <p:cNvPr id="13" name="مستطيل 111">
              <a:extLst>
                <a:ext uri="{FF2B5EF4-FFF2-40B4-BE49-F238E27FC236}">
                  <a16:creationId xmlns:a16="http://schemas.microsoft.com/office/drawing/2014/main" id="{F17431DE-C471-490C-AE64-36FE143F6EB4}"/>
                </a:ext>
              </a:extLst>
            </p:cNvPr>
            <p:cNvSpPr/>
            <p:nvPr/>
          </p:nvSpPr>
          <p:spPr>
            <a:xfrm>
              <a:off x="4459649" y="4127827"/>
              <a:ext cx="120758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rPr>
                <a:t>شعبة </a:t>
              </a:r>
              <a:endParaRPr lang="ar-SY" sz="1200" b="1" dirty="0">
                <a:solidFill>
                  <a:schemeClr val="tx1"/>
                </a:solidFill>
              </a:endParaRPr>
            </a:p>
            <a:p>
              <a:pPr algn="ctr"/>
              <a:r>
                <a:rPr lang="ar-SA" sz="1200" b="1" dirty="0">
                  <a:solidFill>
                    <a:schemeClr val="tx1"/>
                  </a:solidFill>
                </a:rPr>
                <a:t>التشريفات الخارجية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4" name="مستطيل 116">
              <a:extLst>
                <a:ext uri="{FF2B5EF4-FFF2-40B4-BE49-F238E27FC236}">
                  <a16:creationId xmlns:a16="http://schemas.microsoft.com/office/drawing/2014/main" id="{D0BBC46D-3C46-4709-9556-7838FBEB11E7}"/>
                </a:ext>
              </a:extLst>
            </p:cNvPr>
            <p:cNvSpPr/>
            <p:nvPr/>
          </p:nvSpPr>
          <p:spPr>
            <a:xfrm>
              <a:off x="2992339" y="411233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rPr>
                <a:t>شعبة الإعلام الدولي</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15" name="مستطيل 117">
              <a:extLst>
                <a:ext uri="{FF2B5EF4-FFF2-40B4-BE49-F238E27FC236}">
                  <a16:creationId xmlns:a16="http://schemas.microsoft.com/office/drawing/2014/main" id="{7719A338-0EDB-4CBC-8DA4-D9410DEFDA96}"/>
                </a:ext>
              </a:extLst>
            </p:cNvPr>
            <p:cNvSpPr/>
            <p:nvPr/>
          </p:nvSpPr>
          <p:spPr>
            <a:xfrm>
              <a:off x="2101372" y="411233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rPr>
                <a:t>شعبة الترجمة والمراسلات</a:t>
              </a:r>
              <a:endParaRPr lang="ar-SA" sz="1200" dirty="0">
                <a:solidFill>
                  <a:schemeClr val="tx1"/>
                </a:solidFill>
              </a:endParaRPr>
            </a:p>
          </p:txBody>
        </p:sp>
        <p:sp>
          <p:nvSpPr>
            <p:cNvPr id="16" name="مستطيل 122">
              <a:extLst>
                <a:ext uri="{FF2B5EF4-FFF2-40B4-BE49-F238E27FC236}">
                  <a16:creationId xmlns:a16="http://schemas.microsoft.com/office/drawing/2014/main" id="{25514519-0F65-4007-AA73-87562E565390}"/>
                </a:ext>
              </a:extLst>
            </p:cNvPr>
            <p:cNvSpPr/>
            <p:nvPr/>
          </p:nvSpPr>
          <p:spPr>
            <a:xfrm>
              <a:off x="8935262" y="4112336"/>
              <a:ext cx="99472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rPr>
                <a:t>شعبة التنسيق مع الوكالات الأممية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7" name="مستطيل 123">
              <a:extLst>
                <a:ext uri="{FF2B5EF4-FFF2-40B4-BE49-F238E27FC236}">
                  <a16:creationId xmlns:a16="http://schemas.microsoft.com/office/drawing/2014/main" id="{33B468AF-511F-4C9C-AA19-69568E452BAB}"/>
                </a:ext>
              </a:extLst>
            </p:cNvPr>
            <p:cNvSpPr/>
            <p:nvPr/>
          </p:nvSpPr>
          <p:spPr>
            <a:xfrm>
              <a:off x="7690988" y="411233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rPr>
                <a:t>شعبة </a:t>
              </a:r>
              <a:r>
                <a:rPr lang="ar-SA" sz="1200" b="1" dirty="0">
                  <a:solidFill>
                    <a:schemeClr val="tx1"/>
                  </a:solidFill>
                </a:rPr>
                <a:t>الأرشفة الرقمية</a:t>
              </a:r>
              <a:endParaRPr lang="ar-SY" sz="1200" dirty="0">
                <a:solidFill>
                  <a:schemeClr val="tx1"/>
                </a:solidFill>
                <a:latin typeface="Simplified Arabic" panose="02020603050405020304" pitchFamily="18" charset="-78"/>
                <a:cs typeface="Simplified Arabic" panose="02020603050405020304" pitchFamily="18" charset="-78"/>
              </a:endParaRPr>
            </a:p>
          </p:txBody>
        </p:sp>
        <p:sp>
          <p:nvSpPr>
            <p:cNvPr id="18" name="مستطيل 125">
              <a:extLst>
                <a:ext uri="{FF2B5EF4-FFF2-40B4-BE49-F238E27FC236}">
                  <a16:creationId xmlns:a16="http://schemas.microsoft.com/office/drawing/2014/main" id="{B3F3F40B-8632-460D-8B78-5F2A63F8662B}"/>
                </a:ext>
              </a:extLst>
            </p:cNvPr>
            <p:cNvSpPr/>
            <p:nvPr/>
          </p:nvSpPr>
          <p:spPr>
            <a:xfrm>
              <a:off x="11375582" y="412782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شعبة اتفاقيات التوأمة</a:t>
              </a:r>
              <a:endParaRPr lang="ar-SA" sz="1200" dirty="0">
                <a:solidFill>
                  <a:schemeClr val="tx1"/>
                </a:solidFill>
                <a:latin typeface="Simplified Arabic" panose="02020603050405020304" pitchFamily="18" charset="-78"/>
                <a:cs typeface="Simplified Arabic" panose="02020603050405020304" pitchFamily="18" charset="-78"/>
              </a:endParaRPr>
            </a:p>
          </p:txBody>
        </p:sp>
        <p:sp>
          <p:nvSpPr>
            <p:cNvPr id="19" name="مستطيل 126">
              <a:extLst>
                <a:ext uri="{FF2B5EF4-FFF2-40B4-BE49-F238E27FC236}">
                  <a16:creationId xmlns:a16="http://schemas.microsoft.com/office/drawing/2014/main" id="{008533E9-50D5-447E-A1E9-093026CE0136}"/>
                </a:ext>
              </a:extLst>
            </p:cNvPr>
            <p:cNvSpPr/>
            <p:nvPr/>
          </p:nvSpPr>
          <p:spPr>
            <a:xfrm>
              <a:off x="10391068" y="4127827"/>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200" b="1" dirty="0">
                  <a:solidFill>
                    <a:schemeClr val="tx1"/>
                  </a:solidFill>
                </a:rPr>
                <a:t>شعبة المتابعة الدولية</a:t>
              </a:r>
              <a:endParaRPr lang="ar-SA" sz="1200" dirty="0">
                <a:solidFill>
                  <a:schemeClr val="tx1"/>
                </a:solidFill>
                <a:latin typeface="Simplified Arabic" panose="02020603050405020304" pitchFamily="18" charset="-78"/>
                <a:cs typeface="Simplified Arabic" panose="02020603050405020304" pitchFamily="18" charset="-78"/>
              </a:endParaRPr>
            </a:p>
          </p:txBody>
        </p:sp>
        <p:cxnSp>
          <p:nvCxnSpPr>
            <p:cNvPr id="20" name="موصل: على شكل مرفق 76">
              <a:extLst>
                <a:ext uri="{FF2B5EF4-FFF2-40B4-BE49-F238E27FC236}">
                  <a16:creationId xmlns:a16="http://schemas.microsoft.com/office/drawing/2014/main" id="{FF79238A-1726-4E8D-91AB-1A791266F5FA}"/>
                </a:ext>
              </a:extLst>
            </p:cNvPr>
            <p:cNvCxnSpPr>
              <a:cxnSpLocks/>
              <a:stCxn id="10" idx="2"/>
              <a:endCxn id="12" idx="0"/>
            </p:cNvCxnSpPr>
            <p:nvPr/>
          </p:nvCxnSpPr>
          <p:spPr>
            <a:xfrm rot="16200000" flipH="1">
              <a:off x="6284865" y="3503040"/>
              <a:ext cx="370765" cy="87880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موصل: على شكل مرفق 76">
              <a:extLst>
                <a:ext uri="{FF2B5EF4-FFF2-40B4-BE49-F238E27FC236}">
                  <a16:creationId xmlns:a16="http://schemas.microsoft.com/office/drawing/2014/main" id="{B9A7A451-6024-4840-9BEB-3E8AB263DD3F}"/>
                </a:ext>
              </a:extLst>
            </p:cNvPr>
            <p:cNvCxnSpPr>
              <a:cxnSpLocks/>
              <a:stCxn id="10" idx="2"/>
              <a:endCxn id="13" idx="0"/>
            </p:cNvCxnSpPr>
            <p:nvPr/>
          </p:nvCxnSpPr>
          <p:spPr>
            <a:xfrm rot="5400000">
              <a:off x="5361762" y="3458744"/>
              <a:ext cx="370765" cy="96740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موصل: على شكل مرفق 17">
              <a:extLst>
                <a:ext uri="{FF2B5EF4-FFF2-40B4-BE49-F238E27FC236}">
                  <a16:creationId xmlns:a16="http://schemas.microsoft.com/office/drawing/2014/main" id="{72D91C89-11FC-4083-BFB0-A0EC170EA1CC}"/>
                </a:ext>
              </a:extLst>
            </p:cNvPr>
            <p:cNvCxnSpPr>
              <a:cxnSpLocks/>
              <a:stCxn id="3" idx="2"/>
              <a:endCxn id="19" idx="0"/>
            </p:cNvCxnSpPr>
            <p:nvPr/>
          </p:nvCxnSpPr>
          <p:spPr>
            <a:xfrm rot="5400000">
              <a:off x="10824485" y="3706380"/>
              <a:ext cx="379628" cy="46326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3" name="موصل: على شكل مرفق 93">
              <a:extLst>
                <a:ext uri="{FF2B5EF4-FFF2-40B4-BE49-F238E27FC236}">
                  <a16:creationId xmlns:a16="http://schemas.microsoft.com/office/drawing/2014/main" id="{C7854E31-2F39-4D5D-BC55-82505F81B1DD}"/>
                </a:ext>
              </a:extLst>
            </p:cNvPr>
            <p:cNvCxnSpPr>
              <a:cxnSpLocks/>
              <a:stCxn id="3" idx="2"/>
              <a:endCxn id="18" idx="0"/>
            </p:cNvCxnSpPr>
            <p:nvPr/>
          </p:nvCxnSpPr>
          <p:spPr>
            <a:xfrm rot="16200000" flipH="1">
              <a:off x="11316743" y="3677388"/>
              <a:ext cx="379627" cy="52124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4" name="موصل: على شكل مرفق 17">
              <a:extLst>
                <a:ext uri="{FF2B5EF4-FFF2-40B4-BE49-F238E27FC236}">
                  <a16:creationId xmlns:a16="http://schemas.microsoft.com/office/drawing/2014/main" id="{3D8E7F81-14F7-446F-9D09-9288BE039B32}"/>
                </a:ext>
              </a:extLst>
            </p:cNvPr>
            <p:cNvCxnSpPr>
              <a:cxnSpLocks/>
              <a:stCxn id="4" idx="2"/>
              <a:endCxn id="17" idx="0"/>
            </p:cNvCxnSpPr>
            <p:nvPr/>
          </p:nvCxnSpPr>
          <p:spPr>
            <a:xfrm rot="5400000">
              <a:off x="8216076" y="3614711"/>
              <a:ext cx="364135" cy="63111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5" name="موصل: على شكل مرفق 93">
              <a:extLst>
                <a:ext uri="{FF2B5EF4-FFF2-40B4-BE49-F238E27FC236}">
                  <a16:creationId xmlns:a16="http://schemas.microsoft.com/office/drawing/2014/main" id="{B3C8B99C-97A0-4CB5-9DF6-A09739BE562A}"/>
                </a:ext>
              </a:extLst>
            </p:cNvPr>
            <p:cNvCxnSpPr>
              <a:cxnSpLocks/>
              <a:stCxn id="4" idx="2"/>
              <a:endCxn id="16" idx="0"/>
            </p:cNvCxnSpPr>
            <p:nvPr/>
          </p:nvCxnSpPr>
          <p:spPr>
            <a:xfrm rot="16200000" flipH="1">
              <a:off x="8891094" y="3570804"/>
              <a:ext cx="364136" cy="71892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موصل: على شكل مرفق 17">
              <a:extLst>
                <a:ext uri="{FF2B5EF4-FFF2-40B4-BE49-F238E27FC236}">
                  <a16:creationId xmlns:a16="http://schemas.microsoft.com/office/drawing/2014/main" id="{F9FE5D13-1AA4-4FF3-A18F-E0C33A451675}"/>
                </a:ext>
              </a:extLst>
            </p:cNvPr>
            <p:cNvCxnSpPr>
              <a:cxnSpLocks/>
              <a:stCxn id="8" idx="2"/>
              <a:endCxn id="15" idx="0"/>
            </p:cNvCxnSpPr>
            <p:nvPr/>
          </p:nvCxnSpPr>
          <p:spPr>
            <a:xfrm rot="5400000">
              <a:off x="2543983" y="3697186"/>
              <a:ext cx="364136" cy="46616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موصل: على شكل مرفق 93">
              <a:extLst>
                <a:ext uri="{FF2B5EF4-FFF2-40B4-BE49-F238E27FC236}">
                  <a16:creationId xmlns:a16="http://schemas.microsoft.com/office/drawing/2014/main" id="{1262F500-E17A-424A-ADE1-FB443CE64B61}"/>
                </a:ext>
              </a:extLst>
            </p:cNvPr>
            <p:cNvCxnSpPr>
              <a:cxnSpLocks/>
              <a:stCxn id="8" idx="2"/>
              <a:endCxn id="14" idx="0"/>
            </p:cNvCxnSpPr>
            <p:nvPr/>
          </p:nvCxnSpPr>
          <p:spPr>
            <a:xfrm rot="16200000" flipH="1">
              <a:off x="2989466" y="3717864"/>
              <a:ext cx="364136" cy="42480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31" name="موصل: على شكل مرفق 203">
            <a:extLst>
              <a:ext uri="{FF2B5EF4-FFF2-40B4-BE49-F238E27FC236}">
                <a16:creationId xmlns:a16="http://schemas.microsoft.com/office/drawing/2014/main" id="{389A1438-CEF1-4783-9AA3-B9F77EF04859}"/>
              </a:ext>
            </a:extLst>
          </p:cNvPr>
          <p:cNvCxnSpPr>
            <a:cxnSpLocks/>
            <a:stCxn id="5" idx="2"/>
            <a:endCxn id="10" idx="0"/>
          </p:cNvCxnSpPr>
          <p:nvPr/>
        </p:nvCxnSpPr>
        <p:spPr>
          <a:xfrm rot="5400000">
            <a:off x="4874379" y="1382577"/>
            <a:ext cx="2087325" cy="131994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1" name="Date Placeholder 10">
            <a:extLst>
              <a:ext uri="{FF2B5EF4-FFF2-40B4-BE49-F238E27FC236}">
                <a16:creationId xmlns:a16="http://schemas.microsoft.com/office/drawing/2014/main" id="{9D73B2C8-7D2D-532F-B222-4A5264727F92}"/>
              </a:ext>
            </a:extLst>
          </p:cNvPr>
          <p:cNvSpPr>
            <a:spLocks noGrp="1"/>
          </p:cNvSpPr>
          <p:nvPr>
            <p:ph type="dt" sz="half" idx="10"/>
          </p:nvPr>
        </p:nvSpPr>
        <p:spPr/>
        <p:txBody>
          <a:bodyPr/>
          <a:lstStyle/>
          <a:p>
            <a:fld id="{4E92A531-28B0-447E-9C8B-D7B8CFE4955A}" type="datetime8">
              <a:rPr lang="ar-SY" smtClean="0"/>
              <a:t>28 تشرين الأول، 26</a:t>
            </a:fld>
            <a:endParaRPr lang="ar-SY" dirty="0"/>
          </a:p>
        </p:txBody>
      </p:sp>
      <p:sp>
        <p:nvSpPr>
          <p:cNvPr id="28" name="Footer Placeholder 27">
            <a:extLst>
              <a:ext uri="{FF2B5EF4-FFF2-40B4-BE49-F238E27FC236}">
                <a16:creationId xmlns:a16="http://schemas.microsoft.com/office/drawing/2014/main" id="{CE879814-CD59-7247-CE4F-9D063B107D2F}"/>
              </a:ext>
            </a:extLst>
          </p:cNvPr>
          <p:cNvSpPr>
            <a:spLocks noGrp="1"/>
          </p:cNvSpPr>
          <p:nvPr>
            <p:ph type="ftr" sz="quarter" idx="11"/>
          </p:nvPr>
        </p:nvSpPr>
        <p:spPr/>
        <p:txBody>
          <a:bodyPr/>
          <a:lstStyle/>
          <a:p>
            <a:r>
              <a:rPr lang="ar-SY"/>
              <a:t>التعريف العام بمحافظة دمشق</a:t>
            </a:r>
          </a:p>
        </p:txBody>
      </p:sp>
      <p:sp>
        <p:nvSpPr>
          <p:cNvPr id="29" name="Slide Number Placeholder 28">
            <a:extLst>
              <a:ext uri="{FF2B5EF4-FFF2-40B4-BE49-F238E27FC236}">
                <a16:creationId xmlns:a16="http://schemas.microsoft.com/office/drawing/2014/main" id="{2FA8A806-2923-A81D-75C1-1EC18E3E32C3}"/>
              </a:ext>
            </a:extLst>
          </p:cNvPr>
          <p:cNvSpPr>
            <a:spLocks noGrp="1"/>
          </p:cNvSpPr>
          <p:nvPr>
            <p:ph type="sldNum" sz="quarter" idx="12"/>
          </p:nvPr>
        </p:nvSpPr>
        <p:spPr/>
        <p:txBody>
          <a:bodyPr/>
          <a:lstStyle/>
          <a:p>
            <a:fld id="{065EBCF0-071A-41B4-9C48-9ADF70E893B6}" type="slidenum">
              <a:rPr lang="ar-SY" smtClean="0"/>
              <a:pPr/>
              <a:t>44</a:t>
            </a:fld>
            <a:endParaRPr lang="ar-SY" dirty="0"/>
          </a:p>
        </p:txBody>
      </p:sp>
    </p:spTree>
    <p:extLst>
      <p:ext uri="{BB962C8B-B14F-4D97-AF65-F5344CB8AC3E}">
        <p14:creationId xmlns:p14="http://schemas.microsoft.com/office/powerpoint/2010/main" val="1430218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B45E47-B1B5-9168-4DE1-CADFF35BE423}"/>
              </a:ext>
            </a:extLst>
          </p:cNvPr>
          <p:cNvSpPr>
            <a:spLocks noGrp="1"/>
          </p:cNvSpPr>
          <p:nvPr>
            <p:ph type="title"/>
          </p:nvPr>
        </p:nvSpPr>
        <p:spPr/>
        <p:txBody>
          <a:bodyPr/>
          <a:lstStyle/>
          <a:p>
            <a:r>
              <a:rPr lang="ar-SY" dirty="0"/>
              <a:t>مديرية التنمية الإدارية</a:t>
            </a:r>
          </a:p>
        </p:txBody>
      </p:sp>
      <p:sp>
        <p:nvSpPr>
          <p:cNvPr id="6" name="Content Placeholder 5">
            <a:extLst>
              <a:ext uri="{FF2B5EF4-FFF2-40B4-BE49-F238E27FC236}">
                <a16:creationId xmlns:a16="http://schemas.microsoft.com/office/drawing/2014/main" id="{A3ACD922-ED97-92CF-23D2-DE20919B5CCC}"/>
              </a:ext>
            </a:extLst>
          </p:cNvPr>
          <p:cNvSpPr>
            <a:spLocks noGrp="1"/>
          </p:cNvSpPr>
          <p:nvPr>
            <p:ph idx="1"/>
          </p:nvPr>
        </p:nvSpPr>
        <p:spPr/>
        <p:txBody>
          <a:bodyPr>
            <a:normAutofit fontScale="92500"/>
          </a:bodyPr>
          <a:lstStyle/>
          <a:p>
            <a:r>
              <a:rPr lang="ar-SY" dirty="0"/>
              <a:t>هي الجهة المختصة بتطوير الأداء الإداري والمؤسسي في محافظة دمشق، من خلال إدارة الموارد البشرية، وتنظيم شؤون العاملين، وتوصيف الوظائف، وتقييم الأداء، وإعادة هندسة وتبسيط الإجراءات. تتولى المديرية إعداد وتنفيذ خطط التدريب والتأهيل، ودعم التنظيم المؤسساتي وجودة الأداء الإداري، وتعزيز الأتمتة والأرشفة الإلكترونية، بما يسهم في رفع كفاءة العمل الإداري وتحسين جودة الخدمات المقدمة للمواطنين.</a:t>
            </a:r>
          </a:p>
        </p:txBody>
      </p:sp>
      <p:sp>
        <p:nvSpPr>
          <p:cNvPr id="2" name="Date Placeholder 1">
            <a:extLst>
              <a:ext uri="{FF2B5EF4-FFF2-40B4-BE49-F238E27FC236}">
                <a16:creationId xmlns:a16="http://schemas.microsoft.com/office/drawing/2014/main" id="{475B4FD1-A47C-F563-BC5F-997CDE5F031C}"/>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6EA2AEFC-30DD-882B-FF9A-832A2C0BAD94}"/>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B4FEA3E3-4491-0B75-1313-AFB311E3A3FF}"/>
              </a:ext>
            </a:extLst>
          </p:cNvPr>
          <p:cNvSpPr>
            <a:spLocks noGrp="1"/>
          </p:cNvSpPr>
          <p:nvPr>
            <p:ph type="sldNum" sz="quarter" idx="12"/>
          </p:nvPr>
        </p:nvSpPr>
        <p:spPr/>
        <p:txBody>
          <a:bodyPr/>
          <a:lstStyle/>
          <a:p>
            <a:fld id="{065EBCF0-071A-41B4-9C48-9ADF70E893B6}" type="slidenum">
              <a:rPr lang="ar-SY" smtClean="0"/>
              <a:pPr/>
              <a:t>45</a:t>
            </a:fld>
            <a:endParaRPr lang="ar-SY" dirty="0"/>
          </a:p>
        </p:txBody>
      </p:sp>
    </p:spTree>
    <p:extLst>
      <p:ext uri="{BB962C8B-B14F-4D97-AF65-F5344CB8AC3E}">
        <p14:creationId xmlns:p14="http://schemas.microsoft.com/office/powerpoint/2010/main" val="35517383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مستطيل 12">
            <a:extLst>
              <a:ext uri="{FF2B5EF4-FFF2-40B4-BE49-F238E27FC236}">
                <a16:creationId xmlns:a16="http://schemas.microsoft.com/office/drawing/2014/main" id="{2ECEADD1-5D92-4E7E-954C-1755A38B2062}"/>
              </a:ext>
            </a:extLst>
          </p:cNvPr>
          <p:cNvSpPr/>
          <p:nvPr/>
        </p:nvSpPr>
        <p:spPr>
          <a:xfrm>
            <a:off x="10464389" y="228603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 شؤون العاملين</a:t>
            </a:r>
          </a:p>
        </p:txBody>
      </p:sp>
      <p:cxnSp>
        <p:nvCxnSpPr>
          <p:cNvPr id="40" name="موصل: على شكل مرفق 30">
            <a:extLst>
              <a:ext uri="{FF2B5EF4-FFF2-40B4-BE49-F238E27FC236}">
                <a16:creationId xmlns:a16="http://schemas.microsoft.com/office/drawing/2014/main" id="{5C6331FE-27DE-4019-BCE5-F307668A0B3A}"/>
              </a:ext>
            </a:extLst>
          </p:cNvPr>
          <p:cNvCxnSpPr>
            <a:cxnSpLocks/>
            <a:stCxn id="65" idx="2"/>
            <a:endCxn id="77" idx="3"/>
          </p:cNvCxnSpPr>
          <p:nvPr/>
        </p:nvCxnSpPr>
        <p:spPr>
          <a:xfrm rot="5400000">
            <a:off x="7825636" y="3252122"/>
            <a:ext cx="1205349" cy="35318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2" name="مستطيل 198">
            <a:extLst>
              <a:ext uri="{FF2B5EF4-FFF2-40B4-BE49-F238E27FC236}">
                <a16:creationId xmlns:a16="http://schemas.microsoft.com/office/drawing/2014/main" id="{52902D8C-26AC-47DF-AC63-CC6D0E3F0316}"/>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rPr>
              <a:t>مديرية ال</a:t>
            </a:r>
            <a:r>
              <a:rPr lang="ar-SY" sz="1400" b="1" dirty="0">
                <a:ln w="0"/>
                <a:solidFill>
                  <a:schemeClr val="tx1"/>
                </a:solidFill>
                <a:effectLst>
                  <a:outerShdw blurRad="38100" dist="38100" dir="2700000" algn="tl">
                    <a:srgbClr val="000000">
                      <a:alpha val="43137"/>
                    </a:srgbClr>
                  </a:outerShdw>
                </a:effectLst>
              </a:rPr>
              <a:t>تنمية الإدارية</a:t>
            </a:r>
          </a:p>
        </p:txBody>
      </p:sp>
      <p:cxnSp>
        <p:nvCxnSpPr>
          <p:cNvPr id="43" name="موصل: على شكل مرفق 199">
            <a:extLst>
              <a:ext uri="{FF2B5EF4-FFF2-40B4-BE49-F238E27FC236}">
                <a16:creationId xmlns:a16="http://schemas.microsoft.com/office/drawing/2014/main" id="{61215FA1-5F0B-4253-942D-E503C6DA1EC8}"/>
              </a:ext>
            </a:extLst>
          </p:cNvPr>
          <p:cNvCxnSpPr>
            <a:cxnSpLocks/>
            <a:stCxn id="42" idx="2"/>
            <a:endCxn id="38" idx="0"/>
          </p:cNvCxnSpPr>
          <p:nvPr/>
        </p:nvCxnSpPr>
        <p:spPr>
          <a:xfrm rot="16200000" flipH="1">
            <a:off x="7797240" y="-993112"/>
            <a:ext cx="1615319" cy="494298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4" name="موصل: على شكل مرفق 203">
            <a:extLst>
              <a:ext uri="{FF2B5EF4-FFF2-40B4-BE49-F238E27FC236}">
                <a16:creationId xmlns:a16="http://schemas.microsoft.com/office/drawing/2014/main" id="{584FC534-C18E-46D1-90F2-AFA4B977D7EB}"/>
              </a:ext>
            </a:extLst>
          </p:cNvPr>
          <p:cNvCxnSpPr>
            <a:cxnSpLocks/>
          </p:cNvCxnSpPr>
          <p:nvPr/>
        </p:nvCxnSpPr>
        <p:spPr>
          <a:xfrm rot="16200000" flipH="1">
            <a:off x="6556421" y="247706"/>
            <a:ext cx="1555299" cy="2401323"/>
          </a:xfrm>
          <a:prstGeom prst="bentConnector3">
            <a:avLst>
              <a:gd name="adj1" fmla="val 52722"/>
            </a:avLst>
          </a:prstGeom>
          <a:ln w="19050">
            <a:tailEnd type="triangle"/>
          </a:ln>
        </p:spPr>
        <p:style>
          <a:lnRef idx="1">
            <a:schemeClr val="dk1"/>
          </a:lnRef>
          <a:fillRef idx="0">
            <a:schemeClr val="dk1"/>
          </a:fillRef>
          <a:effectRef idx="0">
            <a:schemeClr val="dk1"/>
          </a:effectRef>
          <a:fontRef idx="minor">
            <a:schemeClr val="tx1"/>
          </a:fontRef>
        </p:style>
      </p:cxnSp>
      <p:cxnSp>
        <p:nvCxnSpPr>
          <p:cNvPr id="46" name="موصل: على شكل مرفق 76">
            <a:extLst>
              <a:ext uri="{FF2B5EF4-FFF2-40B4-BE49-F238E27FC236}">
                <a16:creationId xmlns:a16="http://schemas.microsoft.com/office/drawing/2014/main" id="{01C3CBEA-CAF4-47EF-8EEA-B33E615D966C}"/>
              </a:ext>
            </a:extLst>
          </p:cNvPr>
          <p:cNvCxnSpPr>
            <a:cxnSpLocks/>
            <a:stCxn id="38" idx="2"/>
            <a:endCxn id="160" idx="1"/>
          </p:cNvCxnSpPr>
          <p:nvPr/>
        </p:nvCxnSpPr>
        <p:spPr>
          <a:xfrm rot="16200000" flipH="1">
            <a:off x="10990355" y="2912071"/>
            <a:ext cx="500692" cy="32862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7" name="مستطيل 5">
            <a:extLst>
              <a:ext uri="{FF2B5EF4-FFF2-40B4-BE49-F238E27FC236}">
                <a16:creationId xmlns:a16="http://schemas.microsoft.com/office/drawing/2014/main" id="{BB229AED-71E6-4D07-B533-1C6A7C60C752}"/>
              </a:ext>
            </a:extLst>
          </p:cNvPr>
          <p:cNvSpPr/>
          <p:nvPr/>
        </p:nvSpPr>
        <p:spPr>
          <a:xfrm>
            <a:off x="113951" y="228610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err="1">
                <a:ln w="0"/>
                <a:solidFill>
                  <a:schemeClr val="tx1"/>
                </a:solidFill>
                <a:effectLst>
                  <a:outerShdw blurRad="38100" dist="38100" dir="2700000" algn="tl">
                    <a:srgbClr val="000000">
                      <a:alpha val="43137"/>
                    </a:srgbClr>
                  </a:outerShdw>
                </a:effectLst>
              </a:rPr>
              <a:t>دا</a:t>
            </a:r>
            <a:r>
              <a:rPr lang="ar-SY" sz="1200" b="1" dirty="0">
                <a:ln w="0"/>
                <a:solidFill>
                  <a:schemeClr val="tx1"/>
                </a:solidFill>
                <a:effectLst>
                  <a:outerShdw blurRad="38100" dist="38100" dir="2700000" algn="tl">
                    <a:srgbClr val="000000">
                      <a:alpha val="43137"/>
                    </a:srgbClr>
                  </a:outerShdw>
                </a:effectLst>
              </a:rPr>
              <a:t>ر الحضانة</a:t>
            </a:r>
          </a:p>
        </p:txBody>
      </p:sp>
      <p:cxnSp>
        <p:nvCxnSpPr>
          <p:cNvPr id="49" name="موصل: على شكل مرفق 17">
            <a:extLst>
              <a:ext uri="{FF2B5EF4-FFF2-40B4-BE49-F238E27FC236}">
                <a16:creationId xmlns:a16="http://schemas.microsoft.com/office/drawing/2014/main" id="{63EF0F48-7BE0-439E-A299-BB271B88AEFE}"/>
              </a:ext>
            </a:extLst>
          </p:cNvPr>
          <p:cNvCxnSpPr>
            <a:cxnSpLocks/>
            <a:stCxn id="38" idx="2"/>
            <a:endCxn id="171" idx="3"/>
          </p:cNvCxnSpPr>
          <p:nvPr/>
        </p:nvCxnSpPr>
        <p:spPr>
          <a:xfrm rot="5400000">
            <a:off x="10309481" y="3318628"/>
            <a:ext cx="1259498" cy="27431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1" name="موصل: على شكل مرفق 93">
            <a:extLst>
              <a:ext uri="{FF2B5EF4-FFF2-40B4-BE49-F238E27FC236}">
                <a16:creationId xmlns:a16="http://schemas.microsoft.com/office/drawing/2014/main" id="{7D4E911A-3BF8-444D-9E3A-CA2A373903A0}"/>
              </a:ext>
            </a:extLst>
          </p:cNvPr>
          <p:cNvCxnSpPr>
            <a:cxnSpLocks/>
            <a:stCxn id="38" idx="2"/>
            <a:endCxn id="172" idx="3"/>
          </p:cNvCxnSpPr>
          <p:nvPr/>
        </p:nvCxnSpPr>
        <p:spPr>
          <a:xfrm rot="5400000">
            <a:off x="9905160" y="3710529"/>
            <a:ext cx="2055721" cy="28673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7" name="مستطيل 65">
            <a:extLst>
              <a:ext uri="{FF2B5EF4-FFF2-40B4-BE49-F238E27FC236}">
                <a16:creationId xmlns:a16="http://schemas.microsoft.com/office/drawing/2014/main" id="{67AAF409-7A8A-4C1D-8E53-B68D786FF07D}"/>
              </a:ext>
            </a:extLst>
          </p:cNvPr>
          <p:cNvSpPr/>
          <p:nvPr/>
        </p:nvSpPr>
        <p:spPr>
          <a:xfrm>
            <a:off x="3402467" y="676981"/>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مكتب المدير</a:t>
            </a:r>
          </a:p>
          <a:p>
            <a:pPr algn="ctr"/>
            <a:r>
              <a:rPr lang="ar-SY" sz="1200" b="1" dirty="0">
                <a:ln w="0"/>
                <a:solidFill>
                  <a:schemeClr val="tx1"/>
                </a:solidFill>
                <a:effectLst>
                  <a:outerShdw blurRad="38100" dist="38100" dir="2700000" algn="tl">
                    <a:srgbClr val="000000">
                      <a:alpha val="43137"/>
                    </a:srgbClr>
                  </a:outerShdw>
                </a:effectLst>
              </a:rPr>
              <a:t>السائق والمستخدم</a:t>
            </a:r>
            <a:endParaRPr lang="ar-SA" sz="1200" b="1" dirty="0">
              <a:ln w="0"/>
              <a:solidFill>
                <a:schemeClr val="tx1"/>
              </a:solidFill>
              <a:effectLst>
                <a:outerShdw blurRad="38100" dist="38100" dir="2700000" algn="tl">
                  <a:srgbClr val="000000">
                    <a:alpha val="43137"/>
                  </a:srgbClr>
                </a:outerShdw>
              </a:effectLst>
            </a:endParaRPr>
          </a:p>
        </p:txBody>
      </p:sp>
      <p:cxnSp>
        <p:nvCxnSpPr>
          <p:cNvPr id="58" name="موصل: على شكل مرفق 66">
            <a:extLst>
              <a:ext uri="{FF2B5EF4-FFF2-40B4-BE49-F238E27FC236}">
                <a16:creationId xmlns:a16="http://schemas.microsoft.com/office/drawing/2014/main" id="{F73B4746-4307-4C64-B70C-431845E1A320}"/>
              </a:ext>
            </a:extLst>
          </p:cNvPr>
          <p:cNvCxnSpPr>
            <a:cxnSpLocks/>
            <a:stCxn id="42" idx="2"/>
            <a:endCxn id="57" idx="3"/>
          </p:cNvCxnSpPr>
          <p:nvPr/>
        </p:nvCxnSpPr>
        <p:spPr>
          <a:xfrm rot="5400000">
            <a:off x="5241807" y="55379"/>
            <a:ext cx="276262" cy="150694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4" name="موصل: على شكل مرفق 57">
            <a:extLst>
              <a:ext uri="{FF2B5EF4-FFF2-40B4-BE49-F238E27FC236}">
                <a16:creationId xmlns:a16="http://schemas.microsoft.com/office/drawing/2014/main" id="{CCACB9D8-0112-404C-B0DA-1236D639F966}"/>
              </a:ext>
            </a:extLst>
          </p:cNvPr>
          <p:cNvCxnSpPr>
            <a:cxnSpLocks/>
            <a:stCxn id="65" idx="2"/>
            <a:endCxn id="76" idx="3"/>
          </p:cNvCxnSpPr>
          <p:nvPr/>
        </p:nvCxnSpPr>
        <p:spPr>
          <a:xfrm rot="5400000">
            <a:off x="8222149" y="2855609"/>
            <a:ext cx="412322" cy="35318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5" name="مستطيل 62">
            <a:extLst>
              <a:ext uri="{FF2B5EF4-FFF2-40B4-BE49-F238E27FC236}">
                <a16:creationId xmlns:a16="http://schemas.microsoft.com/office/drawing/2014/main" id="{E110B94B-8283-4DBD-A75E-9E0D0225BADB}"/>
              </a:ext>
            </a:extLst>
          </p:cNvPr>
          <p:cNvSpPr/>
          <p:nvPr/>
        </p:nvSpPr>
        <p:spPr>
          <a:xfrm>
            <a:off x="7922431" y="2286039"/>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ال</a:t>
            </a:r>
            <a:r>
              <a:rPr lang="ar-SY" sz="1200" b="1" dirty="0">
                <a:ln w="0"/>
                <a:solidFill>
                  <a:schemeClr val="tx1"/>
                </a:solidFill>
                <a:effectLst>
                  <a:outerShdw blurRad="38100" dist="38100" dir="2700000" algn="tl">
                    <a:srgbClr val="000000">
                      <a:alpha val="43137"/>
                    </a:srgbClr>
                  </a:outerShdw>
                </a:effectLst>
              </a:rPr>
              <a:t>موارد البشرية</a:t>
            </a:r>
          </a:p>
        </p:txBody>
      </p:sp>
      <p:cxnSp>
        <p:nvCxnSpPr>
          <p:cNvPr id="67" name="موصل: على شكل مرفق 69">
            <a:extLst>
              <a:ext uri="{FF2B5EF4-FFF2-40B4-BE49-F238E27FC236}">
                <a16:creationId xmlns:a16="http://schemas.microsoft.com/office/drawing/2014/main" id="{4F385C8D-3523-406B-BDDD-9FC4DBB8D154}"/>
              </a:ext>
            </a:extLst>
          </p:cNvPr>
          <p:cNvCxnSpPr>
            <a:cxnSpLocks/>
            <a:stCxn id="38" idx="2"/>
            <a:endCxn id="97" idx="3"/>
          </p:cNvCxnSpPr>
          <p:nvPr/>
        </p:nvCxnSpPr>
        <p:spPr>
          <a:xfrm rot="5400000">
            <a:off x="9468902" y="4146787"/>
            <a:ext cx="2928236" cy="28673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1" name="مستطيل 84">
            <a:extLst>
              <a:ext uri="{FF2B5EF4-FFF2-40B4-BE49-F238E27FC236}">
                <a16:creationId xmlns:a16="http://schemas.microsoft.com/office/drawing/2014/main" id="{896F0030-06EB-406C-A40C-121F1460DD02}"/>
              </a:ext>
            </a:extLst>
          </p:cNvPr>
          <p:cNvSpPr/>
          <p:nvPr/>
        </p:nvSpPr>
        <p:spPr>
          <a:xfrm>
            <a:off x="5271095" y="2291426"/>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a:t>
            </a:r>
            <a:r>
              <a:rPr lang="ar-SY" sz="1200" b="1" dirty="0">
                <a:ln w="0"/>
                <a:solidFill>
                  <a:schemeClr val="tx1"/>
                </a:solidFill>
                <a:effectLst>
                  <a:outerShdw blurRad="38100" dist="38100" dir="2700000" algn="tl">
                    <a:srgbClr val="000000">
                      <a:alpha val="43137"/>
                    </a:srgbClr>
                  </a:outerShdw>
                </a:effectLst>
              </a:rPr>
              <a:t>لتنظيم المؤسساتي</a:t>
            </a:r>
          </a:p>
        </p:txBody>
      </p:sp>
      <p:cxnSp>
        <p:nvCxnSpPr>
          <p:cNvPr id="72" name="موصل: على شكل مرفق 85">
            <a:extLst>
              <a:ext uri="{FF2B5EF4-FFF2-40B4-BE49-F238E27FC236}">
                <a16:creationId xmlns:a16="http://schemas.microsoft.com/office/drawing/2014/main" id="{46D61136-62FD-4622-ACAF-79F29735620B}"/>
              </a:ext>
            </a:extLst>
          </p:cNvPr>
          <p:cNvCxnSpPr>
            <a:cxnSpLocks/>
            <a:stCxn id="42" idx="2"/>
          </p:cNvCxnSpPr>
          <p:nvPr/>
        </p:nvCxnSpPr>
        <p:spPr>
          <a:xfrm rot="5400000">
            <a:off x="5253905" y="1370381"/>
            <a:ext cx="1579166" cy="179843"/>
          </a:xfrm>
          <a:prstGeom prst="bentConnector3">
            <a:avLst>
              <a:gd name="adj1" fmla="val 52145"/>
            </a:avLst>
          </a:prstGeom>
          <a:ln w="19050">
            <a:tailEnd type="triangle"/>
          </a:ln>
        </p:spPr>
        <p:style>
          <a:lnRef idx="1">
            <a:schemeClr val="dk1"/>
          </a:lnRef>
          <a:fillRef idx="0">
            <a:schemeClr val="dk1"/>
          </a:fillRef>
          <a:effectRef idx="0">
            <a:schemeClr val="dk1"/>
          </a:effectRef>
          <a:fontRef idx="minor">
            <a:schemeClr val="tx1"/>
          </a:fontRef>
        </p:style>
      </p:cxnSp>
      <p:cxnSp>
        <p:nvCxnSpPr>
          <p:cNvPr id="75" name="موصل: على شكل مرفق 92">
            <a:extLst>
              <a:ext uri="{FF2B5EF4-FFF2-40B4-BE49-F238E27FC236}">
                <a16:creationId xmlns:a16="http://schemas.microsoft.com/office/drawing/2014/main" id="{19863E19-2103-408D-A053-EF825190EBEB}"/>
              </a:ext>
            </a:extLst>
          </p:cNvPr>
          <p:cNvCxnSpPr>
            <a:cxnSpLocks/>
            <a:stCxn id="71" idx="2"/>
            <a:endCxn id="81" idx="3"/>
          </p:cNvCxnSpPr>
          <p:nvPr/>
        </p:nvCxnSpPr>
        <p:spPr>
          <a:xfrm rot="5400000">
            <a:off x="5625444" y="2905819"/>
            <a:ext cx="402514" cy="25372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6" name="مستطيل 94">
            <a:extLst>
              <a:ext uri="{FF2B5EF4-FFF2-40B4-BE49-F238E27FC236}">
                <a16:creationId xmlns:a16="http://schemas.microsoft.com/office/drawing/2014/main" id="{CDCD1D7B-47E2-466B-B007-055EC8661E51}"/>
              </a:ext>
            </a:extLst>
          </p:cNvPr>
          <p:cNvSpPr/>
          <p:nvPr/>
        </p:nvSpPr>
        <p:spPr>
          <a:xfrm>
            <a:off x="7282640" y="2908428"/>
            <a:ext cx="969079" cy="65986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تنظيم الموارد</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77" name="مستطيل 95">
            <a:extLst>
              <a:ext uri="{FF2B5EF4-FFF2-40B4-BE49-F238E27FC236}">
                <a16:creationId xmlns:a16="http://schemas.microsoft.com/office/drawing/2014/main" id="{E3650140-8F29-4432-ADCE-12D0C5708231}"/>
              </a:ext>
            </a:extLst>
          </p:cNvPr>
          <p:cNvSpPr/>
          <p:nvPr/>
        </p:nvSpPr>
        <p:spPr>
          <a:xfrm>
            <a:off x="7282640" y="3712833"/>
            <a:ext cx="969079"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تدريب الإداري</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78" name="مستطيل 99">
            <a:extLst>
              <a:ext uri="{FF2B5EF4-FFF2-40B4-BE49-F238E27FC236}">
                <a16:creationId xmlns:a16="http://schemas.microsoft.com/office/drawing/2014/main" id="{78DCE122-1642-4C61-9FFE-5F864B58EA4E}"/>
              </a:ext>
            </a:extLst>
          </p:cNvPr>
          <p:cNvSpPr/>
          <p:nvPr/>
        </p:nvSpPr>
        <p:spPr>
          <a:xfrm>
            <a:off x="4787413" y="3673205"/>
            <a:ext cx="91242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التخطيط الإداري</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81" name="مستطيل 102">
            <a:extLst>
              <a:ext uri="{FF2B5EF4-FFF2-40B4-BE49-F238E27FC236}">
                <a16:creationId xmlns:a16="http://schemas.microsoft.com/office/drawing/2014/main" id="{477C7C7F-DA8C-4B3F-BBA4-160BC8CB2CA4}"/>
              </a:ext>
            </a:extLst>
          </p:cNvPr>
          <p:cNvSpPr/>
          <p:nvPr/>
        </p:nvSpPr>
        <p:spPr>
          <a:xfrm>
            <a:off x="4752012" y="2915385"/>
            <a:ext cx="947826"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التنظيم والإجراءات</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84" name="موصل: على شكل مرفق 112">
            <a:extLst>
              <a:ext uri="{FF2B5EF4-FFF2-40B4-BE49-F238E27FC236}">
                <a16:creationId xmlns:a16="http://schemas.microsoft.com/office/drawing/2014/main" id="{04DE412C-B4FA-4A2E-A814-42BED0D21BA8}"/>
              </a:ext>
            </a:extLst>
          </p:cNvPr>
          <p:cNvCxnSpPr>
            <a:cxnSpLocks/>
            <a:stCxn id="71" idx="2"/>
            <a:endCxn id="78" idx="3"/>
          </p:cNvCxnSpPr>
          <p:nvPr/>
        </p:nvCxnSpPr>
        <p:spPr>
          <a:xfrm rot="5400000">
            <a:off x="5246534" y="3284729"/>
            <a:ext cx="1160334" cy="25372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85" name="مستطيل 125">
            <a:extLst>
              <a:ext uri="{FF2B5EF4-FFF2-40B4-BE49-F238E27FC236}">
                <a16:creationId xmlns:a16="http://schemas.microsoft.com/office/drawing/2014/main" id="{0DED5863-ECCA-4C1C-B14F-F6CBBB57F236}"/>
              </a:ext>
            </a:extLst>
          </p:cNvPr>
          <p:cNvSpPr/>
          <p:nvPr/>
        </p:nvSpPr>
        <p:spPr>
          <a:xfrm>
            <a:off x="2422421" y="2295339"/>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الدائرة الإدارية</a:t>
            </a:r>
          </a:p>
        </p:txBody>
      </p:sp>
      <p:cxnSp>
        <p:nvCxnSpPr>
          <p:cNvPr id="86" name="موصل: على شكل مرفق 127">
            <a:extLst>
              <a:ext uri="{FF2B5EF4-FFF2-40B4-BE49-F238E27FC236}">
                <a16:creationId xmlns:a16="http://schemas.microsoft.com/office/drawing/2014/main" id="{D78B886B-ECEB-4ED4-AFF0-AF215BB2D904}"/>
              </a:ext>
            </a:extLst>
          </p:cNvPr>
          <p:cNvCxnSpPr>
            <a:cxnSpLocks/>
            <a:stCxn id="42" idx="2"/>
            <a:endCxn id="85" idx="0"/>
          </p:cNvCxnSpPr>
          <p:nvPr/>
        </p:nvCxnSpPr>
        <p:spPr>
          <a:xfrm rot="5400000">
            <a:off x="3806840" y="-31230"/>
            <a:ext cx="1624620" cy="302851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9" name="موصل: على شكل مرفق 131">
            <a:extLst>
              <a:ext uri="{FF2B5EF4-FFF2-40B4-BE49-F238E27FC236}">
                <a16:creationId xmlns:a16="http://schemas.microsoft.com/office/drawing/2014/main" id="{562AFD2E-EB0F-4171-A136-7F98167DB9AC}"/>
              </a:ext>
            </a:extLst>
          </p:cNvPr>
          <p:cNvCxnSpPr>
            <a:cxnSpLocks/>
            <a:stCxn id="85" idx="2"/>
            <a:endCxn id="98" idx="3"/>
          </p:cNvCxnSpPr>
          <p:nvPr/>
        </p:nvCxnSpPr>
        <p:spPr>
          <a:xfrm rot="5400000">
            <a:off x="1948411" y="3566163"/>
            <a:ext cx="1887305" cy="42565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2" name="موصل: على شكل مرفق 138">
            <a:extLst>
              <a:ext uri="{FF2B5EF4-FFF2-40B4-BE49-F238E27FC236}">
                <a16:creationId xmlns:a16="http://schemas.microsoft.com/office/drawing/2014/main" id="{422C7AE8-45E4-495E-BBA6-3461F21FDB70}"/>
              </a:ext>
            </a:extLst>
          </p:cNvPr>
          <p:cNvCxnSpPr>
            <a:cxnSpLocks/>
            <a:stCxn id="85" idx="2"/>
            <a:endCxn id="96" idx="3"/>
          </p:cNvCxnSpPr>
          <p:nvPr/>
        </p:nvCxnSpPr>
        <p:spPr>
          <a:xfrm rot="5400000">
            <a:off x="2320834" y="3193742"/>
            <a:ext cx="1142460" cy="42565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4" name="موصل: على شكل مرفق 140">
            <a:extLst>
              <a:ext uri="{FF2B5EF4-FFF2-40B4-BE49-F238E27FC236}">
                <a16:creationId xmlns:a16="http://schemas.microsoft.com/office/drawing/2014/main" id="{E9FF1955-E807-42E3-BB4B-652143B5AE39}"/>
              </a:ext>
            </a:extLst>
          </p:cNvPr>
          <p:cNvCxnSpPr>
            <a:cxnSpLocks/>
            <a:stCxn id="85" idx="2"/>
            <a:endCxn id="95" idx="3"/>
          </p:cNvCxnSpPr>
          <p:nvPr/>
        </p:nvCxnSpPr>
        <p:spPr>
          <a:xfrm rot="5400000">
            <a:off x="2706127" y="2815045"/>
            <a:ext cx="378470" cy="41905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95" name="مستطيل 141">
            <a:extLst>
              <a:ext uri="{FF2B5EF4-FFF2-40B4-BE49-F238E27FC236}">
                <a16:creationId xmlns:a16="http://schemas.microsoft.com/office/drawing/2014/main" id="{6F8F2FB0-CBE9-41A1-9A68-120BF1FA51AB}"/>
              </a:ext>
            </a:extLst>
          </p:cNvPr>
          <p:cNvSpPr/>
          <p:nvPr/>
        </p:nvSpPr>
        <p:spPr>
          <a:xfrm>
            <a:off x="1770414" y="2881293"/>
            <a:ext cx="915419"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ديوان والنسخ</a:t>
            </a:r>
          </a:p>
        </p:txBody>
      </p:sp>
      <p:sp>
        <p:nvSpPr>
          <p:cNvPr id="96" name="مستطيل 142">
            <a:extLst>
              <a:ext uri="{FF2B5EF4-FFF2-40B4-BE49-F238E27FC236}">
                <a16:creationId xmlns:a16="http://schemas.microsoft.com/office/drawing/2014/main" id="{9B1BE39A-0A08-4B8F-B732-E08E2A145337}"/>
              </a:ext>
            </a:extLst>
          </p:cNvPr>
          <p:cNvSpPr/>
          <p:nvPr/>
        </p:nvSpPr>
        <p:spPr>
          <a:xfrm>
            <a:off x="1770414" y="3645283"/>
            <a:ext cx="90882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مراقبة الدوام</a:t>
            </a:r>
          </a:p>
        </p:txBody>
      </p:sp>
      <p:sp>
        <p:nvSpPr>
          <p:cNvPr id="97" name="مستطيل 143">
            <a:extLst>
              <a:ext uri="{FF2B5EF4-FFF2-40B4-BE49-F238E27FC236}">
                <a16:creationId xmlns:a16="http://schemas.microsoft.com/office/drawing/2014/main" id="{89804582-AA12-4C90-9AD4-3B7C1911344E}"/>
              </a:ext>
            </a:extLst>
          </p:cNvPr>
          <p:cNvSpPr/>
          <p:nvPr/>
        </p:nvSpPr>
        <p:spPr>
          <a:xfrm>
            <a:off x="9859265" y="5421759"/>
            <a:ext cx="930385"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أرشيف العاملين</a:t>
            </a:r>
          </a:p>
        </p:txBody>
      </p:sp>
      <p:sp>
        <p:nvSpPr>
          <p:cNvPr id="98" name="مستطيل 144">
            <a:extLst>
              <a:ext uri="{FF2B5EF4-FFF2-40B4-BE49-F238E27FC236}">
                <a16:creationId xmlns:a16="http://schemas.microsoft.com/office/drawing/2014/main" id="{03883FBA-3A21-40A0-8AE1-6264A5121F5F}"/>
              </a:ext>
            </a:extLst>
          </p:cNvPr>
          <p:cNvSpPr/>
          <p:nvPr/>
        </p:nvSpPr>
        <p:spPr>
          <a:xfrm>
            <a:off x="1770414" y="4404089"/>
            <a:ext cx="908822"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المبيت</a:t>
            </a:r>
          </a:p>
        </p:txBody>
      </p:sp>
      <p:cxnSp>
        <p:nvCxnSpPr>
          <p:cNvPr id="99" name="موصل: على شكل مرفق 152">
            <a:extLst>
              <a:ext uri="{FF2B5EF4-FFF2-40B4-BE49-F238E27FC236}">
                <a16:creationId xmlns:a16="http://schemas.microsoft.com/office/drawing/2014/main" id="{05287EF3-EAA6-4F97-B8EF-865649654CCE}"/>
              </a:ext>
            </a:extLst>
          </p:cNvPr>
          <p:cNvCxnSpPr>
            <a:cxnSpLocks/>
            <a:stCxn id="42" idx="2"/>
            <a:endCxn id="47" idx="0"/>
          </p:cNvCxnSpPr>
          <p:nvPr/>
        </p:nvCxnSpPr>
        <p:spPr>
          <a:xfrm rot="5400000">
            <a:off x="2621989" y="-1225319"/>
            <a:ext cx="1615382" cy="5407458"/>
          </a:xfrm>
          <a:prstGeom prst="bentConnector3">
            <a:avLst>
              <a:gd name="adj1" fmla="val 50524"/>
            </a:avLst>
          </a:prstGeom>
          <a:ln w="19050">
            <a:tailEnd type="triangle"/>
          </a:ln>
        </p:spPr>
        <p:style>
          <a:lnRef idx="1">
            <a:schemeClr val="dk1"/>
          </a:lnRef>
          <a:fillRef idx="0">
            <a:schemeClr val="dk1"/>
          </a:fillRef>
          <a:effectRef idx="0">
            <a:schemeClr val="dk1"/>
          </a:effectRef>
          <a:fontRef idx="minor">
            <a:schemeClr val="tx1"/>
          </a:fontRef>
        </p:style>
      </p:cxnSp>
      <p:cxnSp>
        <p:nvCxnSpPr>
          <p:cNvPr id="108" name="موصل: على شكل مرفق 185">
            <a:extLst>
              <a:ext uri="{FF2B5EF4-FFF2-40B4-BE49-F238E27FC236}">
                <a16:creationId xmlns:a16="http://schemas.microsoft.com/office/drawing/2014/main" id="{8B3C6AFF-79DA-40CE-B004-C34F4E170462}"/>
              </a:ext>
            </a:extLst>
          </p:cNvPr>
          <p:cNvCxnSpPr>
            <a:cxnSpLocks/>
            <a:stCxn id="38" idx="2"/>
            <a:endCxn id="161" idx="1"/>
          </p:cNvCxnSpPr>
          <p:nvPr/>
        </p:nvCxnSpPr>
        <p:spPr>
          <a:xfrm rot="16200000" flipH="1">
            <a:off x="9968634" y="3933793"/>
            <a:ext cx="2397441" cy="18193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60" name="مستطيل 95">
            <a:extLst>
              <a:ext uri="{FF2B5EF4-FFF2-40B4-BE49-F238E27FC236}">
                <a16:creationId xmlns:a16="http://schemas.microsoft.com/office/drawing/2014/main" id="{A4DF200D-F7D0-48E1-ADEF-8DC5F1278D17}"/>
              </a:ext>
            </a:extLst>
          </p:cNvPr>
          <p:cNvSpPr/>
          <p:nvPr/>
        </p:nvSpPr>
        <p:spPr>
          <a:xfrm>
            <a:off x="11405014" y="3008176"/>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لفئة الأولى</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61" name="مستطيل 95">
            <a:extLst>
              <a:ext uri="{FF2B5EF4-FFF2-40B4-BE49-F238E27FC236}">
                <a16:creationId xmlns:a16="http://schemas.microsoft.com/office/drawing/2014/main" id="{F18B4DA2-D1C2-403A-9828-0C28B76C0FAC}"/>
              </a:ext>
            </a:extLst>
          </p:cNvPr>
          <p:cNvSpPr/>
          <p:nvPr/>
        </p:nvSpPr>
        <p:spPr>
          <a:xfrm>
            <a:off x="11258319" y="4904925"/>
            <a:ext cx="90882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عمال</a:t>
            </a:r>
          </a:p>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(ف4+ف5)</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70" name="مستطيل 95">
            <a:extLst>
              <a:ext uri="{FF2B5EF4-FFF2-40B4-BE49-F238E27FC236}">
                <a16:creationId xmlns:a16="http://schemas.microsoft.com/office/drawing/2014/main" id="{00B48DBE-622A-47D5-87ED-54C0231AC720}"/>
              </a:ext>
            </a:extLst>
          </p:cNvPr>
          <p:cNvSpPr/>
          <p:nvPr/>
        </p:nvSpPr>
        <p:spPr>
          <a:xfrm>
            <a:off x="9862628" y="2908428"/>
            <a:ext cx="93038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ة المديريات المحلية</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71" name="مستطيل 95">
            <a:extLst>
              <a:ext uri="{FF2B5EF4-FFF2-40B4-BE49-F238E27FC236}">
                <a16:creationId xmlns:a16="http://schemas.microsoft.com/office/drawing/2014/main" id="{70F40B90-8FB7-4586-8A74-41FAEB31182B}"/>
              </a:ext>
            </a:extLst>
          </p:cNvPr>
          <p:cNvSpPr/>
          <p:nvPr/>
        </p:nvSpPr>
        <p:spPr>
          <a:xfrm>
            <a:off x="9859265" y="3766982"/>
            <a:ext cx="94280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لإداريين(ف2+ف3)</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72" name="مستطيل 95">
            <a:extLst>
              <a:ext uri="{FF2B5EF4-FFF2-40B4-BE49-F238E27FC236}">
                <a16:creationId xmlns:a16="http://schemas.microsoft.com/office/drawing/2014/main" id="{E2E90C00-55DF-478A-94D9-6C09286AB302}"/>
              </a:ext>
            </a:extLst>
          </p:cNvPr>
          <p:cNvSpPr/>
          <p:nvPr/>
        </p:nvSpPr>
        <p:spPr>
          <a:xfrm>
            <a:off x="9859265" y="4563205"/>
            <a:ext cx="93038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مؤقتين والإطفاء</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73" name="موصل: على شكل مرفق 17">
            <a:extLst>
              <a:ext uri="{FF2B5EF4-FFF2-40B4-BE49-F238E27FC236}">
                <a16:creationId xmlns:a16="http://schemas.microsoft.com/office/drawing/2014/main" id="{14698AE1-08FF-478A-BD36-0C8C15EFF5B6}"/>
              </a:ext>
            </a:extLst>
          </p:cNvPr>
          <p:cNvCxnSpPr>
            <a:cxnSpLocks/>
            <a:stCxn id="38" idx="2"/>
            <a:endCxn id="170" idx="3"/>
          </p:cNvCxnSpPr>
          <p:nvPr/>
        </p:nvCxnSpPr>
        <p:spPr>
          <a:xfrm rot="5400000">
            <a:off x="10734229" y="2884822"/>
            <a:ext cx="400944" cy="2833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14525AE5-BAD8-D83C-D9A2-BFE536DAE624}"/>
              </a:ext>
            </a:extLst>
          </p:cNvPr>
          <p:cNvSpPr>
            <a:spLocks noGrp="1"/>
          </p:cNvSpPr>
          <p:nvPr>
            <p:ph type="dt" sz="half" idx="10"/>
          </p:nvPr>
        </p:nvSpPr>
        <p:spPr/>
        <p:txBody>
          <a:bodyPr/>
          <a:lstStyle/>
          <a:p>
            <a:fld id="{58A6926D-C890-4C13-BC17-20BA059DE64E}"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04365CCC-4E0C-B559-6678-2681D3DD5566}"/>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9AE3F355-A20D-A8FD-8560-B389210F6FB3}"/>
              </a:ext>
            </a:extLst>
          </p:cNvPr>
          <p:cNvSpPr>
            <a:spLocks noGrp="1"/>
          </p:cNvSpPr>
          <p:nvPr>
            <p:ph type="sldNum" sz="quarter" idx="12"/>
          </p:nvPr>
        </p:nvSpPr>
        <p:spPr/>
        <p:txBody>
          <a:bodyPr/>
          <a:lstStyle/>
          <a:p>
            <a:fld id="{065EBCF0-071A-41B4-9C48-9ADF70E893B6}" type="slidenum">
              <a:rPr lang="ar-SY" smtClean="0"/>
              <a:pPr/>
              <a:t>46</a:t>
            </a:fld>
            <a:endParaRPr lang="ar-SY" dirty="0"/>
          </a:p>
        </p:txBody>
      </p:sp>
    </p:spTree>
    <p:extLst>
      <p:ext uri="{BB962C8B-B14F-4D97-AF65-F5344CB8AC3E}">
        <p14:creationId xmlns:p14="http://schemas.microsoft.com/office/powerpoint/2010/main" val="25773614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8C6B786-EE7B-1525-7CA4-084480C997A5}"/>
              </a:ext>
            </a:extLst>
          </p:cNvPr>
          <p:cNvSpPr>
            <a:spLocks noGrp="1"/>
          </p:cNvSpPr>
          <p:nvPr>
            <p:ph type="title"/>
          </p:nvPr>
        </p:nvSpPr>
        <p:spPr/>
        <p:txBody>
          <a:bodyPr/>
          <a:lstStyle/>
          <a:p>
            <a:r>
              <a:rPr lang="ar-SY" dirty="0"/>
              <a:t>مديرية مالية الأمانة العامة</a:t>
            </a:r>
          </a:p>
        </p:txBody>
      </p:sp>
      <p:sp>
        <p:nvSpPr>
          <p:cNvPr id="6" name="Content Placeholder 5">
            <a:extLst>
              <a:ext uri="{FF2B5EF4-FFF2-40B4-BE49-F238E27FC236}">
                <a16:creationId xmlns:a16="http://schemas.microsoft.com/office/drawing/2014/main" id="{BEB92C11-03E5-0AEA-541B-80F02DE44003}"/>
              </a:ext>
            </a:extLst>
          </p:cNvPr>
          <p:cNvSpPr>
            <a:spLocks noGrp="1"/>
          </p:cNvSpPr>
          <p:nvPr>
            <p:ph idx="1"/>
          </p:nvPr>
        </p:nvSpPr>
        <p:spPr/>
        <p:txBody>
          <a:bodyPr>
            <a:normAutofit fontScale="92500" lnSpcReduction="10000"/>
          </a:bodyPr>
          <a:lstStyle/>
          <a:p>
            <a:r>
              <a:rPr lang="ar-SY" dirty="0"/>
              <a:t>هي الجهة المختصة بإدارة الشؤون المالية والمحاسبية في محافظة دمشق، وتنظيم وتنفيذ العمليات المالية وفق القوانين والأنظمة النافذة. تتولى إعداد وتنفيذ أوامر الصرف والدفع، إدارة السلف والتسويات، ومتابعة الإيرادات والنفقات، إضافة إلى تنظيم الحسابات والقيود المالية والرقابة على حسن استخدام المال العام. كما تشرف على شؤون الرواتب والأجور، المحاسبة الجارية والمستقلة، وأعمال الديوان المالي، بما يضمن الانضباط المالي، الشفافية، وسلامة الإجراءات المالية في المحافظة.</a:t>
            </a:r>
          </a:p>
        </p:txBody>
      </p:sp>
      <p:sp>
        <p:nvSpPr>
          <p:cNvPr id="2" name="Date Placeholder 1">
            <a:extLst>
              <a:ext uri="{FF2B5EF4-FFF2-40B4-BE49-F238E27FC236}">
                <a16:creationId xmlns:a16="http://schemas.microsoft.com/office/drawing/2014/main" id="{94AFB1C9-69EF-5F2A-9639-AA6F9C8E2304}"/>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C03F666D-798D-F74A-7FB5-D55595D89E30}"/>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9C04B0C5-0FE1-FA80-89A3-47AAB3DA78E6}"/>
              </a:ext>
            </a:extLst>
          </p:cNvPr>
          <p:cNvSpPr>
            <a:spLocks noGrp="1"/>
          </p:cNvSpPr>
          <p:nvPr>
            <p:ph type="sldNum" sz="quarter" idx="12"/>
          </p:nvPr>
        </p:nvSpPr>
        <p:spPr/>
        <p:txBody>
          <a:bodyPr/>
          <a:lstStyle/>
          <a:p>
            <a:fld id="{065EBCF0-071A-41B4-9C48-9ADF70E893B6}" type="slidenum">
              <a:rPr lang="ar-SY" smtClean="0"/>
              <a:pPr/>
              <a:t>47</a:t>
            </a:fld>
            <a:endParaRPr lang="ar-SY" dirty="0"/>
          </a:p>
        </p:txBody>
      </p:sp>
    </p:spTree>
    <p:extLst>
      <p:ext uri="{BB962C8B-B14F-4D97-AF65-F5344CB8AC3E}">
        <p14:creationId xmlns:p14="http://schemas.microsoft.com/office/powerpoint/2010/main" val="37798851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12">
            <a:extLst>
              <a:ext uri="{FF2B5EF4-FFF2-40B4-BE49-F238E27FC236}">
                <a16:creationId xmlns:a16="http://schemas.microsoft.com/office/drawing/2014/main" id="{8507CE3F-121F-45B0-B7B9-8856207F46E3}"/>
              </a:ext>
            </a:extLst>
          </p:cNvPr>
          <p:cNvSpPr/>
          <p:nvPr/>
        </p:nvSpPr>
        <p:spPr>
          <a:xfrm>
            <a:off x="9542835" y="338716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 الديوان </a:t>
            </a:r>
          </a:p>
        </p:txBody>
      </p:sp>
      <p:sp>
        <p:nvSpPr>
          <p:cNvPr id="3" name="مستطيل 50">
            <a:extLst>
              <a:ext uri="{FF2B5EF4-FFF2-40B4-BE49-F238E27FC236}">
                <a16:creationId xmlns:a16="http://schemas.microsoft.com/office/drawing/2014/main" id="{0F1B0621-AC84-4C9C-A240-A1EDF0744F32}"/>
              </a:ext>
            </a:extLst>
          </p:cNvPr>
          <p:cNvSpPr/>
          <p:nvPr/>
        </p:nvSpPr>
        <p:spPr>
          <a:xfrm>
            <a:off x="6162825" y="3387165"/>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 محاسبة الموازنة الجارية</a:t>
            </a:r>
          </a:p>
        </p:txBody>
      </p:sp>
      <p:sp>
        <p:nvSpPr>
          <p:cNvPr id="4" name="مستطيل 198">
            <a:extLst>
              <a:ext uri="{FF2B5EF4-FFF2-40B4-BE49-F238E27FC236}">
                <a16:creationId xmlns:a16="http://schemas.microsoft.com/office/drawing/2014/main" id="{F86229EC-4F63-44B3-B784-C6D380EBAA47}"/>
              </a:ext>
            </a:extLst>
          </p:cNvPr>
          <p:cNvSpPr/>
          <p:nvPr/>
        </p:nvSpPr>
        <p:spPr>
          <a:xfrm>
            <a:off x="4690361" y="1306378"/>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rPr>
              <a:t>مديرية </a:t>
            </a:r>
            <a:r>
              <a:rPr lang="ar-SY" sz="1400" b="1" dirty="0">
                <a:ln w="0"/>
                <a:solidFill>
                  <a:schemeClr val="tx1"/>
                </a:solidFill>
                <a:effectLst>
                  <a:outerShdw blurRad="38100" dist="38100" dir="2700000" algn="tl">
                    <a:srgbClr val="000000">
                      <a:alpha val="43137"/>
                    </a:srgbClr>
                  </a:outerShdw>
                </a:effectLst>
              </a:rPr>
              <a:t>مالية الأمانة العامة</a:t>
            </a:r>
          </a:p>
        </p:txBody>
      </p:sp>
      <p:cxnSp>
        <p:nvCxnSpPr>
          <p:cNvPr id="5" name="موصل: على شكل مرفق 199">
            <a:extLst>
              <a:ext uri="{FF2B5EF4-FFF2-40B4-BE49-F238E27FC236}">
                <a16:creationId xmlns:a16="http://schemas.microsoft.com/office/drawing/2014/main" id="{993D79CF-6D47-430D-A26E-C76E20A7EAF5}"/>
              </a:ext>
            </a:extLst>
          </p:cNvPr>
          <p:cNvCxnSpPr>
            <a:cxnSpLocks/>
            <a:stCxn id="4" idx="2"/>
            <a:endCxn id="2" idx="0"/>
          </p:cNvCxnSpPr>
          <p:nvPr/>
        </p:nvCxnSpPr>
        <p:spPr>
          <a:xfrm rot="16200000" flipH="1">
            <a:off x="7323487" y="555816"/>
            <a:ext cx="1540787" cy="4121909"/>
          </a:xfrm>
          <a:prstGeom prst="bentConnector3">
            <a:avLst>
              <a:gd name="adj1" fmla="val 51957"/>
            </a:avLst>
          </a:prstGeom>
          <a:ln w="19050">
            <a:tailEnd type="triangle"/>
          </a:ln>
        </p:spPr>
        <p:style>
          <a:lnRef idx="1">
            <a:schemeClr val="dk1"/>
          </a:lnRef>
          <a:fillRef idx="0">
            <a:schemeClr val="dk1"/>
          </a:fillRef>
          <a:effectRef idx="0">
            <a:schemeClr val="dk1"/>
          </a:effectRef>
          <a:fontRef idx="minor">
            <a:schemeClr val="tx1"/>
          </a:fontRef>
        </p:style>
      </p:cxnSp>
      <p:cxnSp>
        <p:nvCxnSpPr>
          <p:cNvPr id="6" name="موصل: على شكل مرفق 203">
            <a:extLst>
              <a:ext uri="{FF2B5EF4-FFF2-40B4-BE49-F238E27FC236}">
                <a16:creationId xmlns:a16="http://schemas.microsoft.com/office/drawing/2014/main" id="{60B4A9EA-08A2-4458-A614-5950D40C167F}"/>
              </a:ext>
            </a:extLst>
          </p:cNvPr>
          <p:cNvCxnSpPr>
            <a:cxnSpLocks/>
            <a:stCxn id="4" idx="2"/>
            <a:endCxn id="3" idx="0"/>
          </p:cNvCxnSpPr>
          <p:nvPr/>
        </p:nvCxnSpPr>
        <p:spPr>
          <a:xfrm rot="16200000" flipH="1">
            <a:off x="5668717" y="2210587"/>
            <a:ext cx="1540787" cy="812368"/>
          </a:xfrm>
          <a:prstGeom prst="bentConnector3">
            <a:avLst>
              <a:gd name="adj1" fmla="val 52748"/>
            </a:avLst>
          </a:prstGeom>
          <a:ln w="19050">
            <a:tailEnd type="triangle"/>
          </a:ln>
        </p:spPr>
        <p:style>
          <a:lnRef idx="1">
            <a:schemeClr val="dk1"/>
          </a:lnRef>
          <a:fillRef idx="0">
            <a:schemeClr val="dk1"/>
          </a:fillRef>
          <a:effectRef idx="0">
            <a:schemeClr val="dk1"/>
          </a:effectRef>
          <a:fontRef idx="minor">
            <a:schemeClr val="tx1"/>
          </a:fontRef>
        </p:style>
      </p:cxnSp>
      <p:sp>
        <p:nvSpPr>
          <p:cNvPr id="7" name="مستطيل 9">
            <a:extLst>
              <a:ext uri="{FF2B5EF4-FFF2-40B4-BE49-F238E27FC236}">
                <a16:creationId xmlns:a16="http://schemas.microsoft.com/office/drawing/2014/main" id="{EF1F0F09-8E75-4E94-B857-F340CDECED2F}"/>
              </a:ext>
            </a:extLst>
          </p:cNvPr>
          <p:cNvSpPr/>
          <p:nvPr/>
        </p:nvSpPr>
        <p:spPr>
          <a:xfrm>
            <a:off x="5920466" y="4316729"/>
            <a:ext cx="723615"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الرواتب والأجور </a:t>
            </a:r>
          </a:p>
        </p:txBody>
      </p:sp>
      <p:cxnSp>
        <p:nvCxnSpPr>
          <p:cNvPr id="8" name="موصل: على شكل مرفق 17">
            <a:extLst>
              <a:ext uri="{FF2B5EF4-FFF2-40B4-BE49-F238E27FC236}">
                <a16:creationId xmlns:a16="http://schemas.microsoft.com/office/drawing/2014/main" id="{C28DE900-9E6B-460A-AC83-61026AFE84BD}"/>
              </a:ext>
            </a:extLst>
          </p:cNvPr>
          <p:cNvCxnSpPr>
            <a:cxnSpLocks/>
            <a:stCxn id="3" idx="2"/>
            <a:endCxn id="7" idx="0"/>
          </p:cNvCxnSpPr>
          <p:nvPr/>
        </p:nvCxnSpPr>
        <p:spPr>
          <a:xfrm rot="5400000">
            <a:off x="6369002" y="3840436"/>
            <a:ext cx="389565" cy="5630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2">
            <a:extLst>
              <a:ext uri="{FF2B5EF4-FFF2-40B4-BE49-F238E27FC236}">
                <a16:creationId xmlns:a16="http://schemas.microsoft.com/office/drawing/2014/main" id="{05CFCAC2-D0E3-4A8B-8FC1-D3DAB3E8F49B}"/>
              </a:ext>
            </a:extLst>
          </p:cNvPr>
          <p:cNvSpPr/>
          <p:nvPr/>
        </p:nvSpPr>
        <p:spPr>
          <a:xfrm>
            <a:off x="7094220" y="4318952"/>
            <a:ext cx="751233"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الأجهزة المحلية </a:t>
            </a:r>
          </a:p>
        </p:txBody>
      </p:sp>
      <p:cxnSp>
        <p:nvCxnSpPr>
          <p:cNvPr id="10" name="موصل: على شكل مرفق 93">
            <a:extLst>
              <a:ext uri="{FF2B5EF4-FFF2-40B4-BE49-F238E27FC236}">
                <a16:creationId xmlns:a16="http://schemas.microsoft.com/office/drawing/2014/main" id="{3966A717-9022-4158-A007-55883D265218}"/>
              </a:ext>
            </a:extLst>
          </p:cNvPr>
          <p:cNvCxnSpPr>
            <a:cxnSpLocks/>
            <a:stCxn id="3" idx="2"/>
            <a:endCxn id="9" idx="0"/>
          </p:cNvCxnSpPr>
          <p:nvPr/>
        </p:nvCxnSpPr>
        <p:spPr>
          <a:xfrm rot="16200000" flipH="1">
            <a:off x="6961671" y="3810786"/>
            <a:ext cx="391788" cy="6245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1" name="موصل: على شكل مرفق 29">
            <a:extLst>
              <a:ext uri="{FF2B5EF4-FFF2-40B4-BE49-F238E27FC236}">
                <a16:creationId xmlns:a16="http://schemas.microsoft.com/office/drawing/2014/main" id="{14F5C090-4459-43B8-B209-0E667F651464}"/>
              </a:ext>
            </a:extLst>
          </p:cNvPr>
          <p:cNvCxnSpPr>
            <a:cxnSpLocks/>
            <a:stCxn id="12" idx="2"/>
            <a:endCxn id="13" idx="0"/>
          </p:cNvCxnSpPr>
          <p:nvPr/>
        </p:nvCxnSpPr>
        <p:spPr>
          <a:xfrm rot="16200000" flipH="1">
            <a:off x="1910727" y="3968085"/>
            <a:ext cx="339562" cy="3979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31">
            <a:extLst>
              <a:ext uri="{FF2B5EF4-FFF2-40B4-BE49-F238E27FC236}">
                <a16:creationId xmlns:a16="http://schemas.microsoft.com/office/drawing/2014/main" id="{58719F9C-D8B5-405B-9E6E-2215BE2B1FCE}"/>
              </a:ext>
            </a:extLst>
          </p:cNvPr>
          <p:cNvSpPr/>
          <p:nvPr/>
        </p:nvSpPr>
        <p:spPr>
          <a:xfrm>
            <a:off x="1269548" y="345726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 محاسبة الموازنة المستقلة</a:t>
            </a:r>
          </a:p>
        </p:txBody>
      </p:sp>
      <p:sp>
        <p:nvSpPr>
          <p:cNvPr id="13" name="مستطيل 34">
            <a:extLst>
              <a:ext uri="{FF2B5EF4-FFF2-40B4-BE49-F238E27FC236}">
                <a16:creationId xmlns:a16="http://schemas.microsoft.com/office/drawing/2014/main" id="{59AE13CE-7F0E-414E-8AE3-C6762214C8CB}"/>
              </a:ext>
            </a:extLst>
          </p:cNvPr>
          <p:cNvSpPr/>
          <p:nvPr/>
        </p:nvSpPr>
        <p:spPr>
          <a:xfrm>
            <a:off x="1915066" y="4336826"/>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الإيرادات</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4" name="مستطيل 35">
            <a:extLst>
              <a:ext uri="{FF2B5EF4-FFF2-40B4-BE49-F238E27FC236}">
                <a16:creationId xmlns:a16="http://schemas.microsoft.com/office/drawing/2014/main" id="{62EE9D1B-3D31-46A5-8E55-9D1F005E2501}"/>
              </a:ext>
            </a:extLst>
          </p:cNvPr>
          <p:cNvSpPr/>
          <p:nvPr/>
        </p:nvSpPr>
        <p:spPr>
          <a:xfrm>
            <a:off x="1040771" y="4338559"/>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النفقات </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5" name="موصل: على شكل مرفق 36">
            <a:extLst>
              <a:ext uri="{FF2B5EF4-FFF2-40B4-BE49-F238E27FC236}">
                <a16:creationId xmlns:a16="http://schemas.microsoft.com/office/drawing/2014/main" id="{8632B77D-96C5-4691-B702-615241DA9690}"/>
              </a:ext>
            </a:extLst>
          </p:cNvPr>
          <p:cNvCxnSpPr>
            <a:cxnSpLocks/>
            <a:stCxn id="12" idx="2"/>
            <a:endCxn id="14" idx="0"/>
          </p:cNvCxnSpPr>
          <p:nvPr/>
        </p:nvCxnSpPr>
        <p:spPr>
          <a:xfrm rot="5400000">
            <a:off x="1481953" y="3938963"/>
            <a:ext cx="341295" cy="45789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موصل: على شكل مرفق 38">
            <a:extLst>
              <a:ext uri="{FF2B5EF4-FFF2-40B4-BE49-F238E27FC236}">
                <a16:creationId xmlns:a16="http://schemas.microsoft.com/office/drawing/2014/main" id="{8A680201-A8F7-40E0-A833-F4DB6F463131}"/>
              </a:ext>
            </a:extLst>
          </p:cNvPr>
          <p:cNvCxnSpPr>
            <a:cxnSpLocks/>
            <a:stCxn id="4" idx="2"/>
            <a:endCxn id="12" idx="0"/>
          </p:cNvCxnSpPr>
          <p:nvPr/>
        </p:nvCxnSpPr>
        <p:spPr>
          <a:xfrm rot="5400000">
            <a:off x="3151794" y="576132"/>
            <a:ext cx="1610886" cy="415137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7" name="مستطيل 65">
            <a:extLst>
              <a:ext uri="{FF2B5EF4-FFF2-40B4-BE49-F238E27FC236}">
                <a16:creationId xmlns:a16="http://schemas.microsoft.com/office/drawing/2014/main" id="{CE1067FF-B78F-4663-A38D-98DE63320D9C}"/>
              </a:ext>
            </a:extLst>
          </p:cNvPr>
          <p:cNvSpPr/>
          <p:nvPr/>
        </p:nvSpPr>
        <p:spPr>
          <a:xfrm>
            <a:off x="3385642" y="2014194"/>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معاون مدير مالية الأمانة العامة</a:t>
            </a:r>
          </a:p>
        </p:txBody>
      </p:sp>
      <p:cxnSp>
        <p:nvCxnSpPr>
          <p:cNvPr id="18" name="موصل: على شكل مرفق 66">
            <a:extLst>
              <a:ext uri="{FF2B5EF4-FFF2-40B4-BE49-F238E27FC236}">
                <a16:creationId xmlns:a16="http://schemas.microsoft.com/office/drawing/2014/main" id="{B881624F-23D0-45C7-BB3C-291238BE952B}"/>
              </a:ext>
            </a:extLst>
          </p:cNvPr>
          <p:cNvCxnSpPr>
            <a:cxnSpLocks/>
            <a:stCxn id="4" idx="2"/>
            <a:endCxn id="17" idx="3"/>
          </p:cNvCxnSpPr>
          <p:nvPr/>
        </p:nvCxnSpPr>
        <p:spPr>
          <a:xfrm rot="5400000">
            <a:off x="5102376" y="1353644"/>
            <a:ext cx="437816" cy="142328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9" name="Date Placeholder 18">
            <a:extLst>
              <a:ext uri="{FF2B5EF4-FFF2-40B4-BE49-F238E27FC236}">
                <a16:creationId xmlns:a16="http://schemas.microsoft.com/office/drawing/2014/main" id="{66520D03-7510-00E1-9834-C7446310DEF6}"/>
              </a:ext>
            </a:extLst>
          </p:cNvPr>
          <p:cNvSpPr>
            <a:spLocks noGrp="1"/>
          </p:cNvSpPr>
          <p:nvPr>
            <p:ph type="dt" sz="half" idx="10"/>
          </p:nvPr>
        </p:nvSpPr>
        <p:spPr/>
        <p:txBody>
          <a:bodyPr/>
          <a:lstStyle/>
          <a:p>
            <a:fld id="{E98CE152-915E-4173-88C7-B73AEB1AAC26}" type="datetime8">
              <a:rPr lang="ar-SY" smtClean="0"/>
              <a:t>28 تشرين الأول، 26</a:t>
            </a:fld>
            <a:endParaRPr lang="ar-SY" dirty="0"/>
          </a:p>
        </p:txBody>
      </p:sp>
      <p:sp>
        <p:nvSpPr>
          <p:cNvPr id="20" name="Footer Placeholder 19">
            <a:extLst>
              <a:ext uri="{FF2B5EF4-FFF2-40B4-BE49-F238E27FC236}">
                <a16:creationId xmlns:a16="http://schemas.microsoft.com/office/drawing/2014/main" id="{5C9E0E02-5169-24FF-063A-2BB26E037958}"/>
              </a:ext>
            </a:extLst>
          </p:cNvPr>
          <p:cNvSpPr>
            <a:spLocks noGrp="1"/>
          </p:cNvSpPr>
          <p:nvPr>
            <p:ph type="ftr" sz="quarter" idx="11"/>
          </p:nvPr>
        </p:nvSpPr>
        <p:spPr/>
        <p:txBody>
          <a:bodyPr/>
          <a:lstStyle/>
          <a:p>
            <a:r>
              <a:rPr lang="ar-SY"/>
              <a:t>التعريف العام بمحافظة دمشق</a:t>
            </a:r>
          </a:p>
        </p:txBody>
      </p:sp>
      <p:sp>
        <p:nvSpPr>
          <p:cNvPr id="21" name="Slide Number Placeholder 20">
            <a:extLst>
              <a:ext uri="{FF2B5EF4-FFF2-40B4-BE49-F238E27FC236}">
                <a16:creationId xmlns:a16="http://schemas.microsoft.com/office/drawing/2014/main" id="{D3297F8C-BD0C-55B8-356B-AC3B5FE813DD}"/>
              </a:ext>
            </a:extLst>
          </p:cNvPr>
          <p:cNvSpPr>
            <a:spLocks noGrp="1"/>
          </p:cNvSpPr>
          <p:nvPr>
            <p:ph type="sldNum" sz="quarter" idx="12"/>
          </p:nvPr>
        </p:nvSpPr>
        <p:spPr/>
        <p:txBody>
          <a:bodyPr/>
          <a:lstStyle/>
          <a:p>
            <a:fld id="{065EBCF0-071A-41B4-9C48-9ADF70E893B6}" type="slidenum">
              <a:rPr lang="ar-SY" smtClean="0"/>
              <a:pPr/>
              <a:t>48</a:t>
            </a:fld>
            <a:endParaRPr lang="ar-SY" dirty="0"/>
          </a:p>
        </p:txBody>
      </p:sp>
    </p:spTree>
    <p:extLst>
      <p:ext uri="{BB962C8B-B14F-4D97-AF65-F5344CB8AC3E}">
        <p14:creationId xmlns:p14="http://schemas.microsoft.com/office/powerpoint/2010/main" val="31782340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705F37-E081-78ED-A6D7-F5A4A1DE62E9}"/>
              </a:ext>
            </a:extLst>
          </p:cNvPr>
          <p:cNvSpPr>
            <a:spLocks noGrp="1"/>
          </p:cNvSpPr>
          <p:nvPr>
            <p:ph type="title"/>
          </p:nvPr>
        </p:nvSpPr>
        <p:spPr/>
        <p:txBody>
          <a:bodyPr/>
          <a:lstStyle/>
          <a:p>
            <a:r>
              <a:rPr lang="ar-SY" dirty="0"/>
              <a:t>مديرية الشؤون المالية</a:t>
            </a:r>
          </a:p>
        </p:txBody>
      </p:sp>
      <p:sp>
        <p:nvSpPr>
          <p:cNvPr id="6" name="Content Placeholder 5">
            <a:extLst>
              <a:ext uri="{FF2B5EF4-FFF2-40B4-BE49-F238E27FC236}">
                <a16:creationId xmlns:a16="http://schemas.microsoft.com/office/drawing/2014/main" id="{B67E9CFB-76DA-1835-BE8B-D88B0BA69B30}"/>
              </a:ext>
            </a:extLst>
          </p:cNvPr>
          <p:cNvSpPr>
            <a:spLocks noGrp="1"/>
          </p:cNvSpPr>
          <p:nvPr>
            <p:ph idx="1"/>
          </p:nvPr>
        </p:nvSpPr>
        <p:spPr/>
        <p:txBody>
          <a:bodyPr>
            <a:normAutofit fontScale="77500" lnSpcReduction="20000"/>
          </a:bodyPr>
          <a:lstStyle/>
          <a:p>
            <a:r>
              <a:rPr lang="ar-SY" dirty="0"/>
              <a:t>الجهة المختصة بإدارة وتنظيم الشؤون المالية لمحافظة دمشق، من خلال إعداد وتنفيذ الموازنة السنوية الجارية والاستثمارية، وتنظيم المناقلات بين بنود الاعتمادات، وضبط عمليات الصرف والتحصيل وفق القوانين والأنظمة النافذة. تتولى المديرية تحقيق وتحصيل موارد القطاع البلدي، وتنمية الإيرادات بالتنسيق مع المديريات المعنية، وتنظيم أوامر الصرف والنفقات، والإشراف على أعمال لجان المناقصات والمزايدات والعقود. كما تشرف على المحاسبة العامة، محاسبة المشاريع، الرواتب والأجور، المستودعات، الخزينة والإيرادات، والجباية والتحقق، وتمسك السجلات المالية، وتعد كشوفات قطع الحساب للدورات المالية، بما يضمن الانضباط المالي، سلامة المال العام، وشفافية العمل المالي في المحافظة.</a:t>
            </a:r>
          </a:p>
        </p:txBody>
      </p:sp>
      <p:sp>
        <p:nvSpPr>
          <p:cNvPr id="2" name="Date Placeholder 1">
            <a:extLst>
              <a:ext uri="{FF2B5EF4-FFF2-40B4-BE49-F238E27FC236}">
                <a16:creationId xmlns:a16="http://schemas.microsoft.com/office/drawing/2014/main" id="{5D31DBB9-7863-B77F-B8AF-C962FCFE07D4}"/>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AF0C3381-F35F-2426-F98B-0D940D0693F2}"/>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89BE3D21-43DB-FEAB-B683-D4FF980A7222}"/>
              </a:ext>
            </a:extLst>
          </p:cNvPr>
          <p:cNvSpPr>
            <a:spLocks noGrp="1"/>
          </p:cNvSpPr>
          <p:nvPr>
            <p:ph type="sldNum" sz="quarter" idx="12"/>
          </p:nvPr>
        </p:nvSpPr>
        <p:spPr/>
        <p:txBody>
          <a:bodyPr/>
          <a:lstStyle/>
          <a:p>
            <a:fld id="{065EBCF0-071A-41B4-9C48-9ADF70E893B6}" type="slidenum">
              <a:rPr lang="ar-SY" smtClean="0"/>
              <a:pPr/>
              <a:t>49</a:t>
            </a:fld>
            <a:endParaRPr lang="ar-SY" dirty="0"/>
          </a:p>
        </p:txBody>
      </p:sp>
    </p:spTree>
    <p:extLst>
      <p:ext uri="{BB962C8B-B14F-4D97-AF65-F5344CB8AC3E}">
        <p14:creationId xmlns:p14="http://schemas.microsoft.com/office/powerpoint/2010/main" val="40135722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59597F93-D86B-43A0-AC8C-A415E8E214E8}"/>
              </a:ext>
            </a:extLst>
          </p:cNvPr>
          <p:cNvGrpSpPr/>
          <p:nvPr/>
        </p:nvGrpSpPr>
        <p:grpSpPr>
          <a:xfrm>
            <a:off x="4995844" y="168103"/>
            <a:ext cx="2082800" cy="415090"/>
            <a:chOff x="4446655" y="198379"/>
            <a:chExt cx="2931065" cy="415090"/>
          </a:xfrm>
          <a:scene3d>
            <a:camera prst="orthographicFront"/>
            <a:lightRig rig="flat" dir="t"/>
          </a:scene3d>
        </p:grpSpPr>
        <p:sp>
          <p:nvSpPr>
            <p:cNvPr id="199" name="Rectangle 198">
              <a:extLst>
                <a:ext uri="{FF2B5EF4-FFF2-40B4-BE49-F238E27FC236}">
                  <a16:creationId xmlns:a16="http://schemas.microsoft.com/office/drawing/2014/main" id="{C711EA0E-4CC2-4C32-A77E-51199EB12436}"/>
                </a:ext>
              </a:extLst>
            </p:cNvPr>
            <p:cNvSpPr/>
            <p:nvPr/>
          </p:nvSpPr>
          <p:spPr>
            <a:xfrm>
              <a:off x="4446655" y="198379"/>
              <a:ext cx="2931065" cy="415090"/>
            </a:xfrm>
            <a:prstGeom prst="rect">
              <a:avLst/>
            </a:prstGeom>
            <a:solidFill>
              <a:srgbClr val="CC9900"/>
            </a:solidFill>
            <a:sp3d prstMaterial="dkEdge">
              <a:bevelT w="8200" h="38100"/>
            </a:sp3d>
          </p:spPr>
          <p:style>
            <a:lnRef idx="2">
              <a:schemeClr val="accent6"/>
            </a:lnRef>
            <a:fillRef idx="1">
              <a:schemeClr val="lt1"/>
            </a:fillRef>
            <a:effectRef idx="0">
              <a:schemeClr val="accent6"/>
            </a:effectRef>
            <a:fontRef idx="minor">
              <a:schemeClr val="dk1"/>
            </a:fontRef>
          </p:style>
          <p:txBody>
            <a:bodyPr/>
            <a:lstStyle/>
            <a:p>
              <a:endParaRPr lang="ar-SY"/>
            </a:p>
          </p:txBody>
        </p:sp>
        <p:sp>
          <p:nvSpPr>
            <p:cNvPr id="200" name="TextBox 199">
              <a:extLst>
                <a:ext uri="{FF2B5EF4-FFF2-40B4-BE49-F238E27FC236}">
                  <a16:creationId xmlns:a16="http://schemas.microsoft.com/office/drawing/2014/main" id="{85C94217-19A1-45A0-8AD9-BC1D0F763386}"/>
                </a:ext>
              </a:extLst>
            </p:cNvPr>
            <p:cNvSpPr txBox="1"/>
            <p:nvPr/>
          </p:nvSpPr>
          <p:spPr>
            <a:xfrm>
              <a:off x="4446655" y="198379"/>
              <a:ext cx="2931065" cy="415090"/>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b="1" kern="1200" dirty="0"/>
                <a:t>مدير الشؤون المالية </a:t>
              </a:r>
              <a:endParaRPr lang="ar-SY" kern="1200" dirty="0"/>
            </a:p>
          </p:txBody>
        </p:sp>
      </p:grpSp>
      <p:grpSp>
        <p:nvGrpSpPr>
          <p:cNvPr id="52" name="Group 51">
            <a:extLst>
              <a:ext uri="{FF2B5EF4-FFF2-40B4-BE49-F238E27FC236}">
                <a16:creationId xmlns:a16="http://schemas.microsoft.com/office/drawing/2014/main" id="{6BA220E4-3EF3-4024-B416-85ABD72DC7EF}"/>
              </a:ext>
            </a:extLst>
          </p:cNvPr>
          <p:cNvGrpSpPr/>
          <p:nvPr/>
        </p:nvGrpSpPr>
        <p:grpSpPr>
          <a:xfrm>
            <a:off x="10714643" y="1739313"/>
            <a:ext cx="830181" cy="595210"/>
            <a:chOff x="11039175" y="1717981"/>
            <a:chExt cx="830181" cy="415090"/>
          </a:xfrm>
          <a:solidFill>
            <a:schemeClr val="accent4">
              <a:lumMod val="60000"/>
              <a:lumOff val="40000"/>
            </a:schemeClr>
          </a:solidFill>
          <a:scene3d>
            <a:camera prst="orthographicFront"/>
            <a:lightRig rig="flat" dir="t"/>
          </a:scene3d>
        </p:grpSpPr>
        <p:sp>
          <p:nvSpPr>
            <p:cNvPr id="197" name="Flowchart: Process 196">
              <a:extLst>
                <a:ext uri="{FF2B5EF4-FFF2-40B4-BE49-F238E27FC236}">
                  <a16:creationId xmlns:a16="http://schemas.microsoft.com/office/drawing/2014/main" id="{1D5AEAFA-C9E0-4C58-8B89-98EEE3619140}"/>
                </a:ext>
              </a:extLst>
            </p:cNvPr>
            <p:cNvSpPr/>
            <p:nvPr/>
          </p:nvSpPr>
          <p:spPr>
            <a:xfrm>
              <a:off x="11039175" y="1717981"/>
              <a:ext cx="830181" cy="415090"/>
            </a:xfrm>
            <a:prstGeom prst="flowChartProcess">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98" name="Flowchart: Process 55">
              <a:extLst>
                <a:ext uri="{FF2B5EF4-FFF2-40B4-BE49-F238E27FC236}">
                  <a16:creationId xmlns:a16="http://schemas.microsoft.com/office/drawing/2014/main" id="{84DCD0F1-C9F5-4CFD-82AA-8F8A9D7E3DF2}"/>
                </a:ext>
              </a:extLst>
            </p:cNvPr>
            <p:cNvSpPr txBox="1"/>
            <p:nvPr/>
          </p:nvSpPr>
          <p:spPr>
            <a:xfrm>
              <a:off x="1103917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التحقق</a:t>
              </a:r>
              <a:endParaRPr lang="ar-SY" sz="1400" kern="1200" dirty="0"/>
            </a:p>
          </p:txBody>
        </p:sp>
      </p:grpSp>
      <p:grpSp>
        <p:nvGrpSpPr>
          <p:cNvPr id="53" name="Group 52">
            <a:extLst>
              <a:ext uri="{FF2B5EF4-FFF2-40B4-BE49-F238E27FC236}">
                <a16:creationId xmlns:a16="http://schemas.microsoft.com/office/drawing/2014/main" id="{231A4636-4872-4E70-92C2-306FE68F196A}"/>
              </a:ext>
            </a:extLst>
          </p:cNvPr>
          <p:cNvGrpSpPr/>
          <p:nvPr/>
        </p:nvGrpSpPr>
        <p:grpSpPr>
          <a:xfrm>
            <a:off x="11271673" y="2618614"/>
            <a:ext cx="830181" cy="843348"/>
            <a:chOff x="11246721" y="2307410"/>
            <a:chExt cx="830181" cy="415090"/>
          </a:xfrm>
          <a:solidFill>
            <a:schemeClr val="accent6">
              <a:lumMod val="60000"/>
              <a:lumOff val="40000"/>
            </a:schemeClr>
          </a:solidFill>
          <a:scene3d>
            <a:camera prst="orthographicFront"/>
            <a:lightRig rig="flat" dir="t"/>
          </a:scene3d>
        </p:grpSpPr>
        <p:sp>
          <p:nvSpPr>
            <p:cNvPr id="195" name="Rectangle 194">
              <a:extLst>
                <a:ext uri="{FF2B5EF4-FFF2-40B4-BE49-F238E27FC236}">
                  <a16:creationId xmlns:a16="http://schemas.microsoft.com/office/drawing/2014/main" id="{A511C370-CAD9-45A4-9D40-1623E8ACBFDA}"/>
                </a:ext>
              </a:extLst>
            </p:cNvPr>
            <p:cNvSpPr/>
            <p:nvPr/>
          </p:nvSpPr>
          <p:spPr>
            <a:xfrm>
              <a:off x="11246721" y="230741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96" name="TextBox 195">
              <a:extLst>
                <a:ext uri="{FF2B5EF4-FFF2-40B4-BE49-F238E27FC236}">
                  <a16:creationId xmlns:a16="http://schemas.microsoft.com/office/drawing/2014/main" id="{16BA0D62-F780-43AA-BB46-B3B9C84DE808}"/>
                </a:ext>
              </a:extLst>
            </p:cNvPr>
            <p:cNvSpPr txBox="1"/>
            <p:nvPr/>
          </p:nvSpPr>
          <p:spPr>
            <a:xfrm>
              <a:off x="11246721" y="2307410"/>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غرامات مخالفات البناء </a:t>
              </a:r>
              <a:r>
                <a:rPr lang="ar-SY" sz="1200" kern="1200" dirty="0" err="1"/>
                <a:t>و</a:t>
              </a:r>
              <a:r>
                <a:rPr lang="ar-SY" sz="1200" kern="1200" dirty="0"/>
                <a:t> رسوم مقابل التحسين</a:t>
              </a:r>
            </a:p>
          </p:txBody>
        </p:sp>
      </p:grpSp>
      <p:grpSp>
        <p:nvGrpSpPr>
          <p:cNvPr id="54" name="Group 53">
            <a:extLst>
              <a:ext uri="{FF2B5EF4-FFF2-40B4-BE49-F238E27FC236}">
                <a16:creationId xmlns:a16="http://schemas.microsoft.com/office/drawing/2014/main" id="{214558B4-F6DC-4598-932C-36BBD861CE8A}"/>
              </a:ext>
            </a:extLst>
          </p:cNvPr>
          <p:cNvGrpSpPr/>
          <p:nvPr/>
        </p:nvGrpSpPr>
        <p:grpSpPr>
          <a:xfrm>
            <a:off x="11287416" y="3602100"/>
            <a:ext cx="830181" cy="415090"/>
            <a:chOff x="11246721" y="2896840"/>
            <a:chExt cx="830181" cy="415090"/>
          </a:xfrm>
          <a:solidFill>
            <a:schemeClr val="accent6">
              <a:lumMod val="60000"/>
              <a:lumOff val="40000"/>
            </a:schemeClr>
          </a:solidFill>
          <a:scene3d>
            <a:camera prst="orthographicFront"/>
            <a:lightRig rig="flat" dir="t"/>
          </a:scene3d>
        </p:grpSpPr>
        <p:sp>
          <p:nvSpPr>
            <p:cNvPr id="193" name="Rectangle 192">
              <a:extLst>
                <a:ext uri="{FF2B5EF4-FFF2-40B4-BE49-F238E27FC236}">
                  <a16:creationId xmlns:a16="http://schemas.microsoft.com/office/drawing/2014/main" id="{AD0CB3A9-55B5-4DA3-8CC1-2E6F87A57AD5}"/>
                </a:ext>
              </a:extLst>
            </p:cNvPr>
            <p:cNvSpPr/>
            <p:nvPr/>
          </p:nvSpPr>
          <p:spPr>
            <a:xfrm>
              <a:off x="11246721" y="289684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94" name="TextBox 193">
              <a:extLst>
                <a:ext uri="{FF2B5EF4-FFF2-40B4-BE49-F238E27FC236}">
                  <a16:creationId xmlns:a16="http://schemas.microsoft.com/office/drawing/2014/main" id="{8D0914F6-821B-4A4B-A7FD-278062EDD803}"/>
                </a:ext>
              </a:extLst>
            </p:cNvPr>
            <p:cNvSpPr txBox="1"/>
            <p:nvPr/>
          </p:nvSpPr>
          <p:spPr>
            <a:xfrm>
              <a:off x="11246721" y="2896840"/>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الواردات المتنوعة</a:t>
              </a:r>
            </a:p>
          </p:txBody>
        </p:sp>
      </p:grpSp>
      <p:grpSp>
        <p:nvGrpSpPr>
          <p:cNvPr id="55" name="Group 54">
            <a:extLst>
              <a:ext uri="{FF2B5EF4-FFF2-40B4-BE49-F238E27FC236}">
                <a16:creationId xmlns:a16="http://schemas.microsoft.com/office/drawing/2014/main" id="{7B0DD904-3019-4168-894F-43B3EE62D047}"/>
              </a:ext>
            </a:extLst>
          </p:cNvPr>
          <p:cNvGrpSpPr/>
          <p:nvPr/>
        </p:nvGrpSpPr>
        <p:grpSpPr>
          <a:xfrm>
            <a:off x="11304270" y="4255441"/>
            <a:ext cx="830181" cy="415090"/>
            <a:chOff x="11246721" y="3486269"/>
            <a:chExt cx="830181" cy="415090"/>
          </a:xfrm>
          <a:solidFill>
            <a:schemeClr val="accent6">
              <a:lumMod val="60000"/>
              <a:lumOff val="40000"/>
            </a:schemeClr>
          </a:solidFill>
          <a:scene3d>
            <a:camera prst="orthographicFront"/>
            <a:lightRig rig="flat" dir="t"/>
          </a:scene3d>
        </p:grpSpPr>
        <p:sp>
          <p:nvSpPr>
            <p:cNvPr id="191" name="Rectangle 190">
              <a:extLst>
                <a:ext uri="{FF2B5EF4-FFF2-40B4-BE49-F238E27FC236}">
                  <a16:creationId xmlns:a16="http://schemas.microsoft.com/office/drawing/2014/main" id="{D115417F-092E-400C-B8B9-CEAC183DEEB9}"/>
                </a:ext>
              </a:extLst>
            </p:cNvPr>
            <p:cNvSpPr/>
            <p:nvPr/>
          </p:nvSpPr>
          <p:spPr>
            <a:xfrm>
              <a:off x="11246721" y="3486269"/>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92" name="TextBox 191">
              <a:extLst>
                <a:ext uri="{FF2B5EF4-FFF2-40B4-BE49-F238E27FC236}">
                  <a16:creationId xmlns:a16="http://schemas.microsoft.com/office/drawing/2014/main" id="{BB2A7BAB-744A-414C-8D0E-810F8AEC5A98}"/>
                </a:ext>
              </a:extLst>
            </p:cNvPr>
            <p:cNvSpPr txBox="1"/>
            <p:nvPr/>
          </p:nvSpPr>
          <p:spPr>
            <a:xfrm>
              <a:off x="11246721" y="3486269"/>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رسم الخدمات</a:t>
              </a:r>
              <a:r>
                <a:rPr lang="ar-SY" sz="700" b="1" kern="1200" dirty="0"/>
                <a:t>	</a:t>
              </a:r>
              <a:endParaRPr lang="ar-SY" sz="700" kern="1200" dirty="0"/>
            </a:p>
          </p:txBody>
        </p:sp>
      </p:grpSp>
      <p:grpSp>
        <p:nvGrpSpPr>
          <p:cNvPr id="56" name="Group 55">
            <a:extLst>
              <a:ext uri="{FF2B5EF4-FFF2-40B4-BE49-F238E27FC236}">
                <a16:creationId xmlns:a16="http://schemas.microsoft.com/office/drawing/2014/main" id="{8CAD7123-7DEC-4D2B-8211-D52E12A17A1C}"/>
              </a:ext>
            </a:extLst>
          </p:cNvPr>
          <p:cNvGrpSpPr/>
          <p:nvPr/>
        </p:nvGrpSpPr>
        <p:grpSpPr>
          <a:xfrm>
            <a:off x="11304270" y="4868633"/>
            <a:ext cx="830181" cy="415090"/>
            <a:chOff x="11246721" y="4075698"/>
            <a:chExt cx="830181" cy="415090"/>
          </a:xfrm>
          <a:solidFill>
            <a:schemeClr val="accent6">
              <a:lumMod val="60000"/>
              <a:lumOff val="40000"/>
            </a:schemeClr>
          </a:solidFill>
          <a:scene3d>
            <a:camera prst="orthographicFront"/>
            <a:lightRig rig="flat" dir="t"/>
          </a:scene3d>
        </p:grpSpPr>
        <p:sp>
          <p:nvSpPr>
            <p:cNvPr id="189" name="Rectangle 188">
              <a:extLst>
                <a:ext uri="{FF2B5EF4-FFF2-40B4-BE49-F238E27FC236}">
                  <a16:creationId xmlns:a16="http://schemas.microsoft.com/office/drawing/2014/main" id="{9ABBFCED-FE39-40E3-AB62-F44DFA72E42E}"/>
                </a:ext>
              </a:extLst>
            </p:cNvPr>
            <p:cNvSpPr/>
            <p:nvPr/>
          </p:nvSpPr>
          <p:spPr>
            <a:xfrm>
              <a:off x="11246721" y="4075698"/>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90" name="TextBox 189">
              <a:extLst>
                <a:ext uri="{FF2B5EF4-FFF2-40B4-BE49-F238E27FC236}">
                  <a16:creationId xmlns:a16="http://schemas.microsoft.com/office/drawing/2014/main" id="{C06E5146-ED13-4F7F-80CD-9271BB1E570B}"/>
                </a:ext>
              </a:extLst>
            </p:cNvPr>
            <p:cNvSpPr txBox="1"/>
            <p:nvPr/>
          </p:nvSpPr>
          <p:spPr>
            <a:xfrm>
              <a:off x="11246721" y="4075698"/>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رسم النظافة</a:t>
              </a:r>
            </a:p>
          </p:txBody>
        </p:sp>
      </p:grpSp>
      <p:grpSp>
        <p:nvGrpSpPr>
          <p:cNvPr id="57" name="Group 56">
            <a:extLst>
              <a:ext uri="{FF2B5EF4-FFF2-40B4-BE49-F238E27FC236}">
                <a16:creationId xmlns:a16="http://schemas.microsoft.com/office/drawing/2014/main" id="{149A038B-3A4F-4756-AC64-91C6B38F1E25}"/>
              </a:ext>
            </a:extLst>
          </p:cNvPr>
          <p:cNvGrpSpPr/>
          <p:nvPr/>
        </p:nvGrpSpPr>
        <p:grpSpPr>
          <a:xfrm>
            <a:off x="11304270" y="5450040"/>
            <a:ext cx="830181" cy="415090"/>
            <a:chOff x="11246721" y="4665127"/>
            <a:chExt cx="830181" cy="415090"/>
          </a:xfrm>
          <a:solidFill>
            <a:schemeClr val="accent6">
              <a:lumMod val="60000"/>
              <a:lumOff val="40000"/>
            </a:schemeClr>
          </a:solidFill>
          <a:scene3d>
            <a:camera prst="orthographicFront"/>
            <a:lightRig rig="flat" dir="t"/>
          </a:scene3d>
        </p:grpSpPr>
        <p:sp>
          <p:nvSpPr>
            <p:cNvPr id="187" name="Rectangle 186">
              <a:extLst>
                <a:ext uri="{FF2B5EF4-FFF2-40B4-BE49-F238E27FC236}">
                  <a16:creationId xmlns:a16="http://schemas.microsoft.com/office/drawing/2014/main" id="{41A4CD25-A622-4707-AB44-320F736BAE92}"/>
                </a:ext>
              </a:extLst>
            </p:cNvPr>
            <p:cNvSpPr/>
            <p:nvPr/>
          </p:nvSpPr>
          <p:spPr>
            <a:xfrm>
              <a:off x="11246721" y="4665127"/>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88" name="TextBox 187">
              <a:extLst>
                <a:ext uri="{FF2B5EF4-FFF2-40B4-BE49-F238E27FC236}">
                  <a16:creationId xmlns:a16="http://schemas.microsoft.com/office/drawing/2014/main" id="{69466400-5121-487D-ABF9-255EF1A81CD0}"/>
                </a:ext>
              </a:extLst>
            </p:cNvPr>
            <p:cNvSpPr txBox="1"/>
            <p:nvPr/>
          </p:nvSpPr>
          <p:spPr>
            <a:xfrm>
              <a:off x="11246721" y="4665127"/>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التعبيد </a:t>
              </a:r>
              <a:r>
                <a:rPr lang="ar-SY" sz="1200" kern="1200" dirty="0" err="1"/>
                <a:t>و</a:t>
              </a:r>
              <a:r>
                <a:rPr lang="ar-SY" sz="1200" kern="1200" dirty="0"/>
                <a:t> الأرصفة</a:t>
              </a:r>
            </a:p>
          </p:txBody>
        </p:sp>
      </p:grpSp>
      <p:grpSp>
        <p:nvGrpSpPr>
          <p:cNvPr id="58" name="Group 57">
            <a:extLst>
              <a:ext uri="{FF2B5EF4-FFF2-40B4-BE49-F238E27FC236}">
                <a16:creationId xmlns:a16="http://schemas.microsoft.com/office/drawing/2014/main" id="{2753FC4E-C577-4342-9248-44C54C441533}"/>
              </a:ext>
            </a:extLst>
          </p:cNvPr>
          <p:cNvGrpSpPr/>
          <p:nvPr/>
        </p:nvGrpSpPr>
        <p:grpSpPr>
          <a:xfrm>
            <a:off x="11304270" y="6156451"/>
            <a:ext cx="830181" cy="415090"/>
            <a:chOff x="11246721" y="5254556"/>
            <a:chExt cx="830181" cy="415090"/>
          </a:xfrm>
          <a:solidFill>
            <a:schemeClr val="accent6">
              <a:lumMod val="60000"/>
              <a:lumOff val="40000"/>
            </a:schemeClr>
          </a:solidFill>
          <a:scene3d>
            <a:camera prst="orthographicFront"/>
            <a:lightRig rig="flat" dir="t"/>
          </a:scene3d>
        </p:grpSpPr>
        <p:sp>
          <p:nvSpPr>
            <p:cNvPr id="185" name="Rectangle 184">
              <a:extLst>
                <a:ext uri="{FF2B5EF4-FFF2-40B4-BE49-F238E27FC236}">
                  <a16:creationId xmlns:a16="http://schemas.microsoft.com/office/drawing/2014/main" id="{C7FDA1C6-B2D7-4B69-AAAE-0D6DD3E23598}"/>
                </a:ext>
              </a:extLst>
            </p:cNvPr>
            <p:cNvSpPr/>
            <p:nvPr/>
          </p:nvSpPr>
          <p:spPr>
            <a:xfrm>
              <a:off x="11246721" y="5254556"/>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86" name="TextBox 185">
              <a:extLst>
                <a:ext uri="{FF2B5EF4-FFF2-40B4-BE49-F238E27FC236}">
                  <a16:creationId xmlns:a16="http://schemas.microsoft.com/office/drawing/2014/main" id="{E2A29092-FFEC-482E-825B-FE2AAB77CB4F}"/>
                </a:ext>
              </a:extLst>
            </p:cNvPr>
            <p:cNvSpPr txBox="1"/>
            <p:nvPr/>
          </p:nvSpPr>
          <p:spPr>
            <a:xfrm>
              <a:off x="11246721" y="5254556"/>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الأملاك العامة</a:t>
              </a:r>
            </a:p>
          </p:txBody>
        </p:sp>
      </p:grpSp>
      <p:grpSp>
        <p:nvGrpSpPr>
          <p:cNvPr id="59" name="Group 58">
            <a:extLst>
              <a:ext uri="{FF2B5EF4-FFF2-40B4-BE49-F238E27FC236}">
                <a16:creationId xmlns:a16="http://schemas.microsoft.com/office/drawing/2014/main" id="{8A79BE08-B4F6-4E7A-9500-863C1988A982}"/>
              </a:ext>
            </a:extLst>
          </p:cNvPr>
          <p:cNvGrpSpPr/>
          <p:nvPr/>
        </p:nvGrpSpPr>
        <p:grpSpPr>
          <a:xfrm>
            <a:off x="9869774" y="1757429"/>
            <a:ext cx="758653" cy="613939"/>
            <a:chOff x="10034655" y="1717981"/>
            <a:chExt cx="830181" cy="415090"/>
          </a:xfrm>
          <a:solidFill>
            <a:schemeClr val="accent4">
              <a:lumMod val="60000"/>
              <a:lumOff val="40000"/>
            </a:schemeClr>
          </a:solidFill>
          <a:scene3d>
            <a:camera prst="orthographicFront"/>
            <a:lightRig rig="flat" dir="t"/>
          </a:scene3d>
        </p:grpSpPr>
        <p:sp>
          <p:nvSpPr>
            <p:cNvPr id="183" name="Rectangle 182">
              <a:extLst>
                <a:ext uri="{FF2B5EF4-FFF2-40B4-BE49-F238E27FC236}">
                  <a16:creationId xmlns:a16="http://schemas.microsoft.com/office/drawing/2014/main" id="{CE885ED6-E460-4C56-A62C-FDD91B4AB70B}"/>
                </a:ext>
              </a:extLst>
            </p:cNvPr>
            <p:cNvSpPr/>
            <p:nvPr/>
          </p:nvSpPr>
          <p:spPr>
            <a:xfrm>
              <a:off x="10034655"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84" name="TextBox 183">
              <a:extLst>
                <a:ext uri="{FF2B5EF4-FFF2-40B4-BE49-F238E27FC236}">
                  <a16:creationId xmlns:a16="http://schemas.microsoft.com/office/drawing/2014/main" id="{9BCC653A-49B7-415B-A42D-303BDA27C7B9}"/>
                </a:ext>
              </a:extLst>
            </p:cNvPr>
            <p:cNvSpPr txBox="1"/>
            <p:nvPr/>
          </p:nvSpPr>
          <p:spPr>
            <a:xfrm>
              <a:off x="1003465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الجباية </a:t>
              </a:r>
              <a:endParaRPr lang="ar-SY" sz="1400" kern="1200" dirty="0"/>
            </a:p>
          </p:txBody>
        </p:sp>
      </p:grpSp>
      <p:sp>
        <p:nvSpPr>
          <p:cNvPr id="182" name="TextBox 181">
            <a:extLst>
              <a:ext uri="{FF2B5EF4-FFF2-40B4-BE49-F238E27FC236}">
                <a16:creationId xmlns:a16="http://schemas.microsoft.com/office/drawing/2014/main" id="{951356FD-BFB6-4C2F-8079-9E825F74D42F}"/>
              </a:ext>
            </a:extLst>
          </p:cNvPr>
          <p:cNvSpPr txBox="1"/>
          <p:nvPr/>
        </p:nvSpPr>
        <p:spPr>
          <a:xfrm>
            <a:off x="9066804" y="2519100"/>
            <a:ext cx="959377" cy="677501"/>
          </a:xfrm>
          <a:prstGeom prst="rect">
            <a:avLst/>
          </a:prstGeom>
          <a:solidFill>
            <a:schemeClr val="accent6">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غرامات مخالفات البناء ومقابل التحسين</a:t>
            </a:r>
          </a:p>
        </p:txBody>
      </p:sp>
      <p:sp>
        <p:nvSpPr>
          <p:cNvPr id="180" name="TextBox 179">
            <a:extLst>
              <a:ext uri="{FF2B5EF4-FFF2-40B4-BE49-F238E27FC236}">
                <a16:creationId xmlns:a16="http://schemas.microsoft.com/office/drawing/2014/main" id="{3DEA22D6-8DEE-4CCE-B3E8-88905E954E39}"/>
              </a:ext>
            </a:extLst>
          </p:cNvPr>
          <p:cNvSpPr txBox="1"/>
          <p:nvPr/>
        </p:nvSpPr>
        <p:spPr>
          <a:xfrm>
            <a:off x="9051154" y="3256491"/>
            <a:ext cx="975024" cy="641748"/>
          </a:xfrm>
          <a:prstGeom prst="rect">
            <a:avLst/>
          </a:prstGeom>
          <a:solidFill>
            <a:schemeClr val="accent6">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الواردات المتنوعة </a:t>
            </a:r>
            <a:r>
              <a:rPr lang="ar-SY" sz="1200" kern="1200" dirty="0" err="1"/>
              <a:t>و</a:t>
            </a:r>
            <a:r>
              <a:rPr lang="ar-SY" sz="1200" kern="1200" dirty="0"/>
              <a:t> </a:t>
            </a:r>
            <a:r>
              <a:rPr lang="ar-SY" sz="1200" kern="1200" dirty="0" err="1"/>
              <a:t>اشغال</a:t>
            </a:r>
            <a:r>
              <a:rPr lang="ar-SY" sz="1200" kern="1200" dirty="0"/>
              <a:t> لحساب الغير</a:t>
            </a:r>
          </a:p>
        </p:txBody>
      </p:sp>
      <p:grpSp>
        <p:nvGrpSpPr>
          <p:cNvPr id="62" name="Group 61">
            <a:extLst>
              <a:ext uri="{FF2B5EF4-FFF2-40B4-BE49-F238E27FC236}">
                <a16:creationId xmlns:a16="http://schemas.microsoft.com/office/drawing/2014/main" id="{621C662F-313F-4DCB-A587-E9EFC053F83B}"/>
              </a:ext>
            </a:extLst>
          </p:cNvPr>
          <p:cNvGrpSpPr/>
          <p:nvPr/>
        </p:nvGrpSpPr>
        <p:grpSpPr>
          <a:xfrm>
            <a:off x="9051154" y="3978148"/>
            <a:ext cx="975024" cy="415090"/>
            <a:chOff x="10242201" y="3486269"/>
            <a:chExt cx="830181" cy="415090"/>
          </a:xfrm>
          <a:solidFill>
            <a:schemeClr val="accent6">
              <a:lumMod val="60000"/>
              <a:lumOff val="40000"/>
            </a:schemeClr>
          </a:solidFill>
          <a:scene3d>
            <a:camera prst="orthographicFront"/>
            <a:lightRig rig="flat" dir="t"/>
          </a:scene3d>
        </p:grpSpPr>
        <p:sp>
          <p:nvSpPr>
            <p:cNvPr id="177" name="Rectangle 176">
              <a:extLst>
                <a:ext uri="{FF2B5EF4-FFF2-40B4-BE49-F238E27FC236}">
                  <a16:creationId xmlns:a16="http://schemas.microsoft.com/office/drawing/2014/main" id="{EE2FEBFE-8B7C-4637-8099-5869B8E3D331}"/>
                </a:ext>
              </a:extLst>
            </p:cNvPr>
            <p:cNvSpPr/>
            <p:nvPr/>
          </p:nvSpPr>
          <p:spPr>
            <a:xfrm>
              <a:off x="10242201" y="3486269"/>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78" name="TextBox 177">
              <a:extLst>
                <a:ext uri="{FF2B5EF4-FFF2-40B4-BE49-F238E27FC236}">
                  <a16:creationId xmlns:a16="http://schemas.microsoft.com/office/drawing/2014/main" id="{F7AF67FA-F98A-4242-AFAD-75E6B41C4866}"/>
                </a:ext>
              </a:extLst>
            </p:cNvPr>
            <p:cNvSpPr txBox="1"/>
            <p:nvPr/>
          </p:nvSpPr>
          <p:spPr>
            <a:xfrm>
              <a:off x="10242201" y="3486269"/>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الخدمات </a:t>
              </a:r>
              <a:r>
                <a:rPr lang="ar-SY" sz="1200" kern="1200" dirty="0" err="1"/>
                <a:t>و</a:t>
              </a:r>
              <a:r>
                <a:rPr lang="ar-SY" sz="1200" kern="1200" dirty="0"/>
                <a:t> الجباة والمسكر</a:t>
              </a:r>
            </a:p>
          </p:txBody>
        </p:sp>
      </p:grpSp>
      <p:grpSp>
        <p:nvGrpSpPr>
          <p:cNvPr id="63" name="Group 62">
            <a:extLst>
              <a:ext uri="{FF2B5EF4-FFF2-40B4-BE49-F238E27FC236}">
                <a16:creationId xmlns:a16="http://schemas.microsoft.com/office/drawing/2014/main" id="{27F9D687-A4B8-49E8-97AE-973D6096583D}"/>
              </a:ext>
            </a:extLst>
          </p:cNvPr>
          <p:cNvGrpSpPr/>
          <p:nvPr/>
        </p:nvGrpSpPr>
        <p:grpSpPr>
          <a:xfrm>
            <a:off x="9066804" y="4504747"/>
            <a:ext cx="944845" cy="738145"/>
            <a:chOff x="9738384" y="4075698"/>
            <a:chExt cx="1333999" cy="415090"/>
          </a:xfrm>
          <a:solidFill>
            <a:schemeClr val="accent6">
              <a:lumMod val="60000"/>
              <a:lumOff val="40000"/>
            </a:schemeClr>
          </a:solidFill>
          <a:scene3d>
            <a:camera prst="orthographicFront"/>
            <a:lightRig rig="flat" dir="t"/>
          </a:scene3d>
        </p:grpSpPr>
        <p:sp>
          <p:nvSpPr>
            <p:cNvPr id="175" name="Rectangle 174">
              <a:extLst>
                <a:ext uri="{FF2B5EF4-FFF2-40B4-BE49-F238E27FC236}">
                  <a16:creationId xmlns:a16="http://schemas.microsoft.com/office/drawing/2014/main" id="{989A55DE-AA95-49D1-87E5-28AFE38A3A02}"/>
                </a:ext>
              </a:extLst>
            </p:cNvPr>
            <p:cNvSpPr/>
            <p:nvPr/>
          </p:nvSpPr>
          <p:spPr>
            <a:xfrm>
              <a:off x="10242201" y="4075698"/>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76" name="TextBox 175">
              <a:extLst>
                <a:ext uri="{FF2B5EF4-FFF2-40B4-BE49-F238E27FC236}">
                  <a16:creationId xmlns:a16="http://schemas.microsoft.com/office/drawing/2014/main" id="{CA0813E5-CD3E-4319-B2E9-ACE233B58843}"/>
                </a:ext>
              </a:extLst>
            </p:cNvPr>
            <p:cNvSpPr txBox="1"/>
            <p:nvPr/>
          </p:nvSpPr>
          <p:spPr>
            <a:xfrm>
              <a:off x="9738384" y="4082164"/>
              <a:ext cx="1333999" cy="408624"/>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التعبيد </a:t>
              </a:r>
              <a:r>
                <a:rPr lang="ar-SY" sz="1200" kern="1200" dirty="0" err="1"/>
                <a:t>و</a:t>
              </a:r>
              <a:r>
                <a:rPr lang="ar-SY" sz="1200" kern="1200" dirty="0"/>
                <a:t> الأرصفة</a:t>
              </a:r>
            </a:p>
            <a:p>
              <a:pPr marL="0" lvl="0" indent="0" algn="ctr" defTabSz="311150" rtl="1">
                <a:lnSpc>
                  <a:spcPct val="90000"/>
                </a:lnSpc>
                <a:spcBef>
                  <a:spcPct val="0"/>
                </a:spcBef>
                <a:spcAft>
                  <a:spcPct val="35000"/>
                </a:spcAft>
                <a:buNone/>
              </a:pPr>
              <a:r>
                <a:rPr lang="ar-SY" sz="1200" kern="1200" dirty="0"/>
                <a:t>والواردات والغرامة العادية </a:t>
              </a:r>
            </a:p>
          </p:txBody>
        </p:sp>
      </p:grpSp>
      <p:grpSp>
        <p:nvGrpSpPr>
          <p:cNvPr id="64" name="Group 63">
            <a:extLst>
              <a:ext uri="{FF2B5EF4-FFF2-40B4-BE49-F238E27FC236}">
                <a16:creationId xmlns:a16="http://schemas.microsoft.com/office/drawing/2014/main" id="{E5BFC693-8354-481F-A03A-7BB51EF6C72F}"/>
              </a:ext>
            </a:extLst>
          </p:cNvPr>
          <p:cNvGrpSpPr/>
          <p:nvPr/>
        </p:nvGrpSpPr>
        <p:grpSpPr>
          <a:xfrm>
            <a:off x="9051155" y="5351051"/>
            <a:ext cx="975024" cy="415090"/>
            <a:chOff x="10242201" y="4665127"/>
            <a:chExt cx="830181" cy="415090"/>
          </a:xfrm>
          <a:solidFill>
            <a:schemeClr val="accent6">
              <a:lumMod val="60000"/>
              <a:lumOff val="40000"/>
            </a:schemeClr>
          </a:solidFill>
          <a:scene3d>
            <a:camera prst="orthographicFront"/>
            <a:lightRig rig="flat" dir="t"/>
          </a:scene3d>
        </p:grpSpPr>
        <p:sp>
          <p:nvSpPr>
            <p:cNvPr id="173" name="Rectangle 172">
              <a:extLst>
                <a:ext uri="{FF2B5EF4-FFF2-40B4-BE49-F238E27FC236}">
                  <a16:creationId xmlns:a16="http://schemas.microsoft.com/office/drawing/2014/main" id="{133E9EA1-B1E1-410D-BAFC-C0AB59381BBF}"/>
                </a:ext>
              </a:extLst>
            </p:cNvPr>
            <p:cNvSpPr/>
            <p:nvPr/>
          </p:nvSpPr>
          <p:spPr>
            <a:xfrm>
              <a:off x="10242201" y="4665127"/>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74" name="TextBox 173">
              <a:extLst>
                <a:ext uri="{FF2B5EF4-FFF2-40B4-BE49-F238E27FC236}">
                  <a16:creationId xmlns:a16="http://schemas.microsoft.com/office/drawing/2014/main" id="{4B1DDA28-6B69-43C3-B061-53B9102BE167}"/>
                </a:ext>
              </a:extLst>
            </p:cNvPr>
            <p:cNvSpPr txBox="1"/>
            <p:nvPr/>
          </p:nvSpPr>
          <p:spPr>
            <a:xfrm>
              <a:off x="10242201" y="4665127"/>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الأملاك العامة والخاصة</a:t>
              </a:r>
            </a:p>
          </p:txBody>
        </p:sp>
      </p:grpSp>
      <p:grpSp>
        <p:nvGrpSpPr>
          <p:cNvPr id="65" name="Group 64">
            <a:extLst>
              <a:ext uri="{FF2B5EF4-FFF2-40B4-BE49-F238E27FC236}">
                <a16:creationId xmlns:a16="http://schemas.microsoft.com/office/drawing/2014/main" id="{BD5A75FC-1468-4A4F-95B7-91CFB8BA6CAB}"/>
              </a:ext>
            </a:extLst>
          </p:cNvPr>
          <p:cNvGrpSpPr/>
          <p:nvPr/>
        </p:nvGrpSpPr>
        <p:grpSpPr>
          <a:xfrm>
            <a:off x="9051154" y="5838196"/>
            <a:ext cx="983995" cy="525799"/>
            <a:chOff x="10242201" y="5254556"/>
            <a:chExt cx="830181" cy="415090"/>
          </a:xfrm>
          <a:solidFill>
            <a:schemeClr val="accent6">
              <a:lumMod val="60000"/>
              <a:lumOff val="40000"/>
            </a:schemeClr>
          </a:solidFill>
          <a:scene3d>
            <a:camera prst="orthographicFront"/>
            <a:lightRig rig="flat" dir="t"/>
          </a:scene3d>
        </p:grpSpPr>
        <p:sp>
          <p:nvSpPr>
            <p:cNvPr id="171" name="Rectangle 170">
              <a:extLst>
                <a:ext uri="{FF2B5EF4-FFF2-40B4-BE49-F238E27FC236}">
                  <a16:creationId xmlns:a16="http://schemas.microsoft.com/office/drawing/2014/main" id="{6D2589C5-A833-4168-B741-348358DD14B8}"/>
                </a:ext>
              </a:extLst>
            </p:cNvPr>
            <p:cNvSpPr/>
            <p:nvPr/>
          </p:nvSpPr>
          <p:spPr>
            <a:xfrm>
              <a:off x="10242201" y="5254556"/>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72" name="TextBox 171">
              <a:extLst>
                <a:ext uri="{FF2B5EF4-FFF2-40B4-BE49-F238E27FC236}">
                  <a16:creationId xmlns:a16="http://schemas.microsoft.com/office/drawing/2014/main" id="{35F92406-C2B7-47BF-8727-E473F56C1FE9}"/>
                </a:ext>
              </a:extLst>
            </p:cNvPr>
            <p:cNvSpPr txBox="1"/>
            <p:nvPr/>
          </p:nvSpPr>
          <p:spPr>
            <a:xfrm>
              <a:off x="10242201" y="5254556"/>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تكاليف الدولة و القطاع العام و الحجز</a:t>
              </a:r>
            </a:p>
          </p:txBody>
        </p:sp>
      </p:grpSp>
      <p:grpSp>
        <p:nvGrpSpPr>
          <p:cNvPr id="66" name="Group 65">
            <a:extLst>
              <a:ext uri="{FF2B5EF4-FFF2-40B4-BE49-F238E27FC236}">
                <a16:creationId xmlns:a16="http://schemas.microsoft.com/office/drawing/2014/main" id="{46EE1BE7-FED6-469B-8A92-F61369E70617}"/>
              </a:ext>
            </a:extLst>
          </p:cNvPr>
          <p:cNvGrpSpPr/>
          <p:nvPr/>
        </p:nvGrpSpPr>
        <p:grpSpPr>
          <a:xfrm>
            <a:off x="9051154" y="6436050"/>
            <a:ext cx="983995" cy="415090"/>
            <a:chOff x="10254222" y="6252609"/>
            <a:chExt cx="830181" cy="415090"/>
          </a:xfrm>
          <a:solidFill>
            <a:schemeClr val="accent6">
              <a:lumMod val="60000"/>
              <a:lumOff val="40000"/>
            </a:schemeClr>
          </a:solidFill>
          <a:scene3d>
            <a:camera prst="orthographicFront"/>
            <a:lightRig rig="flat" dir="t"/>
          </a:scene3d>
        </p:grpSpPr>
        <p:sp>
          <p:nvSpPr>
            <p:cNvPr id="169" name="Rectangle 168">
              <a:extLst>
                <a:ext uri="{FF2B5EF4-FFF2-40B4-BE49-F238E27FC236}">
                  <a16:creationId xmlns:a16="http://schemas.microsoft.com/office/drawing/2014/main" id="{52E8E569-2D50-4E34-9D39-5D9BB8EAADA1}"/>
                </a:ext>
              </a:extLst>
            </p:cNvPr>
            <p:cNvSpPr/>
            <p:nvPr/>
          </p:nvSpPr>
          <p:spPr>
            <a:xfrm>
              <a:off x="10254222" y="6252609"/>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70" name="TextBox 169">
              <a:extLst>
                <a:ext uri="{FF2B5EF4-FFF2-40B4-BE49-F238E27FC236}">
                  <a16:creationId xmlns:a16="http://schemas.microsoft.com/office/drawing/2014/main" id="{E794931D-72B7-4DD4-BD3E-7BB03F945746}"/>
                </a:ext>
              </a:extLst>
            </p:cNvPr>
            <p:cNvSpPr txBox="1"/>
            <p:nvPr/>
          </p:nvSpPr>
          <p:spPr>
            <a:xfrm>
              <a:off x="10254222" y="6252609"/>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الديوان وبراءة الذمة</a:t>
              </a:r>
            </a:p>
          </p:txBody>
        </p:sp>
      </p:grpSp>
      <p:grpSp>
        <p:nvGrpSpPr>
          <p:cNvPr id="67" name="Group 66">
            <a:extLst>
              <a:ext uri="{FF2B5EF4-FFF2-40B4-BE49-F238E27FC236}">
                <a16:creationId xmlns:a16="http://schemas.microsoft.com/office/drawing/2014/main" id="{AF59A338-DEB3-4B9E-80D7-776DF3C5366A}"/>
              </a:ext>
            </a:extLst>
          </p:cNvPr>
          <p:cNvGrpSpPr/>
          <p:nvPr/>
        </p:nvGrpSpPr>
        <p:grpSpPr>
          <a:xfrm>
            <a:off x="8531955" y="1806292"/>
            <a:ext cx="830181" cy="595824"/>
            <a:chOff x="9030135" y="1717981"/>
            <a:chExt cx="830181" cy="415090"/>
          </a:xfrm>
          <a:solidFill>
            <a:schemeClr val="accent4">
              <a:lumMod val="60000"/>
              <a:lumOff val="40000"/>
            </a:schemeClr>
          </a:solidFill>
          <a:scene3d>
            <a:camera prst="orthographicFront"/>
            <a:lightRig rig="flat" dir="t"/>
          </a:scene3d>
        </p:grpSpPr>
        <p:sp>
          <p:nvSpPr>
            <p:cNvPr id="167" name="Rectangle 166">
              <a:extLst>
                <a:ext uri="{FF2B5EF4-FFF2-40B4-BE49-F238E27FC236}">
                  <a16:creationId xmlns:a16="http://schemas.microsoft.com/office/drawing/2014/main" id="{D3F513DA-1396-4829-8D5D-A7552676855A}"/>
                </a:ext>
              </a:extLst>
            </p:cNvPr>
            <p:cNvSpPr/>
            <p:nvPr/>
          </p:nvSpPr>
          <p:spPr>
            <a:xfrm>
              <a:off x="9030135"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68" name="TextBox 167">
              <a:extLst>
                <a:ext uri="{FF2B5EF4-FFF2-40B4-BE49-F238E27FC236}">
                  <a16:creationId xmlns:a16="http://schemas.microsoft.com/office/drawing/2014/main" id="{43AB4C12-5F62-4C16-8EE0-A1CEDEF2E10B}"/>
                </a:ext>
              </a:extLst>
            </p:cNvPr>
            <p:cNvSpPr txBox="1"/>
            <p:nvPr/>
          </p:nvSpPr>
          <p:spPr>
            <a:xfrm>
              <a:off x="903013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محاسبة المشاريع</a:t>
              </a:r>
              <a:endParaRPr lang="ar-SY" sz="1400" kern="1200" dirty="0"/>
            </a:p>
          </p:txBody>
        </p:sp>
      </p:grpSp>
      <p:grpSp>
        <p:nvGrpSpPr>
          <p:cNvPr id="68" name="Group 67">
            <a:extLst>
              <a:ext uri="{FF2B5EF4-FFF2-40B4-BE49-F238E27FC236}">
                <a16:creationId xmlns:a16="http://schemas.microsoft.com/office/drawing/2014/main" id="{E159EBF8-A29B-4232-9911-7381159BEA1A}"/>
              </a:ext>
            </a:extLst>
          </p:cNvPr>
          <p:cNvGrpSpPr/>
          <p:nvPr/>
        </p:nvGrpSpPr>
        <p:grpSpPr>
          <a:xfrm>
            <a:off x="8000465" y="2497055"/>
            <a:ext cx="830181" cy="415090"/>
            <a:chOff x="9237681" y="2307410"/>
            <a:chExt cx="830181" cy="415090"/>
          </a:xfrm>
          <a:solidFill>
            <a:schemeClr val="accent6">
              <a:lumMod val="60000"/>
              <a:lumOff val="40000"/>
            </a:schemeClr>
          </a:solidFill>
          <a:scene3d>
            <a:camera prst="orthographicFront"/>
            <a:lightRig rig="flat" dir="t"/>
          </a:scene3d>
        </p:grpSpPr>
        <p:sp>
          <p:nvSpPr>
            <p:cNvPr id="165" name="Rectangle 164">
              <a:extLst>
                <a:ext uri="{FF2B5EF4-FFF2-40B4-BE49-F238E27FC236}">
                  <a16:creationId xmlns:a16="http://schemas.microsoft.com/office/drawing/2014/main" id="{A7378C41-F51A-4BAF-B834-FFC041C67350}"/>
                </a:ext>
              </a:extLst>
            </p:cNvPr>
            <p:cNvSpPr/>
            <p:nvPr/>
          </p:nvSpPr>
          <p:spPr>
            <a:xfrm>
              <a:off x="9237681" y="230741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66" name="TextBox 165">
              <a:extLst>
                <a:ext uri="{FF2B5EF4-FFF2-40B4-BE49-F238E27FC236}">
                  <a16:creationId xmlns:a16="http://schemas.microsoft.com/office/drawing/2014/main" id="{9303DEDE-0830-4A84-A8BA-5CDD34DBC8F4}"/>
                </a:ext>
              </a:extLst>
            </p:cNvPr>
            <p:cNvSpPr txBox="1"/>
            <p:nvPr/>
          </p:nvSpPr>
          <p:spPr>
            <a:xfrm>
              <a:off x="9237681" y="2307410"/>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المشاريع الاستثمارية </a:t>
              </a:r>
              <a:r>
                <a:rPr lang="ar-SY" sz="700" b="1" kern="1200" dirty="0"/>
                <a:t>	</a:t>
              </a:r>
              <a:endParaRPr lang="ar-SY" sz="700" kern="1200" dirty="0"/>
            </a:p>
          </p:txBody>
        </p:sp>
      </p:grpSp>
      <p:grpSp>
        <p:nvGrpSpPr>
          <p:cNvPr id="69" name="Group 68">
            <a:extLst>
              <a:ext uri="{FF2B5EF4-FFF2-40B4-BE49-F238E27FC236}">
                <a16:creationId xmlns:a16="http://schemas.microsoft.com/office/drawing/2014/main" id="{00233A29-AB1A-4E4A-80C0-DA49CAA5E86E}"/>
              </a:ext>
            </a:extLst>
          </p:cNvPr>
          <p:cNvGrpSpPr/>
          <p:nvPr/>
        </p:nvGrpSpPr>
        <p:grpSpPr>
          <a:xfrm>
            <a:off x="7995510" y="2989169"/>
            <a:ext cx="830181" cy="415090"/>
            <a:chOff x="9237681" y="2896840"/>
            <a:chExt cx="830181" cy="415090"/>
          </a:xfrm>
          <a:solidFill>
            <a:schemeClr val="accent6">
              <a:lumMod val="60000"/>
              <a:lumOff val="40000"/>
            </a:schemeClr>
          </a:solidFill>
          <a:scene3d>
            <a:camera prst="orthographicFront"/>
            <a:lightRig rig="flat" dir="t"/>
          </a:scene3d>
        </p:grpSpPr>
        <p:sp>
          <p:nvSpPr>
            <p:cNvPr id="163" name="Rectangle 162">
              <a:extLst>
                <a:ext uri="{FF2B5EF4-FFF2-40B4-BE49-F238E27FC236}">
                  <a16:creationId xmlns:a16="http://schemas.microsoft.com/office/drawing/2014/main" id="{BC575110-F6DD-45D2-8C71-3396CCF62868}"/>
                </a:ext>
              </a:extLst>
            </p:cNvPr>
            <p:cNvSpPr/>
            <p:nvPr/>
          </p:nvSpPr>
          <p:spPr>
            <a:xfrm>
              <a:off x="9237681" y="289684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64" name="TextBox 163">
              <a:extLst>
                <a:ext uri="{FF2B5EF4-FFF2-40B4-BE49-F238E27FC236}">
                  <a16:creationId xmlns:a16="http://schemas.microsoft.com/office/drawing/2014/main" id="{E9B1692F-ECF5-4EC7-844B-76856389ED38}"/>
                </a:ext>
              </a:extLst>
            </p:cNvPr>
            <p:cNvSpPr txBox="1"/>
            <p:nvPr/>
          </p:nvSpPr>
          <p:spPr>
            <a:xfrm>
              <a:off x="9237681" y="3070048"/>
              <a:ext cx="830181" cy="241882"/>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المشاريع </a:t>
              </a:r>
              <a:r>
                <a:rPr lang="ar-SY" sz="1200" kern="1200" dirty="0" err="1"/>
                <a:t>الاستملاكية</a:t>
              </a:r>
              <a:r>
                <a:rPr lang="ar-SY" sz="1200" kern="1200" dirty="0"/>
                <a:t> </a:t>
              </a:r>
              <a:r>
                <a:rPr lang="ar-SY" sz="700" b="1" kern="1200" dirty="0"/>
                <a:t>				</a:t>
              </a:r>
              <a:endParaRPr lang="ar-SY" sz="700" kern="1200" dirty="0"/>
            </a:p>
          </p:txBody>
        </p:sp>
      </p:grpSp>
      <p:grpSp>
        <p:nvGrpSpPr>
          <p:cNvPr id="70" name="Group 69">
            <a:extLst>
              <a:ext uri="{FF2B5EF4-FFF2-40B4-BE49-F238E27FC236}">
                <a16:creationId xmlns:a16="http://schemas.microsoft.com/office/drawing/2014/main" id="{933B1CAC-2F1C-4F9F-B98C-1A2E0C0A1B6D}"/>
              </a:ext>
            </a:extLst>
          </p:cNvPr>
          <p:cNvGrpSpPr/>
          <p:nvPr/>
        </p:nvGrpSpPr>
        <p:grpSpPr>
          <a:xfrm>
            <a:off x="7497871" y="1816738"/>
            <a:ext cx="830181" cy="562712"/>
            <a:chOff x="8025615" y="1717981"/>
            <a:chExt cx="830181" cy="415090"/>
          </a:xfrm>
          <a:solidFill>
            <a:schemeClr val="accent4">
              <a:lumMod val="60000"/>
              <a:lumOff val="40000"/>
            </a:schemeClr>
          </a:solidFill>
          <a:scene3d>
            <a:camera prst="orthographicFront"/>
            <a:lightRig rig="flat" dir="t"/>
          </a:scene3d>
        </p:grpSpPr>
        <p:sp>
          <p:nvSpPr>
            <p:cNvPr id="161" name="Rectangle 160">
              <a:extLst>
                <a:ext uri="{FF2B5EF4-FFF2-40B4-BE49-F238E27FC236}">
                  <a16:creationId xmlns:a16="http://schemas.microsoft.com/office/drawing/2014/main" id="{CCD511E2-E17B-4A50-818D-F9F1AA58F7FA}"/>
                </a:ext>
              </a:extLst>
            </p:cNvPr>
            <p:cNvSpPr/>
            <p:nvPr/>
          </p:nvSpPr>
          <p:spPr>
            <a:xfrm>
              <a:off x="8025615"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62" name="TextBox 161">
              <a:extLst>
                <a:ext uri="{FF2B5EF4-FFF2-40B4-BE49-F238E27FC236}">
                  <a16:creationId xmlns:a16="http://schemas.microsoft.com/office/drawing/2014/main" id="{62626A99-89D7-4088-8522-F9BDA71076FF}"/>
                </a:ext>
              </a:extLst>
            </p:cNvPr>
            <p:cNvSpPr txBox="1"/>
            <p:nvPr/>
          </p:nvSpPr>
          <p:spPr>
            <a:xfrm>
              <a:off x="802561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محاسبة النفقات</a:t>
              </a:r>
              <a:endParaRPr lang="ar-SY" sz="1400" kern="1200" dirty="0"/>
            </a:p>
          </p:txBody>
        </p:sp>
      </p:grpSp>
      <p:grpSp>
        <p:nvGrpSpPr>
          <p:cNvPr id="71" name="Group 70">
            <a:extLst>
              <a:ext uri="{FF2B5EF4-FFF2-40B4-BE49-F238E27FC236}">
                <a16:creationId xmlns:a16="http://schemas.microsoft.com/office/drawing/2014/main" id="{E6E199B9-3331-4B2B-B24E-504522FF5FBA}"/>
              </a:ext>
            </a:extLst>
          </p:cNvPr>
          <p:cNvGrpSpPr/>
          <p:nvPr/>
        </p:nvGrpSpPr>
        <p:grpSpPr>
          <a:xfrm>
            <a:off x="6960323" y="2483123"/>
            <a:ext cx="830181" cy="415090"/>
            <a:chOff x="8233160" y="2307410"/>
            <a:chExt cx="830181" cy="415090"/>
          </a:xfrm>
          <a:solidFill>
            <a:schemeClr val="accent6">
              <a:lumMod val="60000"/>
              <a:lumOff val="40000"/>
            </a:schemeClr>
          </a:solidFill>
          <a:scene3d>
            <a:camera prst="orthographicFront"/>
            <a:lightRig rig="flat" dir="t"/>
          </a:scene3d>
        </p:grpSpPr>
        <p:sp>
          <p:nvSpPr>
            <p:cNvPr id="159" name="Rectangle 158">
              <a:extLst>
                <a:ext uri="{FF2B5EF4-FFF2-40B4-BE49-F238E27FC236}">
                  <a16:creationId xmlns:a16="http://schemas.microsoft.com/office/drawing/2014/main" id="{BC2E8B30-DDD9-40A6-9332-BB964EE8844C}"/>
                </a:ext>
              </a:extLst>
            </p:cNvPr>
            <p:cNvSpPr/>
            <p:nvPr/>
          </p:nvSpPr>
          <p:spPr>
            <a:xfrm>
              <a:off x="8233160" y="230741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60" name="TextBox 159">
              <a:extLst>
                <a:ext uri="{FF2B5EF4-FFF2-40B4-BE49-F238E27FC236}">
                  <a16:creationId xmlns:a16="http://schemas.microsoft.com/office/drawing/2014/main" id="{B1A52472-7198-4E4C-AFB0-8DF203F6CF32}"/>
                </a:ext>
              </a:extLst>
            </p:cNvPr>
            <p:cNvSpPr txBox="1"/>
            <p:nvPr/>
          </p:nvSpPr>
          <p:spPr>
            <a:xfrm>
              <a:off x="8233160" y="2307410"/>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النفقات الإدارية</a:t>
              </a:r>
            </a:p>
          </p:txBody>
        </p:sp>
      </p:grpSp>
      <p:grpSp>
        <p:nvGrpSpPr>
          <p:cNvPr id="72" name="Group 71">
            <a:extLst>
              <a:ext uri="{FF2B5EF4-FFF2-40B4-BE49-F238E27FC236}">
                <a16:creationId xmlns:a16="http://schemas.microsoft.com/office/drawing/2014/main" id="{EFC56CD7-FCD9-4A0A-B07A-906578290879}"/>
              </a:ext>
            </a:extLst>
          </p:cNvPr>
          <p:cNvGrpSpPr/>
          <p:nvPr/>
        </p:nvGrpSpPr>
        <p:grpSpPr>
          <a:xfrm>
            <a:off x="6949984" y="2994574"/>
            <a:ext cx="830181" cy="415090"/>
            <a:chOff x="8233160" y="2896840"/>
            <a:chExt cx="830181" cy="415090"/>
          </a:xfrm>
          <a:solidFill>
            <a:schemeClr val="accent6">
              <a:lumMod val="60000"/>
              <a:lumOff val="40000"/>
            </a:schemeClr>
          </a:solidFill>
          <a:scene3d>
            <a:camera prst="orthographicFront"/>
            <a:lightRig rig="flat" dir="t"/>
          </a:scene3d>
        </p:grpSpPr>
        <p:sp>
          <p:nvSpPr>
            <p:cNvPr id="157" name="Rectangle 156">
              <a:extLst>
                <a:ext uri="{FF2B5EF4-FFF2-40B4-BE49-F238E27FC236}">
                  <a16:creationId xmlns:a16="http://schemas.microsoft.com/office/drawing/2014/main" id="{183DB67F-210C-4CFF-96A8-BDDF4082D1C7}"/>
                </a:ext>
              </a:extLst>
            </p:cNvPr>
            <p:cNvSpPr/>
            <p:nvPr/>
          </p:nvSpPr>
          <p:spPr>
            <a:xfrm>
              <a:off x="8233160" y="289684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58" name="TextBox 157">
              <a:extLst>
                <a:ext uri="{FF2B5EF4-FFF2-40B4-BE49-F238E27FC236}">
                  <a16:creationId xmlns:a16="http://schemas.microsoft.com/office/drawing/2014/main" id="{C1E1CE72-A7FE-4010-8551-28DF2428046F}"/>
                </a:ext>
              </a:extLst>
            </p:cNvPr>
            <p:cNvSpPr txBox="1"/>
            <p:nvPr/>
          </p:nvSpPr>
          <p:spPr>
            <a:xfrm>
              <a:off x="8233160" y="2896840"/>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العقود</a:t>
              </a:r>
            </a:p>
          </p:txBody>
        </p:sp>
      </p:grpSp>
      <p:grpSp>
        <p:nvGrpSpPr>
          <p:cNvPr id="73" name="Group 72">
            <a:extLst>
              <a:ext uri="{FF2B5EF4-FFF2-40B4-BE49-F238E27FC236}">
                <a16:creationId xmlns:a16="http://schemas.microsoft.com/office/drawing/2014/main" id="{9756816B-9E6C-41BB-918C-3A99EA77C96B}"/>
              </a:ext>
            </a:extLst>
          </p:cNvPr>
          <p:cNvGrpSpPr/>
          <p:nvPr/>
        </p:nvGrpSpPr>
        <p:grpSpPr>
          <a:xfrm>
            <a:off x="6494780" y="1832928"/>
            <a:ext cx="830181" cy="559311"/>
            <a:chOff x="7021095" y="1717981"/>
            <a:chExt cx="830181" cy="415090"/>
          </a:xfrm>
          <a:solidFill>
            <a:schemeClr val="accent4">
              <a:lumMod val="60000"/>
              <a:lumOff val="40000"/>
            </a:schemeClr>
          </a:solidFill>
          <a:scene3d>
            <a:camera prst="orthographicFront"/>
            <a:lightRig rig="flat" dir="t"/>
          </a:scene3d>
        </p:grpSpPr>
        <p:sp>
          <p:nvSpPr>
            <p:cNvPr id="155" name="Rectangle 154">
              <a:extLst>
                <a:ext uri="{FF2B5EF4-FFF2-40B4-BE49-F238E27FC236}">
                  <a16:creationId xmlns:a16="http://schemas.microsoft.com/office/drawing/2014/main" id="{04CA0A5D-F801-4642-BEF4-F8203C51D579}"/>
                </a:ext>
              </a:extLst>
            </p:cNvPr>
            <p:cNvSpPr/>
            <p:nvPr/>
          </p:nvSpPr>
          <p:spPr>
            <a:xfrm>
              <a:off x="7021095"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56" name="TextBox 155">
              <a:extLst>
                <a:ext uri="{FF2B5EF4-FFF2-40B4-BE49-F238E27FC236}">
                  <a16:creationId xmlns:a16="http://schemas.microsoft.com/office/drawing/2014/main" id="{79A9C864-A0ED-44D2-B8E3-EE6A695342AC}"/>
                </a:ext>
              </a:extLst>
            </p:cNvPr>
            <p:cNvSpPr txBox="1"/>
            <p:nvPr/>
          </p:nvSpPr>
          <p:spPr>
            <a:xfrm>
              <a:off x="702109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محاسبة الرواتب </a:t>
              </a:r>
              <a:r>
                <a:rPr lang="ar-SY" sz="1400" b="1" kern="1200" dirty="0" err="1"/>
                <a:t>و</a:t>
              </a:r>
              <a:r>
                <a:rPr lang="ar-SY" sz="1400" b="1" kern="1200" dirty="0"/>
                <a:t> الأجور</a:t>
              </a:r>
              <a:endParaRPr lang="ar-SY" sz="1400" kern="1200" dirty="0"/>
            </a:p>
          </p:txBody>
        </p:sp>
      </p:grpSp>
      <p:grpSp>
        <p:nvGrpSpPr>
          <p:cNvPr id="74" name="Group 73">
            <a:extLst>
              <a:ext uri="{FF2B5EF4-FFF2-40B4-BE49-F238E27FC236}">
                <a16:creationId xmlns:a16="http://schemas.microsoft.com/office/drawing/2014/main" id="{9ED092D2-591E-4ECF-8147-5BE543382C28}"/>
              </a:ext>
            </a:extLst>
          </p:cNvPr>
          <p:cNvGrpSpPr/>
          <p:nvPr/>
        </p:nvGrpSpPr>
        <p:grpSpPr>
          <a:xfrm>
            <a:off x="5768661" y="2479859"/>
            <a:ext cx="830181" cy="415090"/>
            <a:chOff x="7228640" y="2307410"/>
            <a:chExt cx="830181" cy="415090"/>
          </a:xfrm>
          <a:scene3d>
            <a:camera prst="orthographicFront"/>
            <a:lightRig rig="flat" dir="t"/>
          </a:scene3d>
        </p:grpSpPr>
        <p:sp>
          <p:nvSpPr>
            <p:cNvPr id="153" name="Rectangle 152">
              <a:extLst>
                <a:ext uri="{FF2B5EF4-FFF2-40B4-BE49-F238E27FC236}">
                  <a16:creationId xmlns:a16="http://schemas.microsoft.com/office/drawing/2014/main" id="{77562C3C-BBAA-45FE-9EC7-A65D5F3E332E}"/>
                </a:ext>
              </a:extLst>
            </p:cNvPr>
            <p:cNvSpPr/>
            <p:nvPr/>
          </p:nvSpPr>
          <p:spPr>
            <a:xfrm>
              <a:off x="7228640" y="2307410"/>
              <a:ext cx="830181" cy="415090"/>
            </a:xfrm>
            <a:prstGeom prst="rect">
              <a:avLst/>
            </a:prstGeom>
            <a:solidFill>
              <a:srgbClr val="92F561"/>
            </a:solid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54" name="TextBox 153">
              <a:extLst>
                <a:ext uri="{FF2B5EF4-FFF2-40B4-BE49-F238E27FC236}">
                  <a16:creationId xmlns:a16="http://schemas.microsoft.com/office/drawing/2014/main" id="{DFDDC6B8-EAE0-4455-935C-C4F8603AEE21}"/>
                </a:ext>
              </a:extLst>
            </p:cNvPr>
            <p:cNvSpPr txBox="1"/>
            <p:nvPr/>
          </p:nvSpPr>
          <p:spPr>
            <a:xfrm>
              <a:off x="7228640" y="2307410"/>
              <a:ext cx="830181" cy="415090"/>
            </a:xfrm>
            <a:prstGeom prst="rect">
              <a:avLst/>
            </a:prstGeom>
            <a:solidFill>
              <a:schemeClr val="accent6">
                <a:lumMod val="60000"/>
                <a:lumOff val="40000"/>
              </a:schemeClr>
            </a:solid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الأجور </a:t>
              </a:r>
              <a:r>
                <a:rPr lang="ar-SY" sz="1200" kern="1200" dirty="0" err="1"/>
                <a:t>و</a:t>
              </a:r>
              <a:r>
                <a:rPr lang="ar-SY" sz="1200" kern="1200" dirty="0"/>
                <a:t> التعويضات</a:t>
              </a:r>
            </a:p>
          </p:txBody>
        </p:sp>
      </p:grpSp>
      <p:grpSp>
        <p:nvGrpSpPr>
          <p:cNvPr id="75" name="Group 74">
            <a:extLst>
              <a:ext uri="{FF2B5EF4-FFF2-40B4-BE49-F238E27FC236}">
                <a16:creationId xmlns:a16="http://schemas.microsoft.com/office/drawing/2014/main" id="{4E847C83-9B0A-49D6-8C44-C51159F1821B}"/>
              </a:ext>
            </a:extLst>
          </p:cNvPr>
          <p:cNvGrpSpPr/>
          <p:nvPr/>
        </p:nvGrpSpPr>
        <p:grpSpPr>
          <a:xfrm>
            <a:off x="5751873" y="2994574"/>
            <a:ext cx="830181" cy="415090"/>
            <a:chOff x="7228640" y="2896840"/>
            <a:chExt cx="830181" cy="415090"/>
          </a:xfrm>
          <a:scene3d>
            <a:camera prst="orthographicFront"/>
            <a:lightRig rig="flat" dir="t"/>
          </a:scene3d>
        </p:grpSpPr>
        <p:sp>
          <p:nvSpPr>
            <p:cNvPr id="151" name="Rectangle 150">
              <a:extLst>
                <a:ext uri="{FF2B5EF4-FFF2-40B4-BE49-F238E27FC236}">
                  <a16:creationId xmlns:a16="http://schemas.microsoft.com/office/drawing/2014/main" id="{B20D36D3-1697-4223-86AA-8ACF7720CB1D}"/>
                </a:ext>
              </a:extLst>
            </p:cNvPr>
            <p:cNvSpPr/>
            <p:nvPr/>
          </p:nvSpPr>
          <p:spPr>
            <a:xfrm>
              <a:off x="7228640" y="2896840"/>
              <a:ext cx="830181" cy="415090"/>
            </a:xfrm>
            <a:prstGeom prst="rect">
              <a:avLst/>
            </a:prstGeom>
            <a:solidFill>
              <a:srgbClr val="92F561"/>
            </a:solid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52" name="TextBox 151">
              <a:extLst>
                <a:ext uri="{FF2B5EF4-FFF2-40B4-BE49-F238E27FC236}">
                  <a16:creationId xmlns:a16="http://schemas.microsoft.com/office/drawing/2014/main" id="{4F068891-6F6A-4F1D-B979-B36C7EE172BF}"/>
                </a:ext>
              </a:extLst>
            </p:cNvPr>
            <p:cNvSpPr txBox="1"/>
            <p:nvPr/>
          </p:nvSpPr>
          <p:spPr>
            <a:xfrm>
              <a:off x="7228640" y="2896840"/>
              <a:ext cx="830181" cy="415090"/>
            </a:xfrm>
            <a:prstGeom prst="rect">
              <a:avLst/>
            </a:prstGeom>
            <a:solidFill>
              <a:schemeClr val="accent6">
                <a:lumMod val="60000"/>
                <a:lumOff val="40000"/>
              </a:schemeClr>
            </a:solid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الشطب </a:t>
              </a:r>
              <a:r>
                <a:rPr lang="ar-SY" sz="1200" kern="1200" dirty="0" err="1"/>
                <a:t>و</a:t>
              </a:r>
              <a:r>
                <a:rPr lang="ar-SY" sz="1200" kern="1200" dirty="0"/>
                <a:t> التدقيق </a:t>
              </a:r>
            </a:p>
          </p:txBody>
        </p:sp>
      </p:grpSp>
      <p:grpSp>
        <p:nvGrpSpPr>
          <p:cNvPr id="76" name="Group 75">
            <a:extLst>
              <a:ext uri="{FF2B5EF4-FFF2-40B4-BE49-F238E27FC236}">
                <a16:creationId xmlns:a16="http://schemas.microsoft.com/office/drawing/2014/main" id="{0065A317-3632-4D90-9E07-60DE5EC03568}"/>
              </a:ext>
            </a:extLst>
          </p:cNvPr>
          <p:cNvGrpSpPr/>
          <p:nvPr/>
        </p:nvGrpSpPr>
        <p:grpSpPr>
          <a:xfrm>
            <a:off x="4638495" y="1778848"/>
            <a:ext cx="836475" cy="595827"/>
            <a:chOff x="6010281" y="1717981"/>
            <a:chExt cx="836475" cy="442190"/>
          </a:xfrm>
          <a:solidFill>
            <a:schemeClr val="accent4">
              <a:lumMod val="60000"/>
              <a:lumOff val="40000"/>
            </a:schemeClr>
          </a:solidFill>
          <a:scene3d>
            <a:camera prst="orthographicFront"/>
            <a:lightRig rig="flat" dir="t"/>
          </a:scene3d>
        </p:grpSpPr>
        <p:sp>
          <p:nvSpPr>
            <p:cNvPr id="149" name="Rectangle 148">
              <a:extLst>
                <a:ext uri="{FF2B5EF4-FFF2-40B4-BE49-F238E27FC236}">
                  <a16:creationId xmlns:a16="http://schemas.microsoft.com/office/drawing/2014/main" id="{45CCA4D1-A4A8-4939-9A57-CC1759981859}"/>
                </a:ext>
              </a:extLst>
            </p:cNvPr>
            <p:cNvSpPr/>
            <p:nvPr/>
          </p:nvSpPr>
          <p:spPr>
            <a:xfrm>
              <a:off x="6016575"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50" name="TextBox 149">
              <a:extLst>
                <a:ext uri="{FF2B5EF4-FFF2-40B4-BE49-F238E27FC236}">
                  <a16:creationId xmlns:a16="http://schemas.microsoft.com/office/drawing/2014/main" id="{9470E1FE-8ADB-4852-866F-F5D5D988F4CD}"/>
                </a:ext>
              </a:extLst>
            </p:cNvPr>
            <p:cNvSpPr txBox="1"/>
            <p:nvPr/>
          </p:nvSpPr>
          <p:spPr>
            <a:xfrm>
              <a:off x="6010281" y="17450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المستودعات</a:t>
              </a:r>
              <a:endParaRPr lang="ar-SY" sz="1400" kern="1200" dirty="0"/>
            </a:p>
          </p:txBody>
        </p:sp>
      </p:grpSp>
      <p:grpSp>
        <p:nvGrpSpPr>
          <p:cNvPr id="77" name="Group 76">
            <a:extLst>
              <a:ext uri="{FF2B5EF4-FFF2-40B4-BE49-F238E27FC236}">
                <a16:creationId xmlns:a16="http://schemas.microsoft.com/office/drawing/2014/main" id="{1459123F-38C6-4B9F-B561-A8EA0B6C5754}"/>
              </a:ext>
            </a:extLst>
          </p:cNvPr>
          <p:cNvGrpSpPr/>
          <p:nvPr/>
        </p:nvGrpSpPr>
        <p:grpSpPr>
          <a:xfrm>
            <a:off x="4028066" y="2452930"/>
            <a:ext cx="830181" cy="415090"/>
            <a:chOff x="6224120" y="2307410"/>
            <a:chExt cx="830181" cy="415090"/>
          </a:xfrm>
          <a:solidFill>
            <a:schemeClr val="accent6">
              <a:lumMod val="60000"/>
              <a:lumOff val="40000"/>
            </a:schemeClr>
          </a:solidFill>
          <a:scene3d>
            <a:camera prst="orthographicFront"/>
            <a:lightRig rig="flat" dir="t"/>
          </a:scene3d>
        </p:grpSpPr>
        <p:sp>
          <p:nvSpPr>
            <p:cNvPr id="147" name="Rectangle 146">
              <a:extLst>
                <a:ext uri="{FF2B5EF4-FFF2-40B4-BE49-F238E27FC236}">
                  <a16:creationId xmlns:a16="http://schemas.microsoft.com/office/drawing/2014/main" id="{41B14AE3-5D12-482F-A731-648A39066337}"/>
                </a:ext>
              </a:extLst>
            </p:cNvPr>
            <p:cNvSpPr/>
            <p:nvPr/>
          </p:nvSpPr>
          <p:spPr>
            <a:xfrm>
              <a:off x="6224120" y="230741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48" name="TextBox 147">
              <a:extLst>
                <a:ext uri="{FF2B5EF4-FFF2-40B4-BE49-F238E27FC236}">
                  <a16:creationId xmlns:a16="http://schemas.microsoft.com/office/drawing/2014/main" id="{2E93EFC9-D23A-4A61-BE29-6921B3DA2291}"/>
                </a:ext>
              </a:extLst>
            </p:cNvPr>
            <p:cNvSpPr txBox="1"/>
            <p:nvPr/>
          </p:nvSpPr>
          <p:spPr>
            <a:xfrm>
              <a:off x="6224120" y="2307410"/>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الديوان</a:t>
              </a:r>
              <a:r>
                <a:rPr lang="ar-SY" sz="700" kern="1200" dirty="0"/>
                <a:t>	</a:t>
              </a:r>
            </a:p>
          </p:txBody>
        </p:sp>
      </p:grpSp>
      <p:sp>
        <p:nvSpPr>
          <p:cNvPr id="146" name="TextBox 145">
            <a:extLst>
              <a:ext uri="{FF2B5EF4-FFF2-40B4-BE49-F238E27FC236}">
                <a16:creationId xmlns:a16="http://schemas.microsoft.com/office/drawing/2014/main" id="{3F3521CD-1556-4885-BE99-6BA4C8EEA988}"/>
              </a:ext>
            </a:extLst>
          </p:cNvPr>
          <p:cNvSpPr txBox="1"/>
          <p:nvPr/>
        </p:nvSpPr>
        <p:spPr>
          <a:xfrm>
            <a:off x="4038807" y="2983664"/>
            <a:ext cx="830181" cy="415090"/>
          </a:xfrm>
          <a:prstGeom prst="rect">
            <a:avLst/>
          </a:prstGeom>
          <a:solidFill>
            <a:schemeClr val="accent6">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المستودعات</a:t>
            </a:r>
          </a:p>
        </p:txBody>
      </p:sp>
      <p:grpSp>
        <p:nvGrpSpPr>
          <p:cNvPr id="79" name="Group 78">
            <a:extLst>
              <a:ext uri="{FF2B5EF4-FFF2-40B4-BE49-F238E27FC236}">
                <a16:creationId xmlns:a16="http://schemas.microsoft.com/office/drawing/2014/main" id="{F2E4E48A-F6E5-42DE-905D-110A1A918FD0}"/>
              </a:ext>
            </a:extLst>
          </p:cNvPr>
          <p:cNvGrpSpPr/>
          <p:nvPr/>
        </p:nvGrpSpPr>
        <p:grpSpPr>
          <a:xfrm>
            <a:off x="4028827" y="3586381"/>
            <a:ext cx="830181" cy="415090"/>
            <a:chOff x="6236141" y="3894893"/>
            <a:chExt cx="830181" cy="415090"/>
          </a:xfrm>
          <a:solidFill>
            <a:schemeClr val="accent6">
              <a:lumMod val="60000"/>
              <a:lumOff val="40000"/>
            </a:schemeClr>
          </a:solidFill>
          <a:scene3d>
            <a:camera prst="orthographicFront"/>
            <a:lightRig rig="flat" dir="t"/>
          </a:scene3d>
        </p:grpSpPr>
        <p:sp>
          <p:nvSpPr>
            <p:cNvPr id="143" name="Rectangle 142">
              <a:extLst>
                <a:ext uri="{FF2B5EF4-FFF2-40B4-BE49-F238E27FC236}">
                  <a16:creationId xmlns:a16="http://schemas.microsoft.com/office/drawing/2014/main" id="{C884DB67-77D4-4933-BCB1-F5CE56B11885}"/>
                </a:ext>
              </a:extLst>
            </p:cNvPr>
            <p:cNvSpPr/>
            <p:nvPr/>
          </p:nvSpPr>
          <p:spPr>
            <a:xfrm>
              <a:off x="6236141" y="3894893"/>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44" name="TextBox 143">
              <a:extLst>
                <a:ext uri="{FF2B5EF4-FFF2-40B4-BE49-F238E27FC236}">
                  <a16:creationId xmlns:a16="http://schemas.microsoft.com/office/drawing/2014/main" id="{E1126A64-BB56-4B3F-A710-8BA050F287F3}"/>
                </a:ext>
              </a:extLst>
            </p:cNvPr>
            <p:cNvSpPr txBox="1"/>
            <p:nvPr/>
          </p:nvSpPr>
          <p:spPr>
            <a:xfrm>
              <a:off x="6236141" y="3894893"/>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الأصول</a:t>
              </a:r>
            </a:p>
          </p:txBody>
        </p:sp>
      </p:grpSp>
      <p:grpSp>
        <p:nvGrpSpPr>
          <p:cNvPr id="80" name="Group 79">
            <a:extLst>
              <a:ext uri="{FF2B5EF4-FFF2-40B4-BE49-F238E27FC236}">
                <a16:creationId xmlns:a16="http://schemas.microsoft.com/office/drawing/2014/main" id="{B84FDC8E-4BB0-4A6D-9D3E-A2028FD37BFD}"/>
              </a:ext>
            </a:extLst>
          </p:cNvPr>
          <p:cNvGrpSpPr/>
          <p:nvPr/>
        </p:nvGrpSpPr>
        <p:grpSpPr>
          <a:xfrm>
            <a:off x="4038151" y="4148915"/>
            <a:ext cx="830181" cy="415090"/>
            <a:chOff x="6236141" y="4484322"/>
            <a:chExt cx="830181" cy="415090"/>
          </a:xfrm>
          <a:solidFill>
            <a:schemeClr val="accent6">
              <a:lumMod val="60000"/>
              <a:lumOff val="40000"/>
            </a:schemeClr>
          </a:solidFill>
          <a:scene3d>
            <a:camera prst="orthographicFront"/>
            <a:lightRig rig="flat" dir="t"/>
          </a:scene3d>
        </p:grpSpPr>
        <p:sp>
          <p:nvSpPr>
            <p:cNvPr id="141" name="Rectangle 140">
              <a:extLst>
                <a:ext uri="{FF2B5EF4-FFF2-40B4-BE49-F238E27FC236}">
                  <a16:creationId xmlns:a16="http://schemas.microsoft.com/office/drawing/2014/main" id="{6919F85D-C607-455C-ADEE-4897CF384EA7}"/>
                </a:ext>
              </a:extLst>
            </p:cNvPr>
            <p:cNvSpPr/>
            <p:nvPr/>
          </p:nvSpPr>
          <p:spPr>
            <a:xfrm>
              <a:off x="6236141" y="4484322"/>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42" name="TextBox 141">
              <a:extLst>
                <a:ext uri="{FF2B5EF4-FFF2-40B4-BE49-F238E27FC236}">
                  <a16:creationId xmlns:a16="http://schemas.microsoft.com/office/drawing/2014/main" id="{3751350D-9B5A-45A1-93C8-D2D03C41BDF2}"/>
                </a:ext>
              </a:extLst>
            </p:cNvPr>
            <p:cNvSpPr txBox="1"/>
            <p:nvPr/>
          </p:nvSpPr>
          <p:spPr>
            <a:xfrm>
              <a:off x="6236141" y="4484322"/>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محاسبة المحروقات</a:t>
              </a:r>
            </a:p>
          </p:txBody>
        </p:sp>
      </p:grpSp>
      <p:grpSp>
        <p:nvGrpSpPr>
          <p:cNvPr id="81" name="Group 80">
            <a:extLst>
              <a:ext uri="{FF2B5EF4-FFF2-40B4-BE49-F238E27FC236}">
                <a16:creationId xmlns:a16="http://schemas.microsoft.com/office/drawing/2014/main" id="{7BB7B1C0-5E1D-431D-A510-8CFC77B56CAD}"/>
              </a:ext>
            </a:extLst>
          </p:cNvPr>
          <p:cNvGrpSpPr/>
          <p:nvPr/>
        </p:nvGrpSpPr>
        <p:grpSpPr>
          <a:xfrm>
            <a:off x="3561030" y="1749190"/>
            <a:ext cx="830181" cy="577094"/>
            <a:chOff x="5012055" y="1717981"/>
            <a:chExt cx="830181" cy="415090"/>
          </a:xfrm>
          <a:solidFill>
            <a:schemeClr val="accent4">
              <a:lumMod val="60000"/>
              <a:lumOff val="40000"/>
            </a:schemeClr>
          </a:solidFill>
          <a:scene3d>
            <a:camera prst="orthographicFront"/>
            <a:lightRig rig="flat" dir="t"/>
          </a:scene3d>
        </p:grpSpPr>
        <p:sp>
          <p:nvSpPr>
            <p:cNvPr id="139" name="Rectangle 138">
              <a:extLst>
                <a:ext uri="{FF2B5EF4-FFF2-40B4-BE49-F238E27FC236}">
                  <a16:creationId xmlns:a16="http://schemas.microsoft.com/office/drawing/2014/main" id="{EF81B2EC-9C9A-46C0-AE37-6B64EC751ACC}"/>
                </a:ext>
              </a:extLst>
            </p:cNvPr>
            <p:cNvSpPr/>
            <p:nvPr/>
          </p:nvSpPr>
          <p:spPr>
            <a:xfrm>
              <a:off x="5012055"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40" name="TextBox 139">
              <a:extLst>
                <a:ext uri="{FF2B5EF4-FFF2-40B4-BE49-F238E27FC236}">
                  <a16:creationId xmlns:a16="http://schemas.microsoft.com/office/drawing/2014/main" id="{A0770BEA-B37C-4DAF-8832-A6E938521C3F}"/>
                </a:ext>
              </a:extLst>
            </p:cNvPr>
            <p:cNvSpPr txBox="1"/>
            <p:nvPr/>
          </p:nvSpPr>
          <p:spPr>
            <a:xfrm>
              <a:off x="501205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الخزينة</a:t>
              </a:r>
              <a:endParaRPr lang="ar-SY" sz="1400" kern="1200" dirty="0"/>
            </a:p>
          </p:txBody>
        </p:sp>
      </p:grpSp>
      <p:grpSp>
        <p:nvGrpSpPr>
          <p:cNvPr id="82" name="Group 81">
            <a:extLst>
              <a:ext uri="{FF2B5EF4-FFF2-40B4-BE49-F238E27FC236}">
                <a16:creationId xmlns:a16="http://schemas.microsoft.com/office/drawing/2014/main" id="{AC2799E0-CDE1-4EE6-8A85-A42BD809D2AE}"/>
              </a:ext>
            </a:extLst>
          </p:cNvPr>
          <p:cNvGrpSpPr/>
          <p:nvPr/>
        </p:nvGrpSpPr>
        <p:grpSpPr>
          <a:xfrm>
            <a:off x="2778840" y="2456130"/>
            <a:ext cx="830181" cy="415090"/>
            <a:chOff x="5219600" y="2307410"/>
            <a:chExt cx="830181" cy="415090"/>
          </a:xfrm>
          <a:scene3d>
            <a:camera prst="orthographicFront"/>
            <a:lightRig rig="flat" dir="t"/>
          </a:scene3d>
        </p:grpSpPr>
        <p:sp>
          <p:nvSpPr>
            <p:cNvPr id="137" name="Rectangle 136">
              <a:extLst>
                <a:ext uri="{FF2B5EF4-FFF2-40B4-BE49-F238E27FC236}">
                  <a16:creationId xmlns:a16="http://schemas.microsoft.com/office/drawing/2014/main" id="{4CE46391-00CA-478B-B0A6-EB0382E973D0}"/>
                </a:ext>
              </a:extLst>
            </p:cNvPr>
            <p:cNvSpPr/>
            <p:nvPr/>
          </p:nvSpPr>
          <p:spPr>
            <a:xfrm>
              <a:off x="5219600" y="2307410"/>
              <a:ext cx="830181" cy="415090"/>
            </a:xfrm>
            <a:prstGeom prst="rect">
              <a:avLst/>
            </a:prstGeom>
            <a:solidFill>
              <a:srgbClr val="92F561"/>
            </a:solid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38" name="TextBox 137">
              <a:extLst>
                <a:ext uri="{FF2B5EF4-FFF2-40B4-BE49-F238E27FC236}">
                  <a16:creationId xmlns:a16="http://schemas.microsoft.com/office/drawing/2014/main" id="{68681E64-74F7-4263-B6D5-D2B691219ACF}"/>
                </a:ext>
              </a:extLst>
            </p:cNvPr>
            <p:cNvSpPr txBox="1"/>
            <p:nvPr/>
          </p:nvSpPr>
          <p:spPr>
            <a:xfrm>
              <a:off x="5219600" y="2307410"/>
              <a:ext cx="830181" cy="415090"/>
            </a:xfrm>
            <a:prstGeom prst="rect">
              <a:avLst/>
            </a:prstGeom>
            <a:solidFill>
              <a:schemeClr val="accent6">
                <a:lumMod val="60000"/>
                <a:lumOff val="40000"/>
              </a:schemeClr>
            </a:solid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محاسبة السلف </a:t>
              </a:r>
              <a:r>
                <a:rPr lang="ar-SY" sz="1200" kern="1200" dirty="0" err="1"/>
                <a:t>و</a:t>
              </a:r>
              <a:r>
                <a:rPr lang="ar-SY" sz="1200" kern="1200" dirty="0"/>
                <a:t> المتابعة</a:t>
              </a:r>
            </a:p>
          </p:txBody>
        </p:sp>
      </p:grpSp>
      <p:sp>
        <p:nvSpPr>
          <p:cNvPr id="136" name="TextBox 135">
            <a:extLst>
              <a:ext uri="{FF2B5EF4-FFF2-40B4-BE49-F238E27FC236}">
                <a16:creationId xmlns:a16="http://schemas.microsoft.com/office/drawing/2014/main" id="{557BBADE-C9BB-4EF6-9B68-1428AC41F470}"/>
              </a:ext>
            </a:extLst>
          </p:cNvPr>
          <p:cNvSpPr txBox="1"/>
          <p:nvPr/>
        </p:nvSpPr>
        <p:spPr>
          <a:xfrm>
            <a:off x="2784988" y="3004295"/>
            <a:ext cx="830181" cy="415090"/>
          </a:xfrm>
          <a:prstGeom prst="rect">
            <a:avLst/>
          </a:prstGeom>
          <a:solidFill>
            <a:schemeClr val="accent6">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محاسبة الأمانات</a:t>
            </a:r>
            <a:r>
              <a:rPr lang="ar-SY" sz="700" kern="1200" dirty="0"/>
              <a:t>		</a:t>
            </a:r>
          </a:p>
        </p:txBody>
      </p:sp>
      <p:sp>
        <p:nvSpPr>
          <p:cNvPr id="134" name="TextBox 133">
            <a:extLst>
              <a:ext uri="{FF2B5EF4-FFF2-40B4-BE49-F238E27FC236}">
                <a16:creationId xmlns:a16="http://schemas.microsoft.com/office/drawing/2014/main" id="{5B562A3E-3E1C-4AFC-9F4D-573973E75A57}"/>
              </a:ext>
            </a:extLst>
          </p:cNvPr>
          <p:cNvSpPr txBox="1"/>
          <p:nvPr/>
        </p:nvSpPr>
        <p:spPr>
          <a:xfrm>
            <a:off x="2783555" y="3580964"/>
            <a:ext cx="830181" cy="415090"/>
          </a:xfrm>
          <a:prstGeom prst="rect">
            <a:avLst/>
          </a:prstGeom>
          <a:solidFill>
            <a:schemeClr val="accent6">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محاسبة التنظيم</a:t>
            </a:r>
          </a:p>
        </p:txBody>
      </p:sp>
      <p:grpSp>
        <p:nvGrpSpPr>
          <p:cNvPr id="85" name="Group 84">
            <a:extLst>
              <a:ext uri="{FF2B5EF4-FFF2-40B4-BE49-F238E27FC236}">
                <a16:creationId xmlns:a16="http://schemas.microsoft.com/office/drawing/2014/main" id="{971E6681-A79F-4478-A152-8975E203232C}"/>
              </a:ext>
            </a:extLst>
          </p:cNvPr>
          <p:cNvGrpSpPr/>
          <p:nvPr/>
        </p:nvGrpSpPr>
        <p:grpSpPr>
          <a:xfrm>
            <a:off x="2786957" y="4148915"/>
            <a:ext cx="830181" cy="415090"/>
            <a:chOff x="5219600" y="4075698"/>
            <a:chExt cx="830181" cy="415090"/>
          </a:xfrm>
          <a:scene3d>
            <a:camera prst="orthographicFront"/>
            <a:lightRig rig="flat" dir="t"/>
          </a:scene3d>
        </p:grpSpPr>
        <p:sp>
          <p:nvSpPr>
            <p:cNvPr id="131" name="Rectangle 130">
              <a:extLst>
                <a:ext uri="{FF2B5EF4-FFF2-40B4-BE49-F238E27FC236}">
                  <a16:creationId xmlns:a16="http://schemas.microsoft.com/office/drawing/2014/main" id="{25335F94-18CF-4F51-B49B-575919933ABA}"/>
                </a:ext>
              </a:extLst>
            </p:cNvPr>
            <p:cNvSpPr/>
            <p:nvPr/>
          </p:nvSpPr>
          <p:spPr>
            <a:xfrm>
              <a:off x="5219600" y="4075698"/>
              <a:ext cx="830181" cy="415090"/>
            </a:xfrm>
            <a:prstGeom prst="rect">
              <a:avLst/>
            </a:prstGeom>
            <a:solidFill>
              <a:srgbClr val="92F561"/>
            </a:solid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32" name="TextBox 131">
              <a:extLst>
                <a:ext uri="{FF2B5EF4-FFF2-40B4-BE49-F238E27FC236}">
                  <a16:creationId xmlns:a16="http://schemas.microsoft.com/office/drawing/2014/main" id="{0D3DEF91-A4C7-4588-9C13-F520C267679C}"/>
                </a:ext>
              </a:extLst>
            </p:cNvPr>
            <p:cNvSpPr txBox="1"/>
            <p:nvPr/>
          </p:nvSpPr>
          <p:spPr>
            <a:xfrm>
              <a:off x="5219600" y="4075698"/>
              <a:ext cx="830181" cy="415090"/>
            </a:xfrm>
            <a:prstGeom prst="rect">
              <a:avLst/>
            </a:prstGeom>
            <a:solidFill>
              <a:schemeClr val="accent6">
                <a:lumMod val="60000"/>
                <a:lumOff val="40000"/>
              </a:schemeClr>
            </a:solid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الإيرادات</a:t>
              </a:r>
            </a:p>
          </p:txBody>
        </p:sp>
      </p:grpSp>
      <p:grpSp>
        <p:nvGrpSpPr>
          <p:cNvPr id="86" name="Group 85">
            <a:extLst>
              <a:ext uri="{FF2B5EF4-FFF2-40B4-BE49-F238E27FC236}">
                <a16:creationId xmlns:a16="http://schemas.microsoft.com/office/drawing/2014/main" id="{2FA3A5E7-3226-4A8C-84A8-75ADA7A564C9}"/>
              </a:ext>
            </a:extLst>
          </p:cNvPr>
          <p:cNvGrpSpPr/>
          <p:nvPr/>
        </p:nvGrpSpPr>
        <p:grpSpPr>
          <a:xfrm>
            <a:off x="2786957" y="4748947"/>
            <a:ext cx="830181" cy="415090"/>
            <a:chOff x="5219600" y="4665127"/>
            <a:chExt cx="830181" cy="415090"/>
          </a:xfrm>
          <a:scene3d>
            <a:camera prst="orthographicFront"/>
            <a:lightRig rig="flat" dir="t"/>
          </a:scene3d>
        </p:grpSpPr>
        <p:sp>
          <p:nvSpPr>
            <p:cNvPr id="129" name="Rectangle 128">
              <a:extLst>
                <a:ext uri="{FF2B5EF4-FFF2-40B4-BE49-F238E27FC236}">
                  <a16:creationId xmlns:a16="http://schemas.microsoft.com/office/drawing/2014/main" id="{236AAD7A-7CE1-43A1-AFB3-84C1189037F9}"/>
                </a:ext>
              </a:extLst>
            </p:cNvPr>
            <p:cNvSpPr/>
            <p:nvPr/>
          </p:nvSpPr>
          <p:spPr>
            <a:xfrm>
              <a:off x="5219600" y="4665127"/>
              <a:ext cx="830181" cy="415090"/>
            </a:xfrm>
            <a:prstGeom prst="rect">
              <a:avLst/>
            </a:prstGeom>
            <a:solidFill>
              <a:srgbClr val="92F561"/>
            </a:solid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30" name="TextBox 129">
              <a:extLst>
                <a:ext uri="{FF2B5EF4-FFF2-40B4-BE49-F238E27FC236}">
                  <a16:creationId xmlns:a16="http://schemas.microsoft.com/office/drawing/2014/main" id="{0E504252-49C9-4BCC-9AD6-E97F359F4AB4}"/>
                </a:ext>
              </a:extLst>
            </p:cNvPr>
            <p:cNvSpPr txBox="1"/>
            <p:nvPr/>
          </p:nvSpPr>
          <p:spPr>
            <a:xfrm>
              <a:off x="5219600" y="4665127"/>
              <a:ext cx="830181" cy="415090"/>
            </a:xfrm>
            <a:prstGeom prst="rect">
              <a:avLst/>
            </a:prstGeom>
            <a:solidFill>
              <a:schemeClr val="accent6">
                <a:lumMod val="60000"/>
                <a:lumOff val="40000"/>
              </a:schemeClr>
            </a:solid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حسابات الخزينة </a:t>
              </a:r>
            </a:p>
          </p:txBody>
        </p:sp>
      </p:grpSp>
      <p:grpSp>
        <p:nvGrpSpPr>
          <p:cNvPr id="87" name="Group 86">
            <a:extLst>
              <a:ext uri="{FF2B5EF4-FFF2-40B4-BE49-F238E27FC236}">
                <a16:creationId xmlns:a16="http://schemas.microsoft.com/office/drawing/2014/main" id="{91818EBF-47DB-4767-807C-AFF073419F34}"/>
              </a:ext>
            </a:extLst>
          </p:cNvPr>
          <p:cNvGrpSpPr/>
          <p:nvPr/>
        </p:nvGrpSpPr>
        <p:grpSpPr>
          <a:xfrm>
            <a:off x="2776840" y="5348979"/>
            <a:ext cx="830181" cy="415957"/>
            <a:chOff x="5058645" y="5253689"/>
            <a:chExt cx="991136" cy="415957"/>
          </a:xfrm>
          <a:scene3d>
            <a:camera prst="orthographicFront"/>
            <a:lightRig rig="flat" dir="t"/>
          </a:scene3d>
        </p:grpSpPr>
        <p:sp>
          <p:nvSpPr>
            <p:cNvPr id="127" name="Rectangle 126">
              <a:extLst>
                <a:ext uri="{FF2B5EF4-FFF2-40B4-BE49-F238E27FC236}">
                  <a16:creationId xmlns:a16="http://schemas.microsoft.com/office/drawing/2014/main" id="{F0C11AB7-9994-4DAF-97F6-71A7DB348D82}"/>
                </a:ext>
              </a:extLst>
            </p:cNvPr>
            <p:cNvSpPr/>
            <p:nvPr/>
          </p:nvSpPr>
          <p:spPr>
            <a:xfrm>
              <a:off x="5219600" y="5254556"/>
              <a:ext cx="830181" cy="415090"/>
            </a:xfrm>
            <a:prstGeom prst="rect">
              <a:avLst/>
            </a:prstGeom>
            <a:solidFill>
              <a:srgbClr val="92F561"/>
            </a:solid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en-US" dirty="0"/>
            </a:p>
          </p:txBody>
        </p:sp>
        <p:sp>
          <p:nvSpPr>
            <p:cNvPr id="128" name="TextBox 127">
              <a:extLst>
                <a:ext uri="{FF2B5EF4-FFF2-40B4-BE49-F238E27FC236}">
                  <a16:creationId xmlns:a16="http://schemas.microsoft.com/office/drawing/2014/main" id="{2650442D-BAE5-4329-BC07-DCDE962E1B7C}"/>
                </a:ext>
              </a:extLst>
            </p:cNvPr>
            <p:cNvSpPr txBox="1"/>
            <p:nvPr/>
          </p:nvSpPr>
          <p:spPr>
            <a:xfrm>
              <a:off x="5058645" y="5253689"/>
              <a:ext cx="982167" cy="415090"/>
            </a:xfrm>
            <a:prstGeom prst="rect">
              <a:avLst/>
            </a:prstGeom>
            <a:solidFill>
              <a:schemeClr val="accent6">
                <a:lumMod val="60000"/>
                <a:lumOff val="40000"/>
              </a:schemeClr>
            </a:solid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محاسبة التقاعد</a:t>
              </a:r>
            </a:p>
          </p:txBody>
        </p:sp>
      </p:grpSp>
      <p:grpSp>
        <p:nvGrpSpPr>
          <p:cNvPr id="88" name="Group 87">
            <a:extLst>
              <a:ext uri="{FF2B5EF4-FFF2-40B4-BE49-F238E27FC236}">
                <a16:creationId xmlns:a16="http://schemas.microsoft.com/office/drawing/2014/main" id="{6F8F94FD-188B-4AC6-A170-27C02C2165B7}"/>
              </a:ext>
            </a:extLst>
          </p:cNvPr>
          <p:cNvGrpSpPr/>
          <p:nvPr/>
        </p:nvGrpSpPr>
        <p:grpSpPr>
          <a:xfrm>
            <a:off x="826600" y="1734244"/>
            <a:ext cx="830181" cy="583027"/>
            <a:chOff x="4007535" y="1717981"/>
            <a:chExt cx="830181" cy="415090"/>
          </a:xfrm>
          <a:solidFill>
            <a:schemeClr val="accent4">
              <a:lumMod val="60000"/>
              <a:lumOff val="40000"/>
            </a:schemeClr>
          </a:solidFill>
          <a:scene3d>
            <a:camera prst="orthographicFront"/>
            <a:lightRig rig="flat" dir="t"/>
          </a:scene3d>
        </p:grpSpPr>
        <p:sp>
          <p:nvSpPr>
            <p:cNvPr id="125" name="Rectangle 124">
              <a:extLst>
                <a:ext uri="{FF2B5EF4-FFF2-40B4-BE49-F238E27FC236}">
                  <a16:creationId xmlns:a16="http://schemas.microsoft.com/office/drawing/2014/main" id="{D960EF14-CA77-4139-8CE9-2BFCDDC89ED7}"/>
                </a:ext>
              </a:extLst>
            </p:cNvPr>
            <p:cNvSpPr/>
            <p:nvPr/>
          </p:nvSpPr>
          <p:spPr>
            <a:xfrm>
              <a:off x="4007535"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26" name="TextBox 125">
              <a:extLst>
                <a:ext uri="{FF2B5EF4-FFF2-40B4-BE49-F238E27FC236}">
                  <a16:creationId xmlns:a16="http://schemas.microsoft.com/office/drawing/2014/main" id="{8B7CC189-952B-45E2-A3CA-5F28397565D3}"/>
                </a:ext>
              </a:extLst>
            </p:cNvPr>
            <p:cNvSpPr txBox="1"/>
            <p:nvPr/>
          </p:nvSpPr>
          <p:spPr>
            <a:xfrm>
              <a:off x="400753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العقود</a:t>
              </a:r>
              <a:endParaRPr lang="ar-SY" sz="1400" kern="1200" dirty="0"/>
            </a:p>
          </p:txBody>
        </p:sp>
      </p:grpSp>
      <p:grpSp>
        <p:nvGrpSpPr>
          <p:cNvPr id="89" name="Group 88">
            <a:extLst>
              <a:ext uri="{FF2B5EF4-FFF2-40B4-BE49-F238E27FC236}">
                <a16:creationId xmlns:a16="http://schemas.microsoft.com/office/drawing/2014/main" id="{6432D0DF-5B82-411F-8AEE-0BDE93E0BD22}"/>
              </a:ext>
            </a:extLst>
          </p:cNvPr>
          <p:cNvGrpSpPr/>
          <p:nvPr/>
        </p:nvGrpSpPr>
        <p:grpSpPr>
          <a:xfrm>
            <a:off x="1437763" y="2458967"/>
            <a:ext cx="830181" cy="420284"/>
            <a:chOff x="4215080" y="2302216"/>
            <a:chExt cx="830181" cy="420284"/>
          </a:xfrm>
          <a:solidFill>
            <a:schemeClr val="accent6">
              <a:lumMod val="60000"/>
              <a:lumOff val="40000"/>
            </a:schemeClr>
          </a:solidFill>
          <a:scene3d>
            <a:camera prst="orthographicFront"/>
            <a:lightRig rig="flat" dir="t"/>
          </a:scene3d>
        </p:grpSpPr>
        <p:sp>
          <p:nvSpPr>
            <p:cNvPr id="123" name="Rectangle 122">
              <a:extLst>
                <a:ext uri="{FF2B5EF4-FFF2-40B4-BE49-F238E27FC236}">
                  <a16:creationId xmlns:a16="http://schemas.microsoft.com/office/drawing/2014/main" id="{EDBD4B65-D966-46FD-871A-F93065942DA7}"/>
                </a:ext>
              </a:extLst>
            </p:cNvPr>
            <p:cNvSpPr/>
            <p:nvPr/>
          </p:nvSpPr>
          <p:spPr>
            <a:xfrm>
              <a:off x="4215080" y="2307410"/>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24" name="TextBox 123">
              <a:extLst>
                <a:ext uri="{FF2B5EF4-FFF2-40B4-BE49-F238E27FC236}">
                  <a16:creationId xmlns:a16="http://schemas.microsoft.com/office/drawing/2014/main" id="{AB5EDEBF-D17D-4B11-8C35-0F521CE19716}"/>
                </a:ext>
              </a:extLst>
            </p:cNvPr>
            <p:cNvSpPr txBox="1"/>
            <p:nvPr/>
          </p:nvSpPr>
          <p:spPr>
            <a:xfrm>
              <a:off x="4215080" y="2302216"/>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a:t>
              </a:r>
              <a:r>
                <a:rPr lang="ar-SY" sz="1200" b="1" kern="1200" dirty="0"/>
                <a:t> </a:t>
              </a:r>
              <a:r>
                <a:rPr lang="ar-SY" sz="1200" kern="1200" dirty="0"/>
                <a:t>المناقصات</a:t>
              </a:r>
            </a:p>
          </p:txBody>
        </p:sp>
      </p:grpSp>
      <p:grpSp>
        <p:nvGrpSpPr>
          <p:cNvPr id="90" name="Group 89">
            <a:extLst>
              <a:ext uri="{FF2B5EF4-FFF2-40B4-BE49-F238E27FC236}">
                <a16:creationId xmlns:a16="http://schemas.microsoft.com/office/drawing/2014/main" id="{D7863C5B-7639-4D14-A469-157A13EF2A7A}"/>
              </a:ext>
            </a:extLst>
          </p:cNvPr>
          <p:cNvGrpSpPr/>
          <p:nvPr/>
        </p:nvGrpSpPr>
        <p:grpSpPr>
          <a:xfrm>
            <a:off x="1455524" y="3010682"/>
            <a:ext cx="810309" cy="577832"/>
            <a:chOff x="4169542" y="2896840"/>
            <a:chExt cx="875720" cy="415090"/>
          </a:xfrm>
          <a:solidFill>
            <a:schemeClr val="accent6">
              <a:lumMod val="60000"/>
              <a:lumOff val="40000"/>
            </a:schemeClr>
          </a:solidFill>
          <a:scene3d>
            <a:camera prst="orthographicFront"/>
            <a:lightRig rig="flat" dir="t"/>
          </a:scene3d>
        </p:grpSpPr>
        <p:sp>
          <p:nvSpPr>
            <p:cNvPr id="121" name="Rectangle 120">
              <a:extLst>
                <a:ext uri="{FF2B5EF4-FFF2-40B4-BE49-F238E27FC236}">
                  <a16:creationId xmlns:a16="http://schemas.microsoft.com/office/drawing/2014/main" id="{D437BD14-D581-4B39-A74D-0B8342CE9AEA}"/>
                </a:ext>
              </a:extLst>
            </p:cNvPr>
            <p:cNvSpPr/>
            <p:nvPr/>
          </p:nvSpPr>
          <p:spPr>
            <a:xfrm>
              <a:off x="4169542" y="2896840"/>
              <a:ext cx="875720"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22" name="TextBox 121">
              <a:extLst>
                <a:ext uri="{FF2B5EF4-FFF2-40B4-BE49-F238E27FC236}">
                  <a16:creationId xmlns:a16="http://schemas.microsoft.com/office/drawing/2014/main" id="{3DF9C59A-2E37-41EB-B1A9-3902A27A39A5}"/>
                </a:ext>
              </a:extLst>
            </p:cNvPr>
            <p:cNvSpPr txBox="1"/>
            <p:nvPr/>
          </p:nvSpPr>
          <p:spPr>
            <a:xfrm>
              <a:off x="4215079" y="3063072"/>
              <a:ext cx="830181" cy="124425"/>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استدراج العروض </a:t>
              </a:r>
              <a:r>
                <a:rPr lang="ar-SY" sz="1200" kern="1200" dirty="0" err="1"/>
                <a:t>و</a:t>
              </a:r>
              <a:r>
                <a:rPr lang="ar-SY" sz="1200" kern="1200" dirty="0"/>
                <a:t> العقد بالتراضي</a:t>
              </a:r>
            </a:p>
          </p:txBody>
        </p:sp>
      </p:grpSp>
      <p:grpSp>
        <p:nvGrpSpPr>
          <p:cNvPr id="91" name="Group 90">
            <a:extLst>
              <a:ext uri="{FF2B5EF4-FFF2-40B4-BE49-F238E27FC236}">
                <a16:creationId xmlns:a16="http://schemas.microsoft.com/office/drawing/2014/main" id="{5715E2FD-F372-448B-A3C5-309E23A701CA}"/>
              </a:ext>
            </a:extLst>
          </p:cNvPr>
          <p:cNvGrpSpPr/>
          <p:nvPr/>
        </p:nvGrpSpPr>
        <p:grpSpPr>
          <a:xfrm>
            <a:off x="1411975" y="3643825"/>
            <a:ext cx="830181" cy="535422"/>
            <a:chOff x="4215080" y="3486269"/>
            <a:chExt cx="830181" cy="415090"/>
          </a:xfrm>
          <a:solidFill>
            <a:schemeClr val="accent6">
              <a:lumMod val="60000"/>
              <a:lumOff val="40000"/>
            </a:schemeClr>
          </a:solidFill>
          <a:scene3d>
            <a:camera prst="orthographicFront"/>
            <a:lightRig rig="flat" dir="t"/>
          </a:scene3d>
        </p:grpSpPr>
        <p:sp>
          <p:nvSpPr>
            <p:cNvPr id="119" name="Rectangle 118">
              <a:extLst>
                <a:ext uri="{FF2B5EF4-FFF2-40B4-BE49-F238E27FC236}">
                  <a16:creationId xmlns:a16="http://schemas.microsoft.com/office/drawing/2014/main" id="{2299356B-A700-4E7B-B59C-7EF7AA4BE6CE}"/>
                </a:ext>
              </a:extLst>
            </p:cNvPr>
            <p:cNvSpPr/>
            <p:nvPr/>
          </p:nvSpPr>
          <p:spPr>
            <a:xfrm>
              <a:off x="4215080" y="3486269"/>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20" name="TextBox 119">
              <a:extLst>
                <a:ext uri="{FF2B5EF4-FFF2-40B4-BE49-F238E27FC236}">
                  <a16:creationId xmlns:a16="http://schemas.microsoft.com/office/drawing/2014/main" id="{854A0FBD-088D-4F96-A0BC-F945CD546417}"/>
                </a:ext>
              </a:extLst>
            </p:cNvPr>
            <p:cNvSpPr txBox="1"/>
            <p:nvPr/>
          </p:nvSpPr>
          <p:spPr>
            <a:xfrm>
              <a:off x="4215080" y="3486269"/>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المزايدات</a:t>
              </a:r>
            </a:p>
          </p:txBody>
        </p:sp>
      </p:grpSp>
      <p:grpSp>
        <p:nvGrpSpPr>
          <p:cNvPr id="92" name="Group 91">
            <a:extLst>
              <a:ext uri="{FF2B5EF4-FFF2-40B4-BE49-F238E27FC236}">
                <a16:creationId xmlns:a16="http://schemas.microsoft.com/office/drawing/2014/main" id="{5F41C70E-1547-48B5-A423-7BD35C464ADD}"/>
              </a:ext>
            </a:extLst>
          </p:cNvPr>
          <p:cNvGrpSpPr/>
          <p:nvPr/>
        </p:nvGrpSpPr>
        <p:grpSpPr>
          <a:xfrm>
            <a:off x="6466" y="1720342"/>
            <a:ext cx="687520" cy="589429"/>
            <a:chOff x="3003015" y="1717981"/>
            <a:chExt cx="830181" cy="415090"/>
          </a:xfrm>
          <a:solidFill>
            <a:schemeClr val="accent4">
              <a:lumMod val="60000"/>
              <a:lumOff val="40000"/>
            </a:schemeClr>
          </a:solidFill>
          <a:scene3d>
            <a:camera prst="orthographicFront"/>
            <a:lightRig rig="flat" dir="t"/>
          </a:scene3d>
        </p:grpSpPr>
        <p:sp>
          <p:nvSpPr>
            <p:cNvPr id="117" name="Flowchart: Process 116">
              <a:extLst>
                <a:ext uri="{FF2B5EF4-FFF2-40B4-BE49-F238E27FC236}">
                  <a16:creationId xmlns:a16="http://schemas.microsoft.com/office/drawing/2014/main" id="{C93285B6-8E37-43C0-8252-5A4D052E2A17}"/>
                </a:ext>
              </a:extLst>
            </p:cNvPr>
            <p:cNvSpPr/>
            <p:nvPr/>
          </p:nvSpPr>
          <p:spPr>
            <a:xfrm>
              <a:off x="3003015" y="1717981"/>
              <a:ext cx="830181" cy="415090"/>
            </a:xfrm>
            <a:prstGeom prst="flowChartProcess">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18" name="Flowchart: Process 135">
              <a:extLst>
                <a:ext uri="{FF2B5EF4-FFF2-40B4-BE49-F238E27FC236}">
                  <a16:creationId xmlns:a16="http://schemas.microsoft.com/office/drawing/2014/main" id="{B09C8729-FA17-47EE-A767-740C7B022E40}"/>
                </a:ext>
              </a:extLst>
            </p:cNvPr>
            <p:cNvSpPr txBox="1"/>
            <p:nvPr/>
          </p:nvSpPr>
          <p:spPr>
            <a:xfrm>
              <a:off x="3003015"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الدائرة الاجتماعية</a:t>
              </a:r>
              <a:endParaRPr lang="ar-SY" sz="1400" kern="1200" dirty="0"/>
            </a:p>
          </p:txBody>
        </p:sp>
      </p:grpSp>
      <p:grpSp>
        <p:nvGrpSpPr>
          <p:cNvPr id="93" name="Group 92">
            <a:extLst>
              <a:ext uri="{FF2B5EF4-FFF2-40B4-BE49-F238E27FC236}">
                <a16:creationId xmlns:a16="http://schemas.microsoft.com/office/drawing/2014/main" id="{E24FDD4A-5871-4B9A-9F5A-0B67089BAB19}"/>
              </a:ext>
            </a:extLst>
          </p:cNvPr>
          <p:cNvGrpSpPr/>
          <p:nvPr/>
        </p:nvGrpSpPr>
        <p:grpSpPr>
          <a:xfrm>
            <a:off x="489493" y="2453171"/>
            <a:ext cx="637027" cy="423026"/>
            <a:chOff x="3179700" y="2675937"/>
            <a:chExt cx="1510653" cy="423026"/>
          </a:xfrm>
          <a:solidFill>
            <a:schemeClr val="accent6">
              <a:lumMod val="60000"/>
              <a:lumOff val="40000"/>
            </a:schemeClr>
          </a:solidFill>
          <a:scene3d>
            <a:camera prst="orthographicFront"/>
            <a:lightRig rig="flat" dir="t"/>
          </a:scene3d>
        </p:grpSpPr>
        <p:sp>
          <p:nvSpPr>
            <p:cNvPr id="115" name="Rectangle 114">
              <a:extLst>
                <a:ext uri="{FF2B5EF4-FFF2-40B4-BE49-F238E27FC236}">
                  <a16:creationId xmlns:a16="http://schemas.microsoft.com/office/drawing/2014/main" id="{F1A6BC15-21AA-4D2B-9C20-D05DF31EB966}"/>
                </a:ext>
              </a:extLst>
            </p:cNvPr>
            <p:cNvSpPr/>
            <p:nvPr/>
          </p:nvSpPr>
          <p:spPr>
            <a:xfrm>
              <a:off x="3179700" y="2683873"/>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en-US"/>
            </a:p>
          </p:txBody>
        </p:sp>
        <p:sp>
          <p:nvSpPr>
            <p:cNvPr id="116" name="TextBox 115">
              <a:extLst>
                <a:ext uri="{FF2B5EF4-FFF2-40B4-BE49-F238E27FC236}">
                  <a16:creationId xmlns:a16="http://schemas.microsoft.com/office/drawing/2014/main" id="{D72212E2-CDD6-4209-8356-BB9F18193372}"/>
                </a:ext>
              </a:extLst>
            </p:cNvPr>
            <p:cNvSpPr txBox="1"/>
            <p:nvPr/>
          </p:nvSpPr>
          <p:spPr>
            <a:xfrm>
              <a:off x="3194455" y="2675937"/>
              <a:ext cx="1495898"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العقود التجارية</a:t>
              </a:r>
            </a:p>
          </p:txBody>
        </p:sp>
      </p:grpSp>
      <p:sp>
        <p:nvSpPr>
          <p:cNvPr id="114" name="TextBox 113">
            <a:extLst>
              <a:ext uri="{FF2B5EF4-FFF2-40B4-BE49-F238E27FC236}">
                <a16:creationId xmlns:a16="http://schemas.microsoft.com/office/drawing/2014/main" id="{EA6BD4FB-F13F-4C4F-9CEB-E5ABA23B3821}"/>
              </a:ext>
            </a:extLst>
          </p:cNvPr>
          <p:cNvSpPr txBox="1"/>
          <p:nvPr/>
        </p:nvSpPr>
        <p:spPr>
          <a:xfrm>
            <a:off x="489493" y="3036199"/>
            <a:ext cx="640898" cy="415090"/>
          </a:xfrm>
          <a:prstGeom prst="rect">
            <a:avLst/>
          </a:prstGeom>
          <a:solidFill>
            <a:schemeClr val="accent6">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العقود السكنية</a:t>
            </a:r>
          </a:p>
        </p:txBody>
      </p:sp>
      <p:grpSp>
        <p:nvGrpSpPr>
          <p:cNvPr id="95" name="Group 94">
            <a:extLst>
              <a:ext uri="{FF2B5EF4-FFF2-40B4-BE49-F238E27FC236}">
                <a16:creationId xmlns:a16="http://schemas.microsoft.com/office/drawing/2014/main" id="{468DA24B-8671-4E91-BAFE-E62DDC32C78C}"/>
              </a:ext>
            </a:extLst>
          </p:cNvPr>
          <p:cNvGrpSpPr/>
          <p:nvPr/>
        </p:nvGrpSpPr>
        <p:grpSpPr>
          <a:xfrm>
            <a:off x="489493" y="3601090"/>
            <a:ext cx="640897" cy="535423"/>
            <a:chOff x="3222581" y="3894893"/>
            <a:chExt cx="830181" cy="415090"/>
          </a:xfrm>
          <a:solidFill>
            <a:schemeClr val="accent6">
              <a:lumMod val="60000"/>
              <a:lumOff val="40000"/>
            </a:schemeClr>
          </a:solidFill>
          <a:scene3d>
            <a:camera prst="orthographicFront"/>
            <a:lightRig rig="flat" dir="t"/>
          </a:scene3d>
        </p:grpSpPr>
        <p:sp>
          <p:nvSpPr>
            <p:cNvPr id="111" name="Rectangle 110">
              <a:extLst>
                <a:ext uri="{FF2B5EF4-FFF2-40B4-BE49-F238E27FC236}">
                  <a16:creationId xmlns:a16="http://schemas.microsoft.com/office/drawing/2014/main" id="{9F75FC53-8EC9-48D1-BDDA-9BD4A389FE7C}"/>
                </a:ext>
              </a:extLst>
            </p:cNvPr>
            <p:cNvSpPr/>
            <p:nvPr/>
          </p:nvSpPr>
          <p:spPr>
            <a:xfrm>
              <a:off x="3222581" y="3894893"/>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a:lstStyle/>
            <a:p>
              <a:endParaRPr lang="ar-SY"/>
            </a:p>
          </p:txBody>
        </p:sp>
        <p:sp>
          <p:nvSpPr>
            <p:cNvPr id="112" name="TextBox 111">
              <a:extLst>
                <a:ext uri="{FF2B5EF4-FFF2-40B4-BE49-F238E27FC236}">
                  <a16:creationId xmlns:a16="http://schemas.microsoft.com/office/drawing/2014/main" id="{809E79EC-5BD6-48EE-9F0B-8AC533106CC0}"/>
                </a:ext>
              </a:extLst>
            </p:cNvPr>
            <p:cNvSpPr txBox="1"/>
            <p:nvPr/>
          </p:nvSpPr>
          <p:spPr>
            <a:xfrm>
              <a:off x="3222581" y="3894893"/>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200" kern="1200" dirty="0"/>
                <a:t>شعبة التدقيق والجباية</a:t>
              </a:r>
            </a:p>
          </p:txBody>
        </p:sp>
      </p:grpSp>
      <p:sp>
        <p:nvSpPr>
          <p:cNvPr id="110" name="TextBox 109">
            <a:extLst>
              <a:ext uri="{FF2B5EF4-FFF2-40B4-BE49-F238E27FC236}">
                <a16:creationId xmlns:a16="http://schemas.microsoft.com/office/drawing/2014/main" id="{FC4056BC-6203-4D0F-8BB4-912284A0C9EC}"/>
              </a:ext>
            </a:extLst>
          </p:cNvPr>
          <p:cNvSpPr txBox="1"/>
          <p:nvPr/>
        </p:nvSpPr>
        <p:spPr>
          <a:xfrm>
            <a:off x="5574917" y="1802356"/>
            <a:ext cx="830181" cy="577093"/>
          </a:xfrm>
          <a:prstGeom prst="rect">
            <a:avLst/>
          </a:prstGeom>
          <a:solidFill>
            <a:schemeClr val="accent4">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إعمار العرصات	</a:t>
            </a:r>
            <a:endParaRPr lang="ar-SY" sz="1400" kern="1200" dirty="0"/>
          </a:p>
        </p:txBody>
      </p:sp>
      <p:grpSp>
        <p:nvGrpSpPr>
          <p:cNvPr id="97" name="Group 96">
            <a:extLst>
              <a:ext uri="{FF2B5EF4-FFF2-40B4-BE49-F238E27FC236}">
                <a16:creationId xmlns:a16="http://schemas.microsoft.com/office/drawing/2014/main" id="{59AF0D18-49A1-4F7A-8EE0-568651F8D767}"/>
              </a:ext>
            </a:extLst>
          </p:cNvPr>
          <p:cNvGrpSpPr/>
          <p:nvPr/>
        </p:nvGrpSpPr>
        <p:grpSpPr>
          <a:xfrm>
            <a:off x="1754897" y="1743256"/>
            <a:ext cx="830181" cy="583028"/>
            <a:chOff x="993974" y="1717981"/>
            <a:chExt cx="830181" cy="415090"/>
          </a:xfrm>
          <a:solidFill>
            <a:schemeClr val="accent4">
              <a:lumMod val="60000"/>
              <a:lumOff val="40000"/>
            </a:schemeClr>
          </a:solidFill>
          <a:scene3d>
            <a:camera prst="orthographicFront"/>
            <a:lightRig rig="flat" dir="t"/>
          </a:scene3d>
        </p:grpSpPr>
        <p:sp>
          <p:nvSpPr>
            <p:cNvPr id="107" name="Rectangle 106">
              <a:extLst>
                <a:ext uri="{FF2B5EF4-FFF2-40B4-BE49-F238E27FC236}">
                  <a16:creationId xmlns:a16="http://schemas.microsoft.com/office/drawing/2014/main" id="{B1B38255-9743-4017-8944-E4F3A90BF6EE}"/>
                </a:ext>
              </a:extLst>
            </p:cNvPr>
            <p:cNvSpPr/>
            <p:nvPr/>
          </p:nvSpPr>
          <p:spPr>
            <a:xfrm>
              <a:off x="993974" y="1717981"/>
              <a:ext cx="830181" cy="415090"/>
            </a:xfrm>
            <a:prstGeom prst="rect">
              <a:avLst/>
            </a:prstGeom>
            <a:grpFill/>
            <a:sp3d prstMaterial="dkEdge">
              <a:bevelT w="8200" h="38100"/>
            </a:sp3d>
          </p:spPr>
          <p:style>
            <a:lnRef idx="0">
              <a:schemeClr val="lt1">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08" name="TextBox 107">
              <a:extLst>
                <a:ext uri="{FF2B5EF4-FFF2-40B4-BE49-F238E27FC236}">
                  <a16:creationId xmlns:a16="http://schemas.microsoft.com/office/drawing/2014/main" id="{40CC399F-73AA-4594-B89C-6B607A5C1C2B}"/>
                </a:ext>
              </a:extLst>
            </p:cNvPr>
            <p:cNvSpPr txBox="1"/>
            <p:nvPr/>
          </p:nvSpPr>
          <p:spPr>
            <a:xfrm>
              <a:off x="993974" y="1717981"/>
              <a:ext cx="830181" cy="415090"/>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دائرة الديوان</a:t>
              </a:r>
              <a:endParaRPr lang="ar-SY" sz="1400" kern="1200" dirty="0"/>
            </a:p>
          </p:txBody>
        </p:sp>
      </p:grpSp>
      <p:sp>
        <p:nvSpPr>
          <p:cNvPr id="106" name="TextBox 105">
            <a:extLst>
              <a:ext uri="{FF2B5EF4-FFF2-40B4-BE49-F238E27FC236}">
                <a16:creationId xmlns:a16="http://schemas.microsoft.com/office/drawing/2014/main" id="{58FFEA5F-88FB-48DD-A39E-85064B5CA682}"/>
              </a:ext>
            </a:extLst>
          </p:cNvPr>
          <p:cNvSpPr txBox="1"/>
          <p:nvPr/>
        </p:nvSpPr>
        <p:spPr>
          <a:xfrm>
            <a:off x="2648536" y="1749424"/>
            <a:ext cx="830181" cy="570692"/>
          </a:xfrm>
          <a:prstGeom prst="rect">
            <a:avLst/>
          </a:prstGeom>
          <a:solidFill>
            <a:schemeClr val="accent4">
              <a:lumMod val="60000"/>
              <a:lumOff val="4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400" b="1" kern="1200" dirty="0"/>
              <a:t>محاسبة المرسوم /66/</a:t>
            </a:r>
            <a:endParaRPr lang="ar-SY" sz="1400" kern="1200" dirty="0"/>
          </a:p>
        </p:txBody>
      </p:sp>
      <p:grpSp>
        <p:nvGrpSpPr>
          <p:cNvPr id="99" name="Group 98">
            <a:extLst>
              <a:ext uri="{FF2B5EF4-FFF2-40B4-BE49-F238E27FC236}">
                <a16:creationId xmlns:a16="http://schemas.microsoft.com/office/drawing/2014/main" id="{128AD04F-BB25-4944-AD26-60EC59AC81C7}"/>
              </a:ext>
            </a:extLst>
          </p:cNvPr>
          <p:cNvGrpSpPr/>
          <p:nvPr/>
        </p:nvGrpSpPr>
        <p:grpSpPr>
          <a:xfrm>
            <a:off x="6774342" y="821267"/>
            <a:ext cx="1342028" cy="608802"/>
            <a:chOff x="6166771" y="954212"/>
            <a:chExt cx="1160527" cy="479896"/>
          </a:xfrm>
          <a:solidFill>
            <a:schemeClr val="accent2">
              <a:lumMod val="60000"/>
              <a:lumOff val="40000"/>
            </a:schemeClr>
          </a:solidFill>
          <a:scene3d>
            <a:camera prst="orthographicFront"/>
            <a:lightRig rig="flat" dir="t"/>
          </a:scene3d>
        </p:grpSpPr>
        <p:sp>
          <p:nvSpPr>
            <p:cNvPr id="103" name="Rectangle 102">
              <a:extLst>
                <a:ext uri="{FF2B5EF4-FFF2-40B4-BE49-F238E27FC236}">
                  <a16:creationId xmlns:a16="http://schemas.microsoft.com/office/drawing/2014/main" id="{04CF173C-AAA4-45F4-BC06-28CEFA8B89AB}"/>
                </a:ext>
              </a:extLst>
            </p:cNvPr>
            <p:cNvSpPr/>
            <p:nvPr/>
          </p:nvSpPr>
          <p:spPr>
            <a:xfrm>
              <a:off x="6166771" y="1019018"/>
              <a:ext cx="1160527" cy="415090"/>
            </a:xfrm>
            <a:prstGeom prst="rect">
              <a:avLst/>
            </a:prstGeom>
            <a:grpFill/>
            <a:sp3d prstMaterial="dkEdge">
              <a:bevelT w="8200" h="38100"/>
            </a:sp3d>
          </p:spPr>
          <p:style>
            <a:lnRef idx="0">
              <a:schemeClr val="lt1">
                <a:shade val="80000"/>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04" name="TextBox 103">
              <a:extLst>
                <a:ext uri="{FF2B5EF4-FFF2-40B4-BE49-F238E27FC236}">
                  <a16:creationId xmlns:a16="http://schemas.microsoft.com/office/drawing/2014/main" id="{306BD76D-E0F3-42BB-A862-C4FF9E13AA07}"/>
                </a:ext>
              </a:extLst>
            </p:cNvPr>
            <p:cNvSpPr txBox="1"/>
            <p:nvPr/>
          </p:nvSpPr>
          <p:spPr>
            <a:xfrm>
              <a:off x="6166771" y="954212"/>
              <a:ext cx="1160527" cy="479896"/>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600" b="1" kern="1200" dirty="0">
                  <a:solidFill>
                    <a:schemeClr val="tx1"/>
                  </a:solidFill>
                </a:rPr>
                <a:t>معاون المدير للجباية والتحقق</a:t>
              </a:r>
            </a:p>
          </p:txBody>
        </p:sp>
      </p:grpSp>
      <p:grpSp>
        <p:nvGrpSpPr>
          <p:cNvPr id="100" name="Group 99">
            <a:extLst>
              <a:ext uri="{FF2B5EF4-FFF2-40B4-BE49-F238E27FC236}">
                <a16:creationId xmlns:a16="http://schemas.microsoft.com/office/drawing/2014/main" id="{5F131E56-0E67-463C-9D54-AFFA20D4F26A}"/>
              </a:ext>
            </a:extLst>
          </p:cNvPr>
          <p:cNvGrpSpPr/>
          <p:nvPr/>
        </p:nvGrpSpPr>
        <p:grpSpPr>
          <a:xfrm>
            <a:off x="3916788" y="821268"/>
            <a:ext cx="1453267" cy="608802"/>
            <a:chOff x="4485138" y="935774"/>
            <a:chExt cx="1242458" cy="486815"/>
          </a:xfrm>
          <a:solidFill>
            <a:schemeClr val="accent2">
              <a:lumMod val="60000"/>
              <a:lumOff val="40000"/>
            </a:schemeClr>
          </a:solidFill>
          <a:scene3d>
            <a:camera prst="orthographicFront"/>
            <a:lightRig rig="flat" dir="t"/>
          </a:scene3d>
        </p:grpSpPr>
        <p:sp>
          <p:nvSpPr>
            <p:cNvPr id="101" name="Rectangle 100">
              <a:extLst>
                <a:ext uri="{FF2B5EF4-FFF2-40B4-BE49-F238E27FC236}">
                  <a16:creationId xmlns:a16="http://schemas.microsoft.com/office/drawing/2014/main" id="{A676DB0A-A8EB-472F-8315-3E490384BC4A}"/>
                </a:ext>
              </a:extLst>
            </p:cNvPr>
            <p:cNvSpPr/>
            <p:nvPr/>
          </p:nvSpPr>
          <p:spPr>
            <a:xfrm>
              <a:off x="4485138" y="1007499"/>
              <a:ext cx="1242458" cy="415090"/>
            </a:xfrm>
            <a:prstGeom prst="rect">
              <a:avLst/>
            </a:prstGeom>
            <a:grpFill/>
            <a:sp3d prstMaterial="dkEdge">
              <a:bevelT w="8200" h="38100"/>
            </a:sp3d>
          </p:spPr>
          <p:style>
            <a:lnRef idx="0">
              <a:schemeClr val="lt1">
                <a:shade val="80000"/>
                <a:hueOff val="0"/>
                <a:satOff val="0"/>
                <a:lumOff val="0"/>
                <a:alphaOff val="0"/>
              </a:schemeClr>
            </a:lnRef>
            <a:fillRef idx="2">
              <a:scrgbClr r="0" g="0" b="0"/>
            </a:fillRef>
            <a:effectRef idx="1">
              <a:schemeClr val="accent5">
                <a:hueOff val="0"/>
                <a:satOff val="0"/>
                <a:lumOff val="0"/>
                <a:alphaOff val="0"/>
              </a:schemeClr>
            </a:effectRef>
            <a:fontRef idx="minor">
              <a:schemeClr val="dk1"/>
            </a:fontRef>
          </p:style>
          <p:txBody>
            <a:bodyPr/>
            <a:lstStyle/>
            <a:p>
              <a:endParaRPr lang="ar-SY"/>
            </a:p>
          </p:txBody>
        </p:sp>
        <p:sp>
          <p:nvSpPr>
            <p:cNvPr id="102" name="TextBox 101">
              <a:extLst>
                <a:ext uri="{FF2B5EF4-FFF2-40B4-BE49-F238E27FC236}">
                  <a16:creationId xmlns:a16="http://schemas.microsoft.com/office/drawing/2014/main" id="{A6B8B88A-BEBF-49DE-B133-7BC44C8CC334}"/>
                </a:ext>
              </a:extLst>
            </p:cNvPr>
            <p:cNvSpPr txBox="1"/>
            <p:nvPr/>
          </p:nvSpPr>
          <p:spPr>
            <a:xfrm>
              <a:off x="4485138" y="935774"/>
              <a:ext cx="1242458" cy="486815"/>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4445" tIns="4445" rIns="4445" bIns="4445" numCol="1" spcCol="1270" anchor="ctr" anchorCtr="0">
              <a:noAutofit/>
            </a:bodyPr>
            <a:lstStyle/>
            <a:p>
              <a:pPr marL="0" lvl="0" indent="0" algn="ctr" defTabSz="311150" rtl="1">
                <a:lnSpc>
                  <a:spcPct val="90000"/>
                </a:lnSpc>
                <a:spcBef>
                  <a:spcPct val="0"/>
                </a:spcBef>
                <a:spcAft>
                  <a:spcPct val="35000"/>
                </a:spcAft>
                <a:buNone/>
              </a:pPr>
              <a:r>
                <a:rPr lang="ar-SY" sz="1600" b="1" kern="1200" dirty="0"/>
                <a:t>معاون المدير للنفقات والخزينة</a:t>
              </a:r>
            </a:p>
          </p:txBody>
        </p:sp>
      </p:grpSp>
      <p:cxnSp>
        <p:nvCxnSpPr>
          <p:cNvPr id="201" name="موصل: على شكل مرفق 66">
            <a:extLst>
              <a:ext uri="{FF2B5EF4-FFF2-40B4-BE49-F238E27FC236}">
                <a16:creationId xmlns:a16="http://schemas.microsoft.com/office/drawing/2014/main" id="{C18D77F7-3398-4C82-8DDE-85D0B5AF2C56}"/>
              </a:ext>
            </a:extLst>
          </p:cNvPr>
          <p:cNvCxnSpPr>
            <a:cxnSpLocks/>
            <a:stCxn id="199" idx="2"/>
            <a:endCxn id="102" idx="3"/>
          </p:cNvCxnSpPr>
          <p:nvPr/>
        </p:nvCxnSpPr>
        <p:spPr>
          <a:xfrm rot="5400000">
            <a:off x="5432412" y="520837"/>
            <a:ext cx="542476" cy="66718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04" name="موصل: على شكل مرفق 66">
            <a:extLst>
              <a:ext uri="{FF2B5EF4-FFF2-40B4-BE49-F238E27FC236}">
                <a16:creationId xmlns:a16="http://schemas.microsoft.com/office/drawing/2014/main" id="{72495475-75D7-4D06-931F-ECF46100CBAA}"/>
              </a:ext>
            </a:extLst>
          </p:cNvPr>
          <p:cNvCxnSpPr>
            <a:cxnSpLocks/>
            <a:stCxn id="199" idx="2"/>
            <a:endCxn id="104" idx="1"/>
          </p:cNvCxnSpPr>
          <p:nvPr/>
        </p:nvCxnSpPr>
        <p:spPr>
          <a:xfrm rot="16200000" flipH="1">
            <a:off x="6134556" y="485881"/>
            <a:ext cx="542475" cy="73709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07" name="موصل: على شكل مرفق 66">
            <a:extLst>
              <a:ext uri="{FF2B5EF4-FFF2-40B4-BE49-F238E27FC236}">
                <a16:creationId xmlns:a16="http://schemas.microsoft.com/office/drawing/2014/main" id="{41F9A2A4-BA80-4AB5-964A-6B125061B183}"/>
              </a:ext>
            </a:extLst>
          </p:cNvPr>
          <p:cNvCxnSpPr>
            <a:cxnSpLocks/>
            <a:stCxn id="199" idx="2"/>
            <a:endCxn id="118" idx="0"/>
          </p:cNvCxnSpPr>
          <p:nvPr/>
        </p:nvCxnSpPr>
        <p:spPr>
          <a:xfrm rot="5400000">
            <a:off x="2625161" y="-1691742"/>
            <a:ext cx="1137149" cy="5687018"/>
          </a:xfrm>
          <a:prstGeom prst="bentConnector3">
            <a:avLst>
              <a:gd name="adj1" fmla="val 80527"/>
            </a:avLst>
          </a:prstGeom>
          <a:ln w="19050">
            <a:tailEnd type="triangle"/>
          </a:ln>
        </p:spPr>
        <p:style>
          <a:lnRef idx="1">
            <a:schemeClr val="dk1"/>
          </a:lnRef>
          <a:fillRef idx="0">
            <a:schemeClr val="dk1"/>
          </a:fillRef>
          <a:effectRef idx="0">
            <a:schemeClr val="dk1"/>
          </a:effectRef>
          <a:fontRef idx="minor">
            <a:schemeClr val="tx1"/>
          </a:fontRef>
        </p:style>
      </p:cxnSp>
      <p:cxnSp>
        <p:nvCxnSpPr>
          <p:cNvPr id="211" name="موصل: على شكل مرفق 66">
            <a:extLst>
              <a:ext uri="{FF2B5EF4-FFF2-40B4-BE49-F238E27FC236}">
                <a16:creationId xmlns:a16="http://schemas.microsoft.com/office/drawing/2014/main" id="{50871386-BFD3-4C44-82D7-304ECB9F7B18}"/>
              </a:ext>
            </a:extLst>
          </p:cNvPr>
          <p:cNvCxnSpPr>
            <a:cxnSpLocks/>
            <a:stCxn id="117" idx="2"/>
            <a:endCxn id="116" idx="1"/>
          </p:cNvCxnSpPr>
          <p:nvPr/>
        </p:nvCxnSpPr>
        <p:spPr>
          <a:xfrm rot="16200000" flipH="1">
            <a:off x="247498" y="2412498"/>
            <a:ext cx="350945" cy="14548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12" name="موصل: على شكل مرفق 66">
            <a:extLst>
              <a:ext uri="{FF2B5EF4-FFF2-40B4-BE49-F238E27FC236}">
                <a16:creationId xmlns:a16="http://schemas.microsoft.com/office/drawing/2014/main" id="{B0DC3157-A3B8-43B7-9940-35BC881D7042}"/>
              </a:ext>
            </a:extLst>
          </p:cNvPr>
          <p:cNvCxnSpPr>
            <a:cxnSpLocks/>
            <a:stCxn id="117" idx="2"/>
            <a:endCxn id="112" idx="1"/>
          </p:cNvCxnSpPr>
          <p:nvPr/>
        </p:nvCxnSpPr>
        <p:spPr>
          <a:xfrm rot="16200000" flipH="1">
            <a:off x="-359656" y="3019652"/>
            <a:ext cx="1559031" cy="13926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13" name="موصل: على شكل مرفق 66">
            <a:extLst>
              <a:ext uri="{FF2B5EF4-FFF2-40B4-BE49-F238E27FC236}">
                <a16:creationId xmlns:a16="http://schemas.microsoft.com/office/drawing/2014/main" id="{40CE1319-459C-4F32-85F3-D2C8FC8B5ED6}"/>
              </a:ext>
            </a:extLst>
          </p:cNvPr>
          <p:cNvCxnSpPr>
            <a:cxnSpLocks/>
            <a:stCxn id="117" idx="2"/>
            <a:endCxn id="114" idx="1"/>
          </p:cNvCxnSpPr>
          <p:nvPr/>
        </p:nvCxnSpPr>
        <p:spPr>
          <a:xfrm rot="16200000" flipH="1">
            <a:off x="-47127" y="2707123"/>
            <a:ext cx="933973" cy="13926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7" name="موصل: على شكل مرفق 66">
            <a:extLst>
              <a:ext uri="{FF2B5EF4-FFF2-40B4-BE49-F238E27FC236}">
                <a16:creationId xmlns:a16="http://schemas.microsoft.com/office/drawing/2014/main" id="{BE323474-E8D2-4918-9C55-4443E3B6BFA3}"/>
              </a:ext>
            </a:extLst>
          </p:cNvPr>
          <p:cNvCxnSpPr>
            <a:cxnSpLocks/>
            <a:stCxn id="199" idx="2"/>
            <a:endCxn id="108" idx="0"/>
          </p:cNvCxnSpPr>
          <p:nvPr/>
        </p:nvCxnSpPr>
        <p:spPr>
          <a:xfrm rot="5400000">
            <a:off x="3523585" y="-770404"/>
            <a:ext cx="1160063" cy="3867256"/>
          </a:xfrm>
          <a:prstGeom prst="bentConnector3">
            <a:avLst>
              <a:gd name="adj1" fmla="val 79924"/>
            </a:avLst>
          </a:prstGeom>
          <a:ln w="19050">
            <a:tailEnd type="triangle"/>
          </a:ln>
        </p:spPr>
        <p:style>
          <a:lnRef idx="1">
            <a:schemeClr val="dk1"/>
          </a:lnRef>
          <a:fillRef idx="0">
            <a:schemeClr val="dk1"/>
          </a:fillRef>
          <a:effectRef idx="0">
            <a:schemeClr val="dk1"/>
          </a:effectRef>
          <a:fontRef idx="minor">
            <a:schemeClr val="tx1"/>
          </a:fontRef>
        </p:style>
      </p:cxnSp>
      <p:cxnSp>
        <p:nvCxnSpPr>
          <p:cNvPr id="235" name="موصل: على شكل مرفق 66">
            <a:extLst>
              <a:ext uri="{FF2B5EF4-FFF2-40B4-BE49-F238E27FC236}">
                <a16:creationId xmlns:a16="http://schemas.microsoft.com/office/drawing/2014/main" id="{75454FD7-6A85-4FC6-A64F-B3E5E6C7A1BC}"/>
              </a:ext>
            </a:extLst>
          </p:cNvPr>
          <p:cNvCxnSpPr>
            <a:cxnSpLocks/>
            <a:stCxn id="200" idx="2"/>
            <a:endCxn id="126" idx="0"/>
          </p:cNvCxnSpPr>
          <p:nvPr/>
        </p:nvCxnSpPr>
        <p:spPr>
          <a:xfrm rot="5400000">
            <a:off x="3063943" y="-1239058"/>
            <a:ext cx="1151051" cy="4795553"/>
          </a:xfrm>
          <a:prstGeom prst="bentConnector3">
            <a:avLst>
              <a:gd name="adj1" fmla="val 79422"/>
            </a:avLst>
          </a:prstGeom>
          <a:ln w="19050">
            <a:tailEnd type="triangle"/>
          </a:ln>
        </p:spPr>
        <p:style>
          <a:lnRef idx="1">
            <a:schemeClr val="dk1"/>
          </a:lnRef>
          <a:fillRef idx="0">
            <a:schemeClr val="dk1"/>
          </a:fillRef>
          <a:effectRef idx="0">
            <a:schemeClr val="dk1"/>
          </a:effectRef>
          <a:fontRef idx="minor">
            <a:schemeClr val="tx1"/>
          </a:fontRef>
        </p:style>
      </p:cxnSp>
      <p:cxnSp>
        <p:nvCxnSpPr>
          <p:cNvPr id="239" name="موصل: على شكل مرفق 66">
            <a:extLst>
              <a:ext uri="{FF2B5EF4-FFF2-40B4-BE49-F238E27FC236}">
                <a16:creationId xmlns:a16="http://schemas.microsoft.com/office/drawing/2014/main" id="{F4BB1861-2027-4769-BD79-4C97F931E8B9}"/>
              </a:ext>
            </a:extLst>
          </p:cNvPr>
          <p:cNvCxnSpPr>
            <a:cxnSpLocks/>
            <a:stCxn id="125" idx="2"/>
            <a:endCxn id="120" idx="1"/>
          </p:cNvCxnSpPr>
          <p:nvPr/>
        </p:nvCxnSpPr>
        <p:spPr>
          <a:xfrm rot="16200000" flipH="1">
            <a:off x="529701" y="3029261"/>
            <a:ext cx="1594265" cy="17028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40" name="موصل: على شكل مرفق 66">
            <a:extLst>
              <a:ext uri="{FF2B5EF4-FFF2-40B4-BE49-F238E27FC236}">
                <a16:creationId xmlns:a16="http://schemas.microsoft.com/office/drawing/2014/main" id="{97353F90-DF10-47A2-8A2D-7D283BDEC148}"/>
              </a:ext>
            </a:extLst>
          </p:cNvPr>
          <p:cNvCxnSpPr>
            <a:cxnSpLocks/>
            <a:stCxn id="125" idx="2"/>
            <a:endCxn id="121" idx="1"/>
          </p:cNvCxnSpPr>
          <p:nvPr/>
        </p:nvCxnSpPr>
        <p:spPr>
          <a:xfrm rot="16200000" flipH="1">
            <a:off x="857444" y="2701517"/>
            <a:ext cx="982327" cy="21383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41" name="موصل: على شكل مرفق 66">
            <a:extLst>
              <a:ext uri="{FF2B5EF4-FFF2-40B4-BE49-F238E27FC236}">
                <a16:creationId xmlns:a16="http://schemas.microsoft.com/office/drawing/2014/main" id="{DBA9DE70-DAE1-4F2A-8629-C0B221996C5A}"/>
              </a:ext>
            </a:extLst>
          </p:cNvPr>
          <p:cNvCxnSpPr>
            <a:cxnSpLocks/>
            <a:stCxn id="126" idx="2"/>
            <a:endCxn id="123" idx="1"/>
          </p:cNvCxnSpPr>
          <p:nvPr/>
        </p:nvCxnSpPr>
        <p:spPr>
          <a:xfrm rot="16200000" flipH="1">
            <a:off x="1162510" y="2396452"/>
            <a:ext cx="354435" cy="19607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48" name="موصل: على شكل مرفق 66">
            <a:extLst>
              <a:ext uri="{FF2B5EF4-FFF2-40B4-BE49-F238E27FC236}">
                <a16:creationId xmlns:a16="http://schemas.microsoft.com/office/drawing/2014/main" id="{4DB88FB4-CE0A-4475-BD4F-49A59A542E8C}"/>
              </a:ext>
            </a:extLst>
          </p:cNvPr>
          <p:cNvCxnSpPr>
            <a:cxnSpLocks/>
            <a:stCxn id="200" idx="2"/>
            <a:endCxn id="106" idx="0"/>
          </p:cNvCxnSpPr>
          <p:nvPr/>
        </p:nvCxnSpPr>
        <p:spPr>
          <a:xfrm rot="5400000">
            <a:off x="3967321" y="-320500"/>
            <a:ext cx="1166231" cy="2973617"/>
          </a:xfrm>
          <a:prstGeom prst="bentConnector3">
            <a:avLst>
              <a:gd name="adj1" fmla="val 78313"/>
            </a:avLst>
          </a:prstGeom>
          <a:ln w="19050">
            <a:tailEnd type="triangle"/>
          </a:ln>
        </p:spPr>
        <p:style>
          <a:lnRef idx="1">
            <a:schemeClr val="dk1"/>
          </a:lnRef>
          <a:fillRef idx="0">
            <a:schemeClr val="dk1"/>
          </a:fillRef>
          <a:effectRef idx="0">
            <a:schemeClr val="dk1"/>
          </a:effectRef>
          <a:fontRef idx="minor">
            <a:schemeClr val="tx1"/>
          </a:fontRef>
        </p:style>
      </p:cxnSp>
      <p:cxnSp>
        <p:nvCxnSpPr>
          <p:cNvPr id="252" name="موصل: على شكل مرفق 66">
            <a:extLst>
              <a:ext uri="{FF2B5EF4-FFF2-40B4-BE49-F238E27FC236}">
                <a16:creationId xmlns:a16="http://schemas.microsoft.com/office/drawing/2014/main" id="{79A7692A-477C-401B-A462-8513738E25B0}"/>
              </a:ext>
            </a:extLst>
          </p:cNvPr>
          <p:cNvCxnSpPr>
            <a:cxnSpLocks/>
            <a:stCxn id="140" idx="2"/>
            <a:endCxn id="130" idx="3"/>
          </p:cNvCxnSpPr>
          <p:nvPr/>
        </p:nvCxnSpPr>
        <p:spPr>
          <a:xfrm rot="5400000">
            <a:off x="2481526" y="3461897"/>
            <a:ext cx="2630208" cy="35898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53" name="موصل: على شكل مرفق 66">
            <a:extLst>
              <a:ext uri="{FF2B5EF4-FFF2-40B4-BE49-F238E27FC236}">
                <a16:creationId xmlns:a16="http://schemas.microsoft.com/office/drawing/2014/main" id="{78A5F69A-4703-4DBD-8A72-B6FA39331DAC}"/>
              </a:ext>
            </a:extLst>
          </p:cNvPr>
          <p:cNvCxnSpPr>
            <a:cxnSpLocks/>
            <a:stCxn id="140" idx="2"/>
            <a:endCxn id="132" idx="3"/>
          </p:cNvCxnSpPr>
          <p:nvPr/>
        </p:nvCxnSpPr>
        <p:spPr>
          <a:xfrm rot="5400000">
            <a:off x="2781542" y="3161881"/>
            <a:ext cx="2030176" cy="35898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54" name="موصل: على شكل مرفق 66">
            <a:extLst>
              <a:ext uri="{FF2B5EF4-FFF2-40B4-BE49-F238E27FC236}">
                <a16:creationId xmlns:a16="http://schemas.microsoft.com/office/drawing/2014/main" id="{FCBB7AC4-8BA3-4661-B77B-D2F814E50981}"/>
              </a:ext>
            </a:extLst>
          </p:cNvPr>
          <p:cNvCxnSpPr>
            <a:cxnSpLocks/>
            <a:stCxn id="140" idx="2"/>
            <a:endCxn id="134" idx="3"/>
          </p:cNvCxnSpPr>
          <p:nvPr/>
        </p:nvCxnSpPr>
        <p:spPr>
          <a:xfrm rot="5400000">
            <a:off x="3063817" y="2876204"/>
            <a:ext cx="1462225" cy="36238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55" name="موصل: على شكل مرفق 66">
            <a:extLst>
              <a:ext uri="{FF2B5EF4-FFF2-40B4-BE49-F238E27FC236}">
                <a16:creationId xmlns:a16="http://schemas.microsoft.com/office/drawing/2014/main" id="{D4F89F6F-F064-4694-BAFE-69E5F4BAAFB9}"/>
              </a:ext>
            </a:extLst>
          </p:cNvPr>
          <p:cNvCxnSpPr>
            <a:cxnSpLocks/>
            <a:stCxn id="140" idx="2"/>
            <a:endCxn id="136" idx="3"/>
          </p:cNvCxnSpPr>
          <p:nvPr/>
        </p:nvCxnSpPr>
        <p:spPr>
          <a:xfrm rot="5400000">
            <a:off x="3352867" y="2588586"/>
            <a:ext cx="885556" cy="36095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56" name="موصل: على شكل مرفق 66">
            <a:extLst>
              <a:ext uri="{FF2B5EF4-FFF2-40B4-BE49-F238E27FC236}">
                <a16:creationId xmlns:a16="http://schemas.microsoft.com/office/drawing/2014/main" id="{032B8CAA-F00B-4592-A8EF-712607A80428}"/>
              </a:ext>
            </a:extLst>
          </p:cNvPr>
          <p:cNvCxnSpPr>
            <a:cxnSpLocks/>
            <a:stCxn id="139" idx="2"/>
            <a:endCxn id="138" idx="3"/>
          </p:cNvCxnSpPr>
          <p:nvPr/>
        </p:nvCxnSpPr>
        <p:spPr>
          <a:xfrm rot="5400000">
            <a:off x="3623876" y="2311429"/>
            <a:ext cx="337391" cy="3671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67" name="موصل: على شكل مرفق 66">
            <a:extLst>
              <a:ext uri="{FF2B5EF4-FFF2-40B4-BE49-F238E27FC236}">
                <a16:creationId xmlns:a16="http://schemas.microsoft.com/office/drawing/2014/main" id="{C5A45ACE-866E-4025-B075-0989A494EA9C}"/>
              </a:ext>
            </a:extLst>
          </p:cNvPr>
          <p:cNvCxnSpPr>
            <a:cxnSpLocks/>
            <a:stCxn id="140" idx="2"/>
            <a:endCxn id="127" idx="3"/>
          </p:cNvCxnSpPr>
          <p:nvPr/>
        </p:nvCxnSpPr>
        <p:spPr>
          <a:xfrm rot="5400000">
            <a:off x="2176018" y="3757287"/>
            <a:ext cx="3231107" cy="3691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70" name="موصل: على شكل مرفق 66">
            <a:extLst>
              <a:ext uri="{FF2B5EF4-FFF2-40B4-BE49-F238E27FC236}">
                <a16:creationId xmlns:a16="http://schemas.microsoft.com/office/drawing/2014/main" id="{EBD8A5C2-B77A-4D3F-B41E-DD77EA343EF4}"/>
              </a:ext>
            </a:extLst>
          </p:cNvPr>
          <p:cNvCxnSpPr>
            <a:cxnSpLocks/>
            <a:stCxn id="199" idx="2"/>
            <a:endCxn id="110" idx="0"/>
          </p:cNvCxnSpPr>
          <p:nvPr/>
        </p:nvCxnSpPr>
        <p:spPr>
          <a:xfrm rot="5400000">
            <a:off x="5404045" y="1169156"/>
            <a:ext cx="1219163" cy="47236"/>
          </a:xfrm>
          <a:prstGeom prst="bentConnector3">
            <a:avLst>
              <a:gd name="adj1" fmla="val 76390"/>
            </a:avLst>
          </a:prstGeom>
          <a:ln w="19050">
            <a:tailEnd type="triangle"/>
          </a:ln>
        </p:spPr>
        <p:style>
          <a:lnRef idx="1">
            <a:schemeClr val="dk1"/>
          </a:lnRef>
          <a:fillRef idx="0">
            <a:schemeClr val="dk1"/>
          </a:fillRef>
          <a:effectRef idx="0">
            <a:schemeClr val="dk1"/>
          </a:effectRef>
          <a:fontRef idx="minor">
            <a:schemeClr val="tx1"/>
          </a:fontRef>
        </p:style>
      </p:cxnSp>
      <p:cxnSp>
        <p:nvCxnSpPr>
          <p:cNvPr id="271" name="موصل: على شكل مرفق 66">
            <a:extLst>
              <a:ext uri="{FF2B5EF4-FFF2-40B4-BE49-F238E27FC236}">
                <a16:creationId xmlns:a16="http://schemas.microsoft.com/office/drawing/2014/main" id="{89C2A28D-751B-43D9-8690-848D43846916}"/>
              </a:ext>
            </a:extLst>
          </p:cNvPr>
          <p:cNvCxnSpPr>
            <a:cxnSpLocks/>
            <a:stCxn id="199" idx="2"/>
            <a:endCxn id="139" idx="0"/>
          </p:cNvCxnSpPr>
          <p:nvPr/>
        </p:nvCxnSpPr>
        <p:spPr>
          <a:xfrm rot="5400000">
            <a:off x="4423685" y="135630"/>
            <a:ext cx="1165997" cy="2061123"/>
          </a:xfrm>
          <a:prstGeom prst="bentConnector3">
            <a:avLst>
              <a:gd name="adj1" fmla="val 77593"/>
            </a:avLst>
          </a:prstGeom>
          <a:ln w="19050">
            <a:tailEnd type="triangle"/>
          </a:ln>
        </p:spPr>
        <p:style>
          <a:lnRef idx="1">
            <a:schemeClr val="dk1"/>
          </a:lnRef>
          <a:fillRef idx="0">
            <a:schemeClr val="dk1"/>
          </a:fillRef>
          <a:effectRef idx="0">
            <a:schemeClr val="dk1"/>
          </a:effectRef>
          <a:fontRef idx="minor">
            <a:schemeClr val="tx1"/>
          </a:fontRef>
        </p:style>
      </p:cxnSp>
      <p:cxnSp>
        <p:nvCxnSpPr>
          <p:cNvPr id="278" name="موصل: على شكل مرفق 66">
            <a:extLst>
              <a:ext uri="{FF2B5EF4-FFF2-40B4-BE49-F238E27FC236}">
                <a16:creationId xmlns:a16="http://schemas.microsoft.com/office/drawing/2014/main" id="{774EFD87-E54C-4507-832F-680AB8EC8899}"/>
              </a:ext>
            </a:extLst>
          </p:cNvPr>
          <p:cNvCxnSpPr>
            <a:cxnSpLocks/>
            <a:stCxn id="199" idx="2"/>
            <a:endCxn id="150" idx="0"/>
          </p:cNvCxnSpPr>
          <p:nvPr/>
        </p:nvCxnSpPr>
        <p:spPr>
          <a:xfrm rot="5400000">
            <a:off x="4929330" y="707449"/>
            <a:ext cx="1232171" cy="983658"/>
          </a:xfrm>
          <a:prstGeom prst="bentConnector3">
            <a:avLst>
              <a:gd name="adj1" fmla="val 75424"/>
            </a:avLst>
          </a:prstGeom>
          <a:ln w="19050">
            <a:tailEnd type="triangle"/>
          </a:ln>
        </p:spPr>
        <p:style>
          <a:lnRef idx="1">
            <a:schemeClr val="dk1"/>
          </a:lnRef>
          <a:fillRef idx="0">
            <a:schemeClr val="dk1"/>
          </a:fillRef>
          <a:effectRef idx="0">
            <a:schemeClr val="dk1"/>
          </a:effectRef>
          <a:fontRef idx="minor">
            <a:schemeClr val="tx1"/>
          </a:fontRef>
        </p:style>
      </p:cxnSp>
      <p:cxnSp>
        <p:nvCxnSpPr>
          <p:cNvPr id="283" name="موصل: على شكل مرفق 66">
            <a:extLst>
              <a:ext uri="{FF2B5EF4-FFF2-40B4-BE49-F238E27FC236}">
                <a16:creationId xmlns:a16="http://schemas.microsoft.com/office/drawing/2014/main" id="{1430D106-2DF1-4840-809C-9AE1153FCDEA}"/>
              </a:ext>
            </a:extLst>
          </p:cNvPr>
          <p:cNvCxnSpPr>
            <a:cxnSpLocks/>
            <a:stCxn id="149" idx="2"/>
            <a:endCxn id="142" idx="3"/>
          </p:cNvCxnSpPr>
          <p:nvPr/>
        </p:nvCxnSpPr>
        <p:spPr>
          <a:xfrm rot="5400000">
            <a:off x="3954956" y="3251535"/>
            <a:ext cx="2018301" cy="19154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84" name="موصل: على شكل مرفق 66">
            <a:extLst>
              <a:ext uri="{FF2B5EF4-FFF2-40B4-BE49-F238E27FC236}">
                <a16:creationId xmlns:a16="http://schemas.microsoft.com/office/drawing/2014/main" id="{66C8578D-35CA-41FB-AB1A-28BCB98FD8D5}"/>
              </a:ext>
            </a:extLst>
          </p:cNvPr>
          <p:cNvCxnSpPr>
            <a:cxnSpLocks/>
            <a:stCxn id="149" idx="2"/>
            <a:endCxn id="144" idx="3"/>
          </p:cNvCxnSpPr>
          <p:nvPr/>
        </p:nvCxnSpPr>
        <p:spPr>
          <a:xfrm rot="5400000">
            <a:off x="4231561" y="2965606"/>
            <a:ext cx="1455767" cy="20087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85" name="موصل: على شكل مرفق 66">
            <a:extLst>
              <a:ext uri="{FF2B5EF4-FFF2-40B4-BE49-F238E27FC236}">
                <a16:creationId xmlns:a16="http://schemas.microsoft.com/office/drawing/2014/main" id="{5761B782-DFBF-4222-A91F-D127BC1ED204}"/>
              </a:ext>
            </a:extLst>
          </p:cNvPr>
          <p:cNvCxnSpPr>
            <a:cxnSpLocks/>
            <a:stCxn id="150" idx="2"/>
            <a:endCxn id="146" idx="3"/>
          </p:cNvCxnSpPr>
          <p:nvPr/>
        </p:nvCxnSpPr>
        <p:spPr>
          <a:xfrm rot="5400000">
            <a:off x="4553020" y="2690643"/>
            <a:ext cx="816534" cy="18459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86" name="موصل: على شكل مرفق 66">
            <a:extLst>
              <a:ext uri="{FF2B5EF4-FFF2-40B4-BE49-F238E27FC236}">
                <a16:creationId xmlns:a16="http://schemas.microsoft.com/office/drawing/2014/main" id="{5D0DA30E-6499-42C4-B6D9-E395C60F3824}"/>
              </a:ext>
            </a:extLst>
          </p:cNvPr>
          <p:cNvCxnSpPr>
            <a:cxnSpLocks/>
            <a:stCxn id="150" idx="2"/>
            <a:endCxn id="147" idx="3"/>
          </p:cNvCxnSpPr>
          <p:nvPr/>
        </p:nvCxnSpPr>
        <p:spPr>
          <a:xfrm rot="5400000">
            <a:off x="4813017" y="2419906"/>
            <a:ext cx="285800" cy="19533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96" name="موصل: على شكل مرفق 66">
            <a:extLst>
              <a:ext uri="{FF2B5EF4-FFF2-40B4-BE49-F238E27FC236}">
                <a16:creationId xmlns:a16="http://schemas.microsoft.com/office/drawing/2014/main" id="{9E2D8B89-C20E-47B5-A29B-784F6BCBF98E}"/>
              </a:ext>
            </a:extLst>
          </p:cNvPr>
          <p:cNvCxnSpPr>
            <a:cxnSpLocks/>
            <a:stCxn id="200" idx="2"/>
            <a:endCxn id="156" idx="0"/>
          </p:cNvCxnSpPr>
          <p:nvPr/>
        </p:nvCxnSpPr>
        <p:spPr>
          <a:xfrm rot="16200000" flipH="1">
            <a:off x="5848690" y="771746"/>
            <a:ext cx="1249735" cy="872627"/>
          </a:xfrm>
          <a:prstGeom prst="bentConnector3">
            <a:avLst>
              <a:gd name="adj1" fmla="val 73034"/>
            </a:avLst>
          </a:prstGeom>
          <a:ln w="19050">
            <a:tailEnd type="triangle"/>
          </a:ln>
        </p:spPr>
        <p:style>
          <a:lnRef idx="1">
            <a:schemeClr val="dk1"/>
          </a:lnRef>
          <a:fillRef idx="0">
            <a:schemeClr val="dk1"/>
          </a:fillRef>
          <a:effectRef idx="0">
            <a:schemeClr val="dk1"/>
          </a:effectRef>
          <a:fontRef idx="minor">
            <a:schemeClr val="tx1"/>
          </a:fontRef>
        </p:style>
      </p:cxnSp>
      <p:cxnSp>
        <p:nvCxnSpPr>
          <p:cNvPr id="297" name="موصل: على شكل مرفق 66">
            <a:extLst>
              <a:ext uri="{FF2B5EF4-FFF2-40B4-BE49-F238E27FC236}">
                <a16:creationId xmlns:a16="http://schemas.microsoft.com/office/drawing/2014/main" id="{36F6D8ED-FA2B-457D-90D6-0B1627569132}"/>
              </a:ext>
            </a:extLst>
          </p:cNvPr>
          <p:cNvCxnSpPr>
            <a:cxnSpLocks/>
            <a:stCxn id="155" idx="2"/>
            <a:endCxn id="152" idx="3"/>
          </p:cNvCxnSpPr>
          <p:nvPr/>
        </p:nvCxnSpPr>
        <p:spPr>
          <a:xfrm rot="5400000">
            <a:off x="6341023" y="2633271"/>
            <a:ext cx="809880" cy="32781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98" name="موصل: على شكل مرفق 66">
            <a:extLst>
              <a:ext uri="{FF2B5EF4-FFF2-40B4-BE49-F238E27FC236}">
                <a16:creationId xmlns:a16="http://schemas.microsoft.com/office/drawing/2014/main" id="{4F080CBE-894B-434D-B8E8-F82330021140}"/>
              </a:ext>
            </a:extLst>
          </p:cNvPr>
          <p:cNvCxnSpPr>
            <a:cxnSpLocks/>
            <a:stCxn id="155" idx="2"/>
            <a:endCxn id="154" idx="3"/>
          </p:cNvCxnSpPr>
          <p:nvPr/>
        </p:nvCxnSpPr>
        <p:spPr>
          <a:xfrm rot="5400000">
            <a:off x="6606775" y="2384307"/>
            <a:ext cx="295165" cy="31102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25" name="موصل: على شكل مرفق 66">
            <a:extLst>
              <a:ext uri="{FF2B5EF4-FFF2-40B4-BE49-F238E27FC236}">
                <a16:creationId xmlns:a16="http://schemas.microsoft.com/office/drawing/2014/main" id="{DCD2AB22-06A8-49E7-B24F-FC1AF6A189C0}"/>
              </a:ext>
            </a:extLst>
          </p:cNvPr>
          <p:cNvCxnSpPr>
            <a:cxnSpLocks/>
            <a:stCxn id="199" idx="2"/>
            <a:endCxn id="162" idx="0"/>
          </p:cNvCxnSpPr>
          <p:nvPr/>
        </p:nvCxnSpPr>
        <p:spPr>
          <a:xfrm rot="16200000" flipH="1">
            <a:off x="6358331" y="262106"/>
            <a:ext cx="1233545" cy="1875718"/>
          </a:xfrm>
          <a:prstGeom prst="bentConnector3">
            <a:avLst>
              <a:gd name="adj1" fmla="val 73337"/>
            </a:avLst>
          </a:prstGeom>
          <a:ln w="19050">
            <a:tailEnd type="triangle"/>
          </a:ln>
        </p:spPr>
        <p:style>
          <a:lnRef idx="1">
            <a:schemeClr val="dk1"/>
          </a:lnRef>
          <a:fillRef idx="0">
            <a:schemeClr val="dk1"/>
          </a:fillRef>
          <a:effectRef idx="0">
            <a:schemeClr val="dk1"/>
          </a:effectRef>
          <a:fontRef idx="minor">
            <a:schemeClr val="tx1"/>
          </a:fontRef>
        </p:style>
      </p:cxnSp>
      <p:cxnSp>
        <p:nvCxnSpPr>
          <p:cNvPr id="329" name="موصل: على شكل مرفق 66">
            <a:extLst>
              <a:ext uri="{FF2B5EF4-FFF2-40B4-BE49-F238E27FC236}">
                <a16:creationId xmlns:a16="http://schemas.microsoft.com/office/drawing/2014/main" id="{2C8FC68D-47AF-4533-BA3F-05731FD23CCA}"/>
              </a:ext>
            </a:extLst>
          </p:cNvPr>
          <p:cNvCxnSpPr>
            <a:cxnSpLocks/>
            <a:stCxn id="162" idx="2"/>
            <a:endCxn id="157" idx="3"/>
          </p:cNvCxnSpPr>
          <p:nvPr/>
        </p:nvCxnSpPr>
        <p:spPr>
          <a:xfrm rot="5400000">
            <a:off x="7435230" y="2724386"/>
            <a:ext cx="822669" cy="13279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30" name="موصل: على شكل مرفق 66">
            <a:extLst>
              <a:ext uri="{FF2B5EF4-FFF2-40B4-BE49-F238E27FC236}">
                <a16:creationId xmlns:a16="http://schemas.microsoft.com/office/drawing/2014/main" id="{240D4E11-31A1-47BD-8806-C4095C7D2EDD}"/>
              </a:ext>
            </a:extLst>
          </p:cNvPr>
          <p:cNvCxnSpPr>
            <a:cxnSpLocks/>
            <a:stCxn id="162" idx="2"/>
            <a:endCxn id="159" idx="3"/>
          </p:cNvCxnSpPr>
          <p:nvPr/>
        </p:nvCxnSpPr>
        <p:spPr>
          <a:xfrm rot="5400000">
            <a:off x="7696124" y="2473830"/>
            <a:ext cx="311218" cy="12245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39" name="موصل: على شكل مرفق 66">
            <a:extLst>
              <a:ext uri="{FF2B5EF4-FFF2-40B4-BE49-F238E27FC236}">
                <a16:creationId xmlns:a16="http://schemas.microsoft.com/office/drawing/2014/main" id="{A06ED272-3FA6-408A-8408-6C8550F71072}"/>
              </a:ext>
            </a:extLst>
          </p:cNvPr>
          <p:cNvCxnSpPr>
            <a:cxnSpLocks/>
            <a:stCxn id="197" idx="2"/>
            <a:endCxn id="196" idx="1"/>
          </p:cNvCxnSpPr>
          <p:nvPr/>
        </p:nvCxnSpPr>
        <p:spPr>
          <a:xfrm rot="16200000" flipH="1">
            <a:off x="10847821" y="2616435"/>
            <a:ext cx="705765" cy="14193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42" name="موصل: على شكل مرفق 66">
            <a:extLst>
              <a:ext uri="{FF2B5EF4-FFF2-40B4-BE49-F238E27FC236}">
                <a16:creationId xmlns:a16="http://schemas.microsoft.com/office/drawing/2014/main" id="{BE2107BC-99A4-4FD4-8703-3FA7C4E8500B}"/>
              </a:ext>
            </a:extLst>
          </p:cNvPr>
          <p:cNvCxnSpPr>
            <a:cxnSpLocks/>
            <a:stCxn id="198" idx="2"/>
            <a:endCxn id="186" idx="1"/>
          </p:cNvCxnSpPr>
          <p:nvPr/>
        </p:nvCxnSpPr>
        <p:spPr>
          <a:xfrm rot="16200000" flipH="1">
            <a:off x="9202266" y="4261991"/>
            <a:ext cx="4029473" cy="17453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43" name="موصل: على شكل مرفق 66">
            <a:extLst>
              <a:ext uri="{FF2B5EF4-FFF2-40B4-BE49-F238E27FC236}">
                <a16:creationId xmlns:a16="http://schemas.microsoft.com/office/drawing/2014/main" id="{1E1E8896-093C-438A-9BDB-CC68FCD857D8}"/>
              </a:ext>
            </a:extLst>
          </p:cNvPr>
          <p:cNvCxnSpPr>
            <a:cxnSpLocks/>
            <a:stCxn id="198" idx="2"/>
            <a:endCxn id="188" idx="1"/>
          </p:cNvCxnSpPr>
          <p:nvPr/>
        </p:nvCxnSpPr>
        <p:spPr>
          <a:xfrm rot="16200000" flipH="1">
            <a:off x="9555471" y="3908786"/>
            <a:ext cx="3323062" cy="17453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44" name="موصل: على شكل مرفق 66">
            <a:extLst>
              <a:ext uri="{FF2B5EF4-FFF2-40B4-BE49-F238E27FC236}">
                <a16:creationId xmlns:a16="http://schemas.microsoft.com/office/drawing/2014/main" id="{78F92E33-D3DA-48FA-927B-5727BA231243}"/>
              </a:ext>
            </a:extLst>
          </p:cNvPr>
          <p:cNvCxnSpPr>
            <a:cxnSpLocks/>
            <a:stCxn id="197" idx="2"/>
            <a:endCxn id="190" idx="1"/>
          </p:cNvCxnSpPr>
          <p:nvPr/>
        </p:nvCxnSpPr>
        <p:spPr>
          <a:xfrm rot="16200000" flipH="1">
            <a:off x="9846175" y="3618082"/>
            <a:ext cx="2741655" cy="17453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45" name="موصل: على شكل مرفق 66">
            <a:extLst>
              <a:ext uri="{FF2B5EF4-FFF2-40B4-BE49-F238E27FC236}">
                <a16:creationId xmlns:a16="http://schemas.microsoft.com/office/drawing/2014/main" id="{E85BA7E6-2E1D-4C4A-A4B3-04C645844C1C}"/>
              </a:ext>
            </a:extLst>
          </p:cNvPr>
          <p:cNvCxnSpPr>
            <a:cxnSpLocks/>
            <a:stCxn id="197" idx="2"/>
            <a:endCxn id="192" idx="1"/>
          </p:cNvCxnSpPr>
          <p:nvPr/>
        </p:nvCxnSpPr>
        <p:spPr>
          <a:xfrm rot="16200000" flipH="1">
            <a:off x="10152771" y="3311486"/>
            <a:ext cx="2128463" cy="17453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46" name="موصل: على شكل مرفق 66">
            <a:extLst>
              <a:ext uri="{FF2B5EF4-FFF2-40B4-BE49-F238E27FC236}">
                <a16:creationId xmlns:a16="http://schemas.microsoft.com/office/drawing/2014/main" id="{8A417DE0-90AB-4E60-83DF-CB791545022F}"/>
              </a:ext>
            </a:extLst>
          </p:cNvPr>
          <p:cNvCxnSpPr>
            <a:cxnSpLocks/>
            <a:stCxn id="197" idx="2"/>
            <a:endCxn id="194" idx="1"/>
          </p:cNvCxnSpPr>
          <p:nvPr/>
        </p:nvCxnSpPr>
        <p:spPr>
          <a:xfrm rot="16200000" flipH="1">
            <a:off x="10471014" y="2993243"/>
            <a:ext cx="1475122" cy="15768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57" name="موصل: على شكل مرفق 66">
            <a:extLst>
              <a:ext uri="{FF2B5EF4-FFF2-40B4-BE49-F238E27FC236}">
                <a16:creationId xmlns:a16="http://schemas.microsoft.com/office/drawing/2014/main" id="{47166E00-4E44-4CA9-8A97-88BFDA4D037F}"/>
              </a:ext>
            </a:extLst>
          </p:cNvPr>
          <p:cNvCxnSpPr>
            <a:cxnSpLocks/>
            <a:stCxn id="184" idx="2"/>
            <a:endCxn id="172" idx="3"/>
          </p:cNvCxnSpPr>
          <p:nvPr/>
        </p:nvCxnSpPr>
        <p:spPr>
          <a:xfrm rot="5400000">
            <a:off x="8277261" y="4129256"/>
            <a:ext cx="3729728" cy="21395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58" name="موصل: على شكل مرفق 66">
            <a:extLst>
              <a:ext uri="{FF2B5EF4-FFF2-40B4-BE49-F238E27FC236}">
                <a16:creationId xmlns:a16="http://schemas.microsoft.com/office/drawing/2014/main" id="{24346A73-D661-4580-A45C-DB288D01CD80}"/>
              </a:ext>
            </a:extLst>
          </p:cNvPr>
          <p:cNvCxnSpPr>
            <a:cxnSpLocks/>
            <a:stCxn id="184" idx="2"/>
            <a:endCxn id="174" idx="3"/>
          </p:cNvCxnSpPr>
          <p:nvPr/>
        </p:nvCxnSpPr>
        <p:spPr>
          <a:xfrm rot="5400000">
            <a:off x="8544026" y="3853521"/>
            <a:ext cx="3187228" cy="22292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59" name="موصل: على شكل مرفق 66">
            <a:extLst>
              <a:ext uri="{FF2B5EF4-FFF2-40B4-BE49-F238E27FC236}">
                <a16:creationId xmlns:a16="http://schemas.microsoft.com/office/drawing/2014/main" id="{212CA9B0-2937-4A17-8134-F87A6B49E231}"/>
              </a:ext>
            </a:extLst>
          </p:cNvPr>
          <p:cNvCxnSpPr>
            <a:cxnSpLocks/>
            <a:stCxn id="184" idx="2"/>
            <a:endCxn id="176" idx="3"/>
          </p:cNvCxnSpPr>
          <p:nvPr/>
        </p:nvCxnSpPr>
        <p:spPr>
          <a:xfrm rot="5400000">
            <a:off x="8876275" y="3506742"/>
            <a:ext cx="2508201" cy="23745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0" name="موصل: على شكل مرفق 66">
            <a:extLst>
              <a:ext uri="{FF2B5EF4-FFF2-40B4-BE49-F238E27FC236}">
                <a16:creationId xmlns:a16="http://schemas.microsoft.com/office/drawing/2014/main" id="{07AF5194-BD56-4494-9CF1-BD8D8F31443B}"/>
              </a:ext>
            </a:extLst>
          </p:cNvPr>
          <p:cNvCxnSpPr>
            <a:cxnSpLocks/>
            <a:stCxn id="183" idx="2"/>
            <a:endCxn id="178" idx="3"/>
          </p:cNvCxnSpPr>
          <p:nvPr/>
        </p:nvCxnSpPr>
        <p:spPr>
          <a:xfrm rot="5400000">
            <a:off x="9230478" y="3167069"/>
            <a:ext cx="1814325" cy="22292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1" name="موصل: على شكل مرفق 66">
            <a:extLst>
              <a:ext uri="{FF2B5EF4-FFF2-40B4-BE49-F238E27FC236}">
                <a16:creationId xmlns:a16="http://schemas.microsoft.com/office/drawing/2014/main" id="{A5B203A6-3AD6-4E9B-8492-A9E0537E22EA}"/>
              </a:ext>
            </a:extLst>
          </p:cNvPr>
          <p:cNvCxnSpPr>
            <a:cxnSpLocks/>
            <a:stCxn id="183" idx="2"/>
            <a:endCxn id="180" idx="3"/>
          </p:cNvCxnSpPr>
          <p:nvPr/>
        </p:nvCxnSpPr>
        <p:spPr>
          <a:xfrm rot="5400000">
            <a:off x="9534642" y="2862905"/>
            <a:ext cx="1205997" cy="22292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2" name="موصل: على شكل مرفق 66">
            <a:extLst>
              <a:ext uri="{FF2B5EF4-FFF2-40B4-BE49-F238E27FC236}">
                <a16:creationId xmlns:a16="http://schemas.microsoft.com/office/drawing/2014/main" id="{B59BD07E-1196-4043-BBB3-BFA032B7E7D4}"/>
              </a:ext>
            </a:extLst>
          </p:cNvPr>
          <p:cNvCxnSpPr>
            <a:cxnSpLocks/>
            <a:stCxn id="183" idx="2"/>
            <a:endCxn id="182" idx="3"/>
          </p:cNvCxnSpPr>
          <p:nvPr/>
        </p:nvCxnSpPr>
        <p:spPr>
          <a:xfrm rot="5400000">
            <a:off x="9894400" y="2503149"/>
            <a:ext cx="486483" cy="22292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79" name="موصل: على شكل مرفق 66">
            <a:extLst>
              <a:ext uri="{FF2B5EF4-FFF2-40B4-BE49-F238E27FC236}">
                <a16:creationId xmlns:a16="http://schemas.microsoft.com/office/drawing/2014/main" id="{FA11E22E-CDA9-45B8-AD62-FAAF582ADB9B}"/>
              </a:ext>
            </a:extLst>
          </p:cNvPr>
          <p:cNvCxnSpPr>
            <a:cxnSpLocks/>
            <a:stCxn id="200" idx="2"/>
            <a:endCxn id="198" idx="0"/>
          </p:cNvCxnSpPr>
          <p:nvPr/>
        </p:nvCxnSpPr>
        <p:spPr>
          <a:xfrm rot="16200000" flipH="1">
            <a:off x="8005429" y="-1384992"/>
            <a:ext cx="1156120" cy="5092490"/>
          </a:xfrm>
          <a:prstGeom prst="bentConnector3">
            <a:avLst>
              <a:gd name="adj1" fmla="val 78561"/>
            </a:avLst>
          </a:prstGeom>
          <a:ln w="19050">
            <a:tailEnd type="triangle"/>
          </a:ln>
        </p:spPr>
        <p:style>
          <a:lnRef idx="1">
            <a:schemeClr val="dk1"/>
          </a:lnRef>
          <a:fillRef idx="0">
            <a:schemeClr val="dk1"/>
          </a:fillRef>
          <a:effectRef idx="0">
            <a:schemeClr val="dk1"/>
          </a:effectRef>
          <a:fontRef idx="minor">
            <a:schemeClr val="tx1"/>
          </a:fontRef>
        </p:style>
      </p:cxnSp>
      <p:cxnSp>
        <p:nvCxnSpPr>
          <p:cNvPr id="380" name="موصل: على شكل مرفق 66">
            <a:extLst>
              <a:ext uri="{FF2B5EF4-FFF2-40B4-BE49-F238E27FC236}">
                <a16:creationId xmlns:a16="http://schemas.microsoft.com/office/drawing/2014/main" id="{BE4D9CF6-36A7-401C-8968-DBD5D1608B30}"/>
              </a:ext>
            </a:extLst>
          </p:cNvPr>
          <p:cNvCxnSpPr>
            <a:cxnSpLocks/>
            <a:stCxn id="200" idx="2"/>
            <a:endCxn id="183" idx="0"/>
          </p:cNvCxnSpPr>
          <p:nvPr/>
        </p:nvCxnSpPr>
        <p:spPr>
          <a:xfrm rot="16200000" flipH="1">
            <a:off x="7556054" y="-935618"/>
            <a:ext cx="1174236" cy="4211857"/>
          </a:xfrm>
          <a:prstGeom prst="bentConnector3">
            <a:avLst>
              <a:gd name="adj1" fmla="val 78120"/>
            </a:avLst>
          </a:prstGeom>
          <a:ln w="19050">
            <a:tailEnd type="triangle"/>
          </a:ln>
        </p:spPr>
        <p:style>
          <a:lnRef idx="1">
            <a:schemeClr val="dk1"/>
          </a:lnRef>
          <a:fillRef idx="0">
            <a:schemeClr val="dk1"/>
          </a:fillRef>
          <a:effectRef idx="0">
            <a:schemeClr val="dk1"/>
          </a:effectRef>
          <a:fontRef idx="minor">
            <a:schemeClr val="tx1"/>
          </a:fontRef>
        </p:style>
      </p:cxnSp>
      <p:cxnSp>
        <p:nvCxnSpPr>
          <p:cNvPr id="381" name="موصل: على شكل مرفق 66">
            <a:extLst>
              <a:ext uri="{FF2B5EF4-FFF2-40B4-BE49-F238E27FC236}">
                <a16:creationId xmlns:a16="http://schemas.microsoft.com/office/drawing/2014/main" id="{4E8B189F-1059-4CC1-B4CC-B268E99BBA4F}"/>
              </a:ext>
            </a:extLst>
          </p:cNvPr>
          <p:cNvCxnSpPr>
            <a:cxnSpLocks/>
            <a:stCxn id="200" idx="2"/>
            <a:endCxn id="167" idx="0"/>
          </p:cNvCxnSpPr>
          <p:nvPr/>
        </p:nvCxnSpPr>
        <p:spPr>
          <a:xfrm rot="16200000" flipH="1">
            <a:off x="6880596" y="-260159"/>
            <a:ext cx="1223099" cy="2909802"/>
          </a:xfrm>
          <a:prstGeom prst="bentConnector3">
            <a:avLst>
              <a:gd name="adj1" fmla="val 74920"/>
            </a:avLst>
          </a:prstGeom>
          <a:ln w="19050">
            <a:tailEnd type="triangle"/>
          </a:ln>
        </p:spPr>
        <p:style>
          <a:lnRef idx="1">
            <a:schemeClr val="dk1"/>
          </a:lnRef>
          <a:fillRef idx="0">
            <a:schemeClr val="dk1"/>
          </a:fillRef>
          <a:effectRef idx="0">
            <a:schemeClr val="dk1"/>
          </a:effectRef>
          <a:fontRef idx="minor">
            <a:schemeClr val="tx1"/>
          </a:fontRef>
        </p:style>
      </p:cxnSp>
      <p:cxnSp>
        <p:nvCxnSpPr>
          <p:cNvPr id="382" name="موصل: على شكل مرفق 66">
            <a:extLst>
              <a:ext uri="{FF2B5EF4-FFF2-40B4-BE49-F238E27FC236}">
                <a16:creationId xmlns:a16="http://schemas.microsoft.com/office/drawing/2014/main" id="{3B6508A2-2CDC-404F-B560-14FBE21CE1DC}"/>
              </a:ext>
            </a:extLst>
          </p:cNvPr>
          <p:cNvCxnSpPr>
            <a:cxnSpLocks/>
            <a:endCxn id="170" idx="3"/>
          </p:cNvCxnSpPr>
          <p:nvPr/>
        </p:nvCxnSpPr>
        <p:spPr>
          <a:xfrm rot="5400000">
            <a:off x="8006012" y="4400506"/>
            <a:ext cx="4272226" cy="21395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03" name="موصل: على شكل مرفق 66">
            <a:extLst>
              <a:ext uri="{FF2B5EF4-FFF2-40B4-BE49-F238E27FC236}">
                <a16:creationId xmlns:a16="http://schemas.microsoft.com/office/drawing/2014/main" id="{3E3B4293-E605-4BDE-80E9-047EF02078BC}"/>
              </a:ext>
            </a:extLst>
          </p:cNvPr>
          <p:cNvCxnSpPr>
            <a:cxnSpLocks/>
            <a:stCxn id="168" idx="2"/>
            <a:endCxn id="163" idx="3"/>
          </p:cNvCxnSpPr>
          <p:nvPr/>
        </p:nvCxnSpPr>
        <p:spPr>
          <a:xfrm rot="5400000">
            <a:off x="8489070" y="2738738"/>
            <a:ext cx="794598" cy="12135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04" name="موصل: على شكل مرفق 66">
            <a:extLst>
              <a:ext uri="{FF2B5EF4-FFF2-40B4-BE49-F238E27FC236}">
                <a16:creationId xmlns:a16="http://schemas.microsoft.com/office/drawing/2014/main" id="{19305412-21AC-4CD2-8041-2E8B3F5E205A}"/>
              </a:ext>
            </a:extLst>
          </p:cNvPr>
          <p:cNvCxnSpPr>
            <a:cxnSpLocks/>
            <a:stCxn id="168" idx="2"/>
            <a:endCxn id="166" idx="3"/>
          </p:cNvCxnSpPr>
          <p:nvPr/>
        </p:nvCxnSpPr>
        <p:spPr>
          <a:xfrm rot="5400000">
            <a:off x="8737604" y="2495158"/>
            <a:ext cx="302484" cy="1164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E96A59C6-65AD-FF39-6290-639AABFC7B50}"/>
              </a:ext>
            </a:extLst>
          </p:cNvPr>
          <p:cNvSpPr>
            <a:spLocks noGrp="1"/>
          </p:cNvSpPr>
          <p:nvPr>
            <p:ph type="dt" sz="half" idx="10"/>
          </p:nvPr>
        </p:nvSpPr>
        <p:spPr/>
        <p:txBody>
          <a:bodyPr/>
          <a:lstStyle/>
          <a:p>
            <a:fld id="{E82A0F68-4A7C-45AA-8154-0B7CF70ACEF2}"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AF153925-8B6D-0341-A7E8-593D5B066675}"/>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5AABA344-C7F3-FE14-2F6F-9D8971480888}"/>
              </a:ext>
            </a:extLst>
          </p:cNvPr>
          <p:cNvSpPr>
            <a:spLocks noGrp="1"/>
          </p:cNvSpPr>
          <p:nvPr>
            <p:ph type="sldNum" sz="quarter" idx="12"/>
          </p:nvPr>
        </p:nvSpPr>
        <p:spPr/>
        <p:txBody>
          <a:bodyPr/>
          <a:lstStyle/>
          <a:p>
            <a:fld id="{065EBCF0-071A-41B4-9C48-9ADF70E893B6}" type="slidenum">
              <a:rPr lang="ar-SY" smtClean="0"/>
              <a:pPr/>
              <a:t>50</a:t>
            </a:fld>
            <a:endParaRPr lang="ar-SY" dirty="0"/>
          </a:p>
        </p:txBody>
      </p:sp>
    </p:spTree>
    <p:extLst>
      <p:ext uri="{BB962C8B-B14F-4D97-AF65-F5344CB8AC3E}">
        <p14:creationId xmlns:p14="http://schemas.microsoft.com/office/powerpoint/2010/main" val="564478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BBCEE1-CEB0-65B7-9008-8789B8D4BD34}"/>
              </a:ext>
            </a:extLst>
          </p:cNvPr>
          <p:cNvSpPr>
            <a:spLocks noGrp="1"/>
          </p:cNvSpPr>
          <p:nvPr>
            <p:ph type="title"/>
          </p:nvPr>
        </p:nvSpPr>
        <p:spPr/>
        <p:txBody>
          <a:bodyPr/>
          <a:lstStyle/>
          <a:p>
            <a:r>
              <a:rPr lang="ar-SY" dirty="0"/>
              <a:t>مديرية القضايا والشؤون القانونية</a:t>
            </a:r>
          </a:p>
        </p:txBody>
      </p:sp>
      <p:sp>
        <p:nvSpPr>
          <p:cNvPr id="6" name="Content Placeholder 5">
            <a:extLst>
              <a:ext uri="{FF2B5EF4-FFF2-40B4-BE49-F238E27FC236}">
                <a16:creationId xmlns:a16="http://schemas.microsoft.com/office/drawing/2014/main" id="{2F76A5EA-5305-3D22-FEB6-8CB50E6D6F3B}"/>
              </a:ext>
            </a:extLst>
          </p:cNvPr>
          <p:cNvSpPr>
            <a:spLocks noGrp="1"/>
          </p:cNvSpPr>
          <p:nvPr>
            <p:ph idx="1"/>
          </p:nvPr>
        </p:nvSpPr>
        <p:spPr/>
        <p:txBody>
          <a:bodyPr>
            <a:normAutofit fontScale="77500" lnSpcReduction="20000"/>
          </a:bodyPr>
          <a:lstStyle/>
          <a:p>
            <a:pPr marL="0" indent="0">
              <a:buNone/>
            </a:pPr>
            <a:r>
              <a:rPr lang="ar-SY" dirty="0"/>
              <a:t>هي الجهة المختصة بتمثيل محافظة دمشق قانونيًا، ومتابعة كافة الدعاوى المقامة منها أو عليها أمام القضاء الإداري والعادي والجزائي، بالتنسيق مع إدارة قضايا الدولة، وصولًا إلى صدور الأحكام المبرمة وتنفيذها أصولًا. تتولى المديرية دراسة الدعاوى والرد عليها، وإعداد المطالعات القانونية، وتقديم الاستشارات والآراء القانونية للمحافظ والمكتب التنفيذي ومديريات المحافظة. كما تُعنى بإعداد ودراسة مشاريع الأنظمة والقرارات، والمشاركة في اللجان ذات الطابع القانوني، وحفظ وأرشفة الدعاوى والوثائق والأنظمة، وإدارة المكتبة القانونية، بما يضمن سلامة الإجراءات القانونية، وحماية حقوق المحافظة، وحسن تطبيق القوانين والأنظمة النافذة.</a:t>
            </a:r>
          </a:p>
        </p:txBody>
      </p:sp>
      <p:sp>
        <p:nvSpPr>
          <p:cNvPr id="2" name="Date Placeholder 1">
            <a:extLst>
              <a:ext uri="{FF2B5EF4-FFF2-40B4-BE49-F238E27FC236}">
                <a16:creationId xmlns:a16="http://schemas.microsoft.com/office/drawing/2014/main" id="{0019A66B-3BC5-3091-C3F5-638A21B3FAE1}"/>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003CC0FF-485E-B352-FB43-4D82AE003EF6}"/>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3A47B6D6-06F7-4F9F-EF76-64A8FB4BABB3}"/>
              </a:ext>
            </a:extLst>
          </p:cNvPr>
          <p:cNvSpPr>
            <a:spLocks noGrp="1"/>
          </p:cNvSpPr>
          <p:nvPr>
            <p:ph type="sldNum" sz="quarter" idx="12"/>
          </p:nvPr>
        </p:nvSpPr>
        <p:spPr/>
        <p:txBody>
          <a:bodyPr/>
          <a:lstStyle/>
          <a:p>
            <a:fld id="{065EBCF0-071A-41B4-9C48-9ADF70E893B6}" type="slidenum">
              <a:rPr lang="ar-SY" smtClean="0"/>
              <a:pPr/>
              <a:t>51</a:t>
            </a:fld>
            <a:endParaRPr lang="ar-SY" dirty="0"/>
          </a:p>
        </p:txBody>
      </p:sp>
    </p:spTree>
    <p:extLst>
      <p:ext uri="{BB962C8B-B14F-4D97-AF65-F5344CB8AC3E}">
        <p14:creationId xmlns:p14="http://schemas.microsoft.com/office/powerpoint/2010/main" val="38015928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12">
            <a:extLst>
              <a:ext uri="{FF2B5EF4-FFF2-40B4-BE49-F238E27FC236}">
                <a16:creationId xmlns:a16="http://schemas.microsoft.com/office/drawing/2014/main" id="{AB8F8264-EE37-4DB7-ADF0-CA905CBBE321}"/>
              </a:ext>
            </a:extLst>
          </p:cNvPr>
          <p:cNvSpPr/>
          <p:nvPr/>
        </p:nvSpPr>
        <p:spPr>
          <a:xfrm>
            <a:off x="9964865" y="348655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100" b="1" dirty="0">
                <a:ln w="0"/>
                <a:solidFill>
                  <a:schemeClr val="tx1"/>
                </a:solidFill>
                <a:effectLst>
                  <a:outerShdw blurRad="38100" dist="38100" dir="2700000" algn="tl">
                    <a:srgbClr val="000000">
                      <a:alpha val="43137"/>
                    </a:srgbClr>
                  </a:outerShdw>
                </a:effectLst>
              </a:rPr>
              <a:t>دائرة الدراسات القانونية و العامة </a:t>
            </a:r>
            <a:r>
              <a:rPr lang="ar-SY" sz="1100" b="1" dirty="0">
                <a:ln w="0"/>
                <a:solidFill>
                  <a:schemeClr val="tx1"/>
                </a:solidFill>
                <a:effectLst>
                  <a:outerShdw blurRad="38100" dist="38100" dir="2700000" algn="tl">
                    <a:srgbClr val="000000">
                      <a:alpha val="43137"/>
                    </a:srgbClr>
                  </a:outerShdw>
                </a:effectLst>
                <a:cs typeface="Al-Jazeera-Arabic-Regular" panose="01000500000000020006"/>
              </a:rPr>
              <a:t>	 </a:t>
            </a:r>
          </a:p>
        </p:txBody>
      </p:sp>
      <p:sp>
        <p:nvSpPr>
          <p:cNvPr id="3" name="مستطيل 16">
            <a:extLst>
              <a:ext uri="{FF2B5EF4-FFF2-40B4-BE49-F238E27FC236}">
                <a16:creationId xmlns:a16="http://schemas.microsoft.com/office/drawing/2014/main" id="{377FD14A-B2F6-463D-B0FC-D5D6EBC6202D}"/>
              </a:ext>
            </a:extLst>
          </p:cNvPr>
          <p:cNvSpPr/>
          <p:nvPr/>
        </p:nvSpPr>
        <p:spPr>
          <a:xfrm>
            <a:off x="10646372" y="4317285"/>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الدراسات القانونية </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4" name="موصل: على شكل مرفق 30">
            <a:extLst>
              <a:ext uri="{FF2B5EF4-FFF2-40B4-BE49-F238E27FC236}">
                <a16:creationId xmlns:a16="http://schemas.microsoft.com/office/drawing/2014/main" id="{B286FF9F-32AD-43BA-AE2F-CD1167668199}"/>
              </a:ext>
            </a:extLst>
          </p:cNvPr>
          <p:cNvCxnSpPr>
            <a:cxnSpLocks/>
            <a:stCxn id="2" idx="2"/>
            <a:endCxn id="3" idx="0"/>
          </p:cNvCxnSpPr>
          <p:nvPr/>
        </p:nvCxnSpPr>
        <p:spPr>
          <a:xfrm rot="16200000" flipH="1">
            <a:off x="10662052" y="3941366"/>
            <a:ext cx="290731" cy="46110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50">
            <a:extLst>
              <a:ext uri="{FF2B5EF4-FFF2-40B4-BE49-F238E27FC236}">
                <a16:creationId xmlns:a16="http://schemas.microsoft.com/office/drawing/2014/main" id="{107A3B81-0159-4D0B-B30A-A7413D385EEE}"/>
              </a:ext>
            </a:extLst>
          </p:cNvPr>
          <p:cNvSpPr/>
          <p:nvPr/>
        </p:nvSpPr>
        <p:spPr>
          <a:xfrm>
            <a:off x="6616715" y="3486554"/>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دائرة القضايا القانونية والعامة </a:t>
            </a:r>
            <a:endParaRPr lang="ar-SY" sz="1200" b="1" dirty="0">
              <a:ln w="0"/>
              <a:solidFill>
                <a:schemeClr val="tx1"/>
              </a:solidFill>
              <a:effectLst>
                <a:outerShdw blurRad="38100" dist="38100" dir="2700000" algn="tl">
                  <a:srgbClr val="000000">
                    <a:alpha val="43137"/>
                  </a:srgbClr>
                </a:outerShdw>
              </a:effectLst>
            </a:endParaRPr>
          </a:p>
        </p:txBody>
      </p:sp>
      <p:sp>
        <p:nvSpPr>
          <p:cNvPr id="6" name="مستطيل 198">
            <a:extLst>
              <a:ext uri="{FF2B5EF4-FFF2-40B4-BE49-F238E27FC236}">
                <a16:creationId xmlns:a16="http://schemas.microsoft.com/office/drawing/2014/main" id="{DDA9F7A3-0898-46ED-80F1-DC9ADDC93246}"/>
              </a:ext>
            </a:extLst>
          </p:cNvPr>
          <p:cNvSpPr/>
          <p:nvPr/>
        </p:nvSpPr>
        <p:spPr>
          <a:xfrm>
            <a:off x="5112391" y="1266182"/>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rPr>
              <a:t>مديرية القضايا والشؤون القانونية </a:t>
            </a:r>
            <a:endParaRPr lang="ar-SY" sz="1400" b="1" dirty="0">
              <a:ln w="0"/>
              <a:solidFill>
                <a:schemeClr val="tx1"/>
              </a:solidFill>
              <a:effectLst>
                <a:outerShdw blurRad="38100" dist="38100" dir="2700000" algn="tl">
                  <a:srgbClr val="000000">
                    <a:alpha val="43137"/>
                  </a:srgbClr>
                </a:outerShdw>
              </a:effectLst>
            </a:endParaRPr>
          </a:p>
        </p:txBody>
      </p:sp>
      <p:cxnSp>
        <p:nvCxnSpPr>
          <p:cNvPr id="7" name="موصل: على شكل مرفق 199">
            <a:extLst>
              <a:ext uri="{FF2B5EF4-FFF2-40B4-BE49-F238E27FC236}">
                <a16:creationId xmlns:a16="http://schemas.microsoft.com/office/drawing/2014/main" id="{195DFE1B-102B-4D1C-B49E-E3DDFCCFD0D1}"/>
              </a:ext>
            </a:extLst>
          </p:cNvPr>
          <p:cNvCxnSpPr>
            <a:cxnSpLocks/>
            <a:stCxn id="6" idx="2"/>
            <a:endCxn id="2" idx="0"/>
          </p:cNvCxnSpPr>
          <p:nvPr/>
        </p:nvCxnSpPr>
        <p:spPr>
          <a:xfrm rot="16200000" flipH="1">
            <a:off x="7675724" y="585413"/>
            <a:ext cx="1680372" cy="4121909"/>
          </a:xfrm>
          <a:prstGeom prst="bentConnector3">
            <a:avLst>
              <a:gd name="adj1" fmla="val 71162"/>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203">
            <a:extLst>
              <a:ext uri="{FF2B5EF4-FFF2-40B4-BE49-F238E27FC236}">
                <a16:creationId xmlns:a16="http://schemas.microsoft.com/office/drawing/2014/main" id="{66607A58-0564-43E3-88C5-4BCA1D459656}"/>
              </a:ext>
            </a:extLst>
          </p:cNvPr>
          <p:cNvCxnSpPr>
            <a:cxnSpLocks/>
            <a:stCxn id="6" idx="2"/>
            <a:endCxn id="5" idx="0"/>
          </p:cNvCxnSpPr>
          <p:nvPr/>
        </p:nvCxnSpPr>
        <p:spPr>
          <a:xfrm rot="16200000" flipH="1">
            <a:off x="6036884" y="2224254"/>
            <a:ext cx="1680372" cy="844228"/>
          </a:xfrm>
          <a:prstGeom prst="bentConnector3">
            <a:avLst>
              <a:gd name="adj1" fmla="val 71162"/>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AE69FCD3-ED06-441B-979D-6A16B134A946}"/>
              </a:ext>
            </a:extLst>
          </p:cNvPr>
          <p:cNvSpPr/>
          <p:nvPr/>
        </p:nvSpPr>
        <p:spPr>
          <a:xfrm>
            <a:off x="9763483" y="4306677"/>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الدراسات العامة</a:t>
            </a:r>
          </a:p>
        </p:txBody>
      </p:sp>
      <p:cxnSp>
        <p:nvCxnSpPr>
          <p:cNvPr id="10" name="موصل: على شكل مرفق 76">
            <a:extLst>
              <a:ext uri="{FF2B5EF4-FFF2-40B4-BE49-F238E27FC236}">
                <a16:creationId xmlns:a16="http://schemas.microsoft.com/office/drawing/2014/main" id="{708C0E57-E9FD-48BD-A041-EE704F4CA2C4}"/>
              </a:ext>
            </a:extLst>
          </p:cNvPr>
          <p:cNvCxnSpPr>
            <a:cxnSpLocks/>
            <a:stCxn id="2" idx="2"/>
            <a:endCxn id="9" idx="0"/>
          </p:cNvCxnSpPr>
          <p:nvPr/>
        </p:nvCxnSpPr>
        <p:spPr>
          <a:xfrm rot="5400000">
            <a:off x="10217922" y="3947733"/>
            <a:ext cx="280123" cy="43776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5">
            <a:extLst>
              <a:ext uri="{FF2B5EF4-FFF2-40B4-BE49-F238E27FC236}">
                <a16:creationId xmlns:a16="http://schemas.microsoft.com/office/drawing/2014/main" id="{9216DDB9-DA02-4BD1-87B6-AE4808947536}"/>
              </a:ext>
            </a:extLst>
          </p:cNvPr>
          <p:cNvSpPr/>
          <p:nvPr/>
        </p:nvSpPr>
        <p:spPr>
          <a:xfrm>
            <a:off x="3512509" y="3485048"/>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a:t>
            </a:r>
            <a:r>
              <a:rPr lang="ar-SA" sz="1200" b="1" dirty="0" err="1">
                <a:ln w="0"/>
                <a:solidFill>
                  <a:schemeClr val="tx1"/>
                </a:solidFill>
                <a:effectLst>
                  <a:outerShdw blurRad="38100" dist="38100" dir="2700000" algn="tl">
                    <a:srgbClr val="000000">
                      <a:alpha val="43137"/>
                    </a:srgbClr>
                  </a:outerShdw>
                </a:effectLst>
              </a:rPr>
              <a:t>ائرة</a:t>
            </a:r>
            <a:r>
              <a:rPr lang="ar-SA" sz="1200" b="1" dirty="0">
                <a:ln w="0"/>
                <a:solidFill>
                  <a:schemeClr val="tx1"/>
                </a:solidFill>
                <a:effectLst>
                  <a:outerShdw blurRad="38100" dist="38100" dir="2700000" algn="tl">
                    <a:srgbClr val="000000">
                      <a:alpha val="43137"/>
                    </a:srgbClr>
                  </a:outerShdw>
                </a:effectLst>
              </a:rPr>
              <a:t> حفظ الوثائق والارشيف</a:t>
            </a:r>
            <a:endParaRPr lang="ar-SY" sz="1200" b="1" dirty="0">
              <a:ln w="0"/>
              <a:solidFill>
                <a:schemeClr val="tx1"/>
              </a:solidFill>
              <a:effectLst>
                <a:outerShdw blurRad="38100" dist="38100" dir="2700000" algn="tl">
                  <a:srgbClr val="000000">
                    <a:alpha val="43137"/>
                  </a:srgbClr>
                </a:outerShdw>
              </a:effectLst>
            </a:endParaRPr>
          </a:p>
        </p:txBody>
      </p:sp>
      <p:sp>
        <p:nvSpPr>
          <p:cNvPr id="13" name="مستطيل 7">
            <a:extLst>
              <a:ext uri="{FF2B5EF4-FFF2-40B4-BE49-F238E27FC236}">
                <a16:creationId xmlns:a16="http://schemas.microsoft.com/office/drawing/2014/main" id="{1D49A157-6A8D-4ACC-8EC4-92540B6D00C8}"/>
              </a:ext>
            </a:extLst>
          </p:cNvPr>
          <p:cNvSpPr/>
          <p:nvPr/>
        </p:nvSpPr>
        <p:spPr>
          <a:xfrm>
            <a:off x="3800316" y="4314433"/>
            <a:ext cx="653786"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a:t>
            </a:r>
          </a:p>
          <a:p>
            <a:pPr algn="ctr"/>
            <a:r>
              <a:rPr lang="ar-SY" sz="120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الديوان والنسخ</a:t>
            </a: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4" name="مستطيل 9">
            <a:extLst>
              <a:ext uri="{FF2B5EF4-FFF2-40B4-BE49-F238E27FC236}">
                <a16:creationId xmlns:a16="http://schemas.microsoft.com/office/drawing/2014/main" id="{9F1A039B-DFD6-45C9-8651-853F4981B4BB}"/>
              </a:ext>
            </a:extLst>
          </p:cNvPr>
          <p:cNvSpPr/>
          <p:nvPr/>
        </p:nvSpPr>
        <p:spPr>
          <a:xfrm>
            <a:off x="6284091" y="4314433"/>
            <a:ext cx="723615"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القضايا العامة</a:t>
            </a:r>
          </a:p>
        </p:txBody>
      </p:sp>
      <p:cxnSp>
        <p:nvCxnSpPr>
          <p:cNvPr id="15" name="موصل: على شكل مرفق 17">
            <a:extLst>
              <a:ext uri="{FF2B5EF4-FFF2-40B4-BE49-F238E27FC236}">
                <a16:creationId xmlns:a16="http://schemas.microsoft.com/office/drawing/2014/main" id="{B08A6F36-9F50-43D9-BF9C-88A26B5B86F1}"/>
              </a:ext>
            </a:extLst>
          </p:cNvPr>
          <p:cNvCxnSpPr>
            <a:cxnSpLocks/>
            <a:stCxn id="5" idx="2"/>
            <a:endCxn id="14" idx="0"/>
          </p:cNvCxnSpPr>
          <p:nvPr/>
        </p:nvCxnSpPr>
        <p:spPr>
          <a:xfrm rot="5400000">
            <a:off x="6828602" y="3843851"/>
            <a:ext cx="287880" cy="65328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6" name="مستطيل 43">
            <a:extLst>
              <a:ext uri="{FF2B5EF4-FFF2-40B4-BE49-F238E27FC236}">
                <a16:creationId xmlns:a16="http://schemas.microsoft.com/office/drawing/2014/main" id="{A728377C-F887-4223-94C6-EA3DA48DF33C}"/>
              </a:ext>
            </a:extLst>
          </p:cNvPr>
          <p:cNvSpPr/>
          <p:nvPr/>
        </p:nvSpPr>
        <p:spPr>
          <a:xfrm>
            <a:off x="2787729" y="4314433"/>
            <a:ext cx="85067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الارشفة الورقية والضوئية</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7" name="موصل: على شكل مرفق 44">
            <a:extLst>
              <a:ext uri="{FF2B5EF4-FFF2-40B4-BE49-F238E27FC236}">
                <a16:creationId xmlns:a16="http://schemas.microsoft.com/office/drawing/2014/main" id="{1598E840-DB84-481D-BA92-7815E82A5D5D}"/>
              </a:ext>
            </a:extLst>
          </p:cNvPr>
          <p:cNvCxnSpPr>
            <a:cxnSpLocks/>
          </p:cNvCxnSpPr>
          <p:nvPr/>
        </p:nvCxnSpPr>
        <p:spPr>
          <a:xfrm rot="5400000">
            <a:off x="3524094" y="3714019"/>
            <a:ext cx="289385" cy="9114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8" name="مستطيل 72">
            <a:extLst>
              <a:ext uri="{FF2B5EF4-FFF2-40B4-BE49-F238E27FC236}">
                <a16:creationId xmlns:a16="http://schemas.microsoft.com/office/drawing/2014/main" id="{903ECB8D-F4D1-42C7-8ACF-E468D670709E}"/>
              </a:ext>
            </a:extLst>
          </p:cNvPr>
          <p:cNvSpPr/>
          <p:nvPr/>
        </p:nvSpPr>
        <p:spPr>
          <a:xfrm>
            <a:off x="7680438" y="4317248"/>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القضايا القانونية</a:t>
            </a:r>
          </a:p>
        </p:txBody>
      </p:sp>
      <p:cxnSp>
        <p:nvCxnSpPr>
          <p:cNvPr id="19" name="موصل: على شكل مرفق 93">
            <a:extLst>
              <a:ext uri="{FF2B5EF4-FFF2-40B4-BE49-F238E27FC236}">
                <a16:creationId xmlns:a16="http://schemas.microsoft.com/office/drawing/2014/main" id="{579C44CE-684F-4B89-932F-6B8411DD513B}"/>
              </a:ext>
            </a:extLst>
          </p:cNvPr>
          <p:cNvCxnSpPr>
            <a:cxnSpLocks/>
            <a:stCxn id="5" idx="2"/>
            <a:endCxn id="18" idx="0"/>
          </p:cNvCxnSpPr>
          <p:nvPr/>
        </p:nvCxnSpPr>
        <p:spPr>
          <a:xfrm rot="16200000" flipH="1">
            <a:off x="7532272" y="3793464"/>
            <a:ext cx="290695" cy="75687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موصل: على شكل مرفق 135">
            <a:extLst>
              <a:ext uri="{FF2B5EF4-FFF2-40B4-BE49-F238E27FC236}">
                <a16:creationId xmlns:a16="http://schemas.microsoft.com/office/drawing/2014/main" id="{AAA4A585-2D8D-4E86-A02C-D9E92BFFB395}"/>
              </a:ext>
            </a:extLst>
          </p:cNvPr>
          <p:cNvCxnSpPr>
            <a:cxnSpLocks/>
            <a:stCxn id="6" idx="2"/>
            <a:endCxn id="12" idx="0"/>
          </p:cNvCxnSpPr>
          <p:nvPr/>
        </p:nvCxnSpPr>
        <p:spPr>
          <a:xfrm rot="5400000">
            <a:off x="4450300" y="1480392"/>
            <a:ext cx="1678866" cy="2330447"/>
          </a:xfrm>
          <a:prstGeom prst="bentConnector3">
            <a:avLst>
              <a:gd name="adj1" fmla="val 7118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موصل: على شكل مرفق 29">
            <a:extLst>
              <a:ext uri="{FF2B5EF4-FFF2-40B4-BE49-F238E27FC236}">
                <a16:creationId xmlns:a16="http://schemas.microsoft.com/office/drawing/2014/main" id="{C391E9A8-F2E9-4506-B244-290E891FFA34}"/>
              </a:ext>
            </a:extLst>
          </p:cNvPr>
          <p:cNvCxnSpPr>
            <a:cxnSpLocks/>
            <a:stCxn id="22" idx="2"/>
            <a:endCxn id="23" idx="0"/>
          </p:cNvCxnSpPr>
          <p:nvPr/>
        </p:nvCxnSpPr>
        <p:spPr>
          <a:xfrm rot="16200000" flipH="1">
            <a:off x="1602594" y="3841800"/>
            <a:ext cx="289386" cy="65588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2" name="مستطيل 31">
            <a:extLst>
              <a:ext uri="{FF2B5EF4-FFF2-40B4-BE49-F238E27FC236}">
                <a16:creationId xmlns:a16="http://schemas.microsoft.com/office/drawing/2014/main" id="{4BFACA81-0B9F-41FE-B5D4-41197B959C8A}"/>
              </a:ext>
            </a:extLst>
          </p:cNvPr>
          <p:cNvSpPr/>
          <p:nvPr/>
        </p:nvSpPr>
        <p:spPr>
          <a:xfrm>
            <a:off x="807347" y="3485047"/>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a:t>
            </a:r>
            <a:r>
              <a:rPr lang="ar-SA" sz="1200" b="1" dirty="0">
                <a:ln w="0"/>
                <a:solidFill>
                  <a:schemeClr val="tx1"/>
                </a:solidFill>
                <a:effectLst>
                  <a:outerShdw blurRad="38100" dist="38100" dir="2700000" algn="tl">
                    <a:srgbClr val="000000">
                      <a:alpha val="43137"/>
                    </a:srgbClr>
                  </a:outerShdw>
                </a:effectLst>
              </a:rPr>
              <a:t> الشؤون الادارية </a:t>
            </a:r>
            <a:endParaRPr lang="ar-SY" sz="1200" b="1" dirty="0">
              <a:ln w="0"/>
              <a:solidFill>
                <a:schemeClr val="tx1"/>
              </a:solidFill>
              <a:effectLst>
                <a:outerShdw blurRad="38100" dist="38100" dir="2700000" algn="tl">
                  <a:srgbClr val="000000">
                    <a:alpha val="43137"/>
                  </a:srgbClr>
                </a:outerShdw>
              </a:effectLst>
            </a:endParaRPr>
          </a:p>
        </p:txBody>
      </p:sp>
      <p:sp>
        <p:nvSpPr>
          <p:cNvPr id="23" name="مستطيل 34">
            <a:extLst>
              <a:ext uri="{FF2B5EF4-FFF2-40B4-BE49-F238E27FC236}">
                <a16:creationId xmlns:a16="http://schemas.microsoft.com/office/drawing/2014/main" id="{A9C29740-9502-4B0C-9C83-B51F2045D02F}"/>
              </a:ext>
            </a:extLst>
          </p:cNvPr>
          <p:cNvSpPr/>
          <p:nvPr/>
        </p:nvSpPr>
        <p:spPr>
          <a:xfrm>
            <a:off x="1710825" y="4314433"/>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العاملين </a:t>
            </a: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24" name="مستطيل 35">
            <a:extLst>
              <a:ext uri="{FF2B5EF4-FFF2-40B4-BE49-F238E27FC236}">
                <a16:creationId xmlns:a16="http://schemas.microsoft.com/office/drawing/2014/main" id="{9769C671-7000-405B-852B-3DE135AD4B0D}"/>
              </a:ext>
            </a:extLst>
          </p:cNvPr>
          <p:cNvSpPr/>
          <p:nvPr/>
        </p:nvSpPr>
        <p:spPr>
          <a:xfrm>
            <a:off x="345509" y="4314433"/>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المستخدمين</a:t>
            </a:r>
          </a:p>
        </p:txBody>
      </p:sp>
      <p:cxnSp>
        <p:nvCxnSpPr>
          <p:cNvPr id="25" name="موصل: على شكل مرفق 36">
            <a:extLst>
              <a:ext uri="{FF2B5EF4-FFF2-40B4-BE49-F238E27FC236}">
                <a16:creationId xmlns:a16="http://schemas.microsoft.com/office/drawing/2014/main" id="{F915130D-B415-435E-A91C-4E9BABE48A7B}"/>
              </a:ext>
            </a:extLst>
          </p:cNvPr>
          <p:cNvCxnSpPr>
            <a:cxnSpLocks/>
            <a:stCxn id="22" idx="2"/>
            <a:endCxn id="24" idx="0"/>
          </p:cNvCxnSpPr>
          <p:nvPr/>
        </p:nvCxnSpPr>
        <p:spPr>
          <a:xfrm rot="5400000">
            <a:off x="929175" y="3824261"/>
            <a:ext cx="289386" cy="6909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موصل: على شكل مرفق 38">
            <a:extLst>
              <a:ext uri="{FF2B5EF4-FFF2-40B4-BE49-F238E27FC236}">
                <a16:creationId xmlns:a16="http://schemas.microsoft.com/office/drawing/2014/main" id="{1A2040C9-78CC-4F32-8829-FB597CF62C57}"/>
              </a:ext>
            </a:extLst>
          </p:cNvPr>
          <p:cNvCxnSpPr>
            <a:cxnSpLocks/>
            <a:stCxn id="6" idx="2"/>
            <a:endCxn id="22" idx="0"/>
          </p:cNvCxnSpPr>
          <p:nvPr/>
        </p:nvCxnSpPr>
        <p:spPr>
          <a:xfrm rot="5400000">
            <a:off x="3097720" y="127810"/>
            <a:ext cx="1678865" cy="5035609"/>
          </a:xfrm>
          <a:prstGeom prst="bentConnector3">
            <a:avLst>
              <a:gd name="adj1" fmla="val 71181"/>
            </a:avLst>
          </a:prstGeom>
          <a:ln w="19050">
            <a:tailEnd type="triangle"/>
          </a:ln>
        </p:spPr>
        <p:style>
          <a:lnRef idx="1">
            <a:schemeClr val="dk1"/>
          </a:lnRef>
          <a:fillRef idx="0">
            <a:schemeClr val="dk1"/>
          </a:fillRef>
          <a:effectRef idx="0">
            <a:schemeClr val="dk1"/>
          </a:effectRef>
          <a:fontRef idx="minor">
            <a:schemeClr val="tx1"/>
          </a:fontRef>
        </p:style>
      </p:cxnSp>
      <p:sp>
        <p:nvSpPr>
          <p:cNvPr id="27" name="مستطيل 65">
            <a:extLst>
              <a:ext uri="{FF2B5EF4-FFF2-40B4-BE49-F238E27FC236}">
                <a16:creationId xmlns:a16="http://schemas.microsoft.com/office/drawing/2014/main" id="{0F9AB4B5-F38D-4808-A4FA-3E06D3D2003E}"/>
              </a:ext>
            </a:extLst>
          </p:cNvPr>
          <p:cNvSpPr/>
          <p:nvPr/>
        </p:nvSpPr>
        <p:spPr>
          <a:xfrm>
            <a:off x="4280552" y="2266084"/>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معاون المدير</a:t>
            </a:r>
            <a:endParaRPr lang="ar-SY" sz="1200" b="1" dirty="0">
              <a:ln w="0"/>
              <a:solidFill>
                <a:schemeClr val="tx1"/>
              </a:solidFill>
              <a:effectLst>
                <a:outerShdw blurRad="38100" dist="38100" dir="2700000" algn="tl">
                  <a:srgbClr val="000000">
                    <a:alpha val="43137"/>
                  </a:srgbClr>
                </a:outerShdw>
              </a:effectLst>
            </a:endParaRPr>
          </a:p>
        </p:txBody>
      </p:sp>
      <p:cxnSp>
        <p:nvCxnSpPr>
          <p:cNvPr id="28" name="موصل: على شكل مرفق 66">
            <a:extLst>
              <a:ext uri="{FF2B5EF4-FFF2-40B4-BE49-F238E27FC236}">
                <a16:creationId xmlns:a16="http://schemas.microsoft.com/office/drawing/2014/main" id="{14A942FF-AAFC-49E9-BB96-EB3851730FD5}"/>
              </a:ext>
            </a:extLst>
          </p:cNvPr>
          <p:cNvCxnSpPr>
            <a:cxnSpLocks/>
            <a:stCxn id="6" idx="2"/>
            <a:endCxn id="27" idx="3"/>
          </p:cNvCxnSpPr>
          <p:nvPr/>
        </p:nvCxnSpPr>
        <p:spPr>
          <a:xfrm rot="5400000">
            <a:off x="5614803" y="1695931"/>
            <a:ext cx="729902" cy="95040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9" name="مستطيل 28">
            <a:extLst>
              <a:ext uri="{FF2B5EF4-FFF2-40B4-BE49-F238E27FC236}">
                <a16:creationId xmlns:a16="http://schemas.microsoft.com/office/drawing/2014/main" id="{E7001F82-FD3D-46CA-B150-6B72550DF522}"/>
              </a:ext>
            </a:extLst>
          </p:cNvPr>
          <p:cNvSpPr/>
          <p:nvPr/>
        </p:nvSpPr>
        <p:spPr>
          <a:xfrm>
            <a:off x="2193488" y="2163354"/>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ممثل الادارة</a:t>
            </a:r>
          </a:p>
          <a:p>
            <a:pPr algn="ctr"/>
            <a:r>
              <a:rPr lang="ar-SA" sz="1200" b="1" dirty="0">
                <a:ln w="0"/>
                <a:solidFill>
                  <a:schemeClr val="tx1"/>
                </a:solidFill>
                <a:effectLst>
                  <a:outerShdw blurRad="38100" dist="38100" dir="2700000" algn="tl">
                    <a:srgbClr val="000000">
                      <a:alpha val="43137"/>
                    </a:srgbClr>
                  </a:outerShdw>
                </a:effectLst>
              </a:rPr>
              <a:t>السكرتارية </a:t>
            </a:r>
            <a:endParaRPr lang="ar-SY" sz="1200" b="1" dirty="0">
              <a:ln w="0"/>
              <a:solidFill>
                <a:schemeClr val="tx1"/>
              </a:solidFill>
              <a:effectLst>
                <a:outerShdw blurRad="38100" dist="38100" dir="2700000" algn="tl">
                  <a:srgbClr val="000000">
                    <a:alpha val="43137"/>
                  </a:srgbClr>
                </a:outerShdw>
              </a:effectLst>
            </a:endParaRPr>
          </a:p>
        </p:txBody>
      </p:sp>
      <p:sp>
        <p:nvSpPr>
          <p:cNvPr id="30" name="مستطيل 32">
            <a:extLst>
              <a:ext uri="{FF2B5EF4-FFF2-40B4-BE49-F238E27FC236}">
                <a16:creationId xmlns:a16="http://schemas.microsoft.com/office/drawing/2014/main" id="{03B6FBF5-EABF-426E-9FC7-AF5DD30A6FBA}"/>
              </a:ext>
            </a:extLst>
          </p:cNvPr>
          <p:cNvSpPr/>
          <p:nvPr/>
        </p:nvSpPr>
        <p:spPr>
          <a:xfrm>
            <a:off x="7281480" y="2260830"/>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معاون المدير</a:t>
            </a:r>
            <a:endParaRPr lang="ar-SY" sz="1200" b="1" dirty="0">
              <a:ln w="0"/>
              <a:solidFill>
                <a:schemeClr val="tx1"/>
              </a:solidFill>
              <a:effectLst>
                <a:outerShdw blurRad="38100" dist="38100" dir="2700000" algn="tl">
                  <a:srgbClr val="000000">
                    <a:alpha val="43137"/>
                  </a:srgbClr>
                </a:outerShdw>
              </a:effectLst>
            </a:endParaRPr>
          </a:p>
        </p:txBody>
      </p:sp>
      <p:sp>
        <p:nvSpPr>
          <p:cNvPr id="34" name="مستطيل 136">
            <a:extLst>
              <a:ext uri="{FF2B5EF4-FFF2-40B4-BE49-F238E27FC236}">
                <a16:creationId xmlns:a16="http://schemas.microsoft.com/office/drawing/2014/main" id="{9E339C24-A1E9-48CF-A6A4-FD2396A7D4B7}"/>
              </a:ext>
            </a:extLst>
          </p:cNvPr>
          <p:cNvSpPr/>
          <p:nvPr/>
        </p:nvSpPr>
        <p:spPr>
          <a:xfrm>
            <a:off x="4783695" y="4306677"/>
            <a:ext cx="653786"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المكتبة القانونية</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39" name="موصل: على شكل مرفق 66">
            <a:extLst>
              <a:ext uri="{FF2B5EF4-FFF2-40B4-BE49-F238E27FC236}">
                <a16:creationId xmlns:a16="http://schemas.microsoft.com/office/drawing/2014/main" id="{8B557EAC-88B0-4F58-9402-7101DC8FBA72}"/>
              </a:ext>
            </a:extLst>
          </p:cNvPr>
          <p:cNvCxnSpPr>
            <a:cxnSpLocks/>
            <a:stCxn id="6" idx="2"/>
            <a:endCxn id="30" idx="1"/>
          </p:cNvCxnSpPr>
          <p:nvPr/>
        </p:nvCxnSpPr>
        <p:spPr>
          <a:xfrm rot="16200000" flipH="1">
            <a:off x="6505894" y="1755244"/>
            <a:ext cx="724648" cy="82652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5" name="موصل: على شكل مرفق 199">
            <a:extLst>
              <a:ext uri="{FF2B5EF4-FFF2-40B4-BE49-F238E27FC236}">
                <a16:creationId xmlns:a16="http://schemas.microsoft.com/office/drawing/2014/main" id="{E12ACB2D-15A9-4A1A-8291-9814FE7978E9}"/>
              </a:ext>
            </a:extLst>
          </p:cNvPr>
          <p:cNvCxnSpPr>
            <a:cxnSpLocks/>
            <a:stCxn id="6" idx="2"/>
            <a:endCxn id="29" idx="0"/>
          </p:cNvCxnSpPr>
          <p:nvPr/>
        </p:nvCxnSpPr>
        <p:spPr>
          <a:xfrm rot="5400000">
            <a:off x="4451636" y="160034"/>
            <a:ext cx="357172" cy="364946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1" name="موصل: على شكل مرفق 199">
            <a:extLst>
              <a:ext uri="{FF2B5EF4-FFF2-40B4-BE49-F238E27FC236}">
                <a16:creationId xmlns:a16="http://schemas.microsoft.com/office/drawing/2014/main" id="{C2A39A83-8B43-48A3-9E5B-F94611AC13B3}"/>
              </a:ext>
            </a:extLst>
          </p:cNvPr>
          <p:cNvCxnSpPr>
            <a:cxnSpLocks/>
            <a:stCxn id="12" idx="2"/>
            <a:endCxn id="13" idx="0"/>
          </p:cNvCxnSpPr>
          <p:nvPr/>
        </p:nvCxnSpPr>
        <p:spPr>
          <a:xfrm rot="16200000" flipH="1">
            <a:off x="3981167" y="4168390"/>
            <a:ext cx="289385" cy="270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92" name="موصل: على شكل مرفق 199">
            <a:extLst>
              <a:ext uri="{FF2B5EF4-FFF2-40B4-BE49-F238E27FC236}">
                <a16:creationId xmlns:a16="http://schemas.microsoft.com/office/drawing/2014/main" id="{4530AB78-9BE9-4BAB-BC51-8562DCFCD2D7}"/>
              </a:ext>
            </a:extLst>
          </p:cNvPr>
          <p:cNvCxnSpPr>
            <a:cxnSpLocks/>
            <a:stCxn id="12" idx="2"/>
            <a:endCxn id="34" idx="0"/>
          </p:cNvCxnSpPr>
          <p:nvPr/>
        </p:nvCxnSpPr>
        <p:spPr>
          <a:xfrm rot="16200000" flipH="1">
            <a:off x="4476734" y="3672822"/>
            <a:ext cx="281629" cy="98607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1" name="Date Placeholder 10">
            <a:extLst>
              <a:ext uri="{FF2B5EF4-FFF2-40B4-BE49-F238E27FC236}">
                <a16:creationId xmlns:a16="http://schemas.microsoft.com/office/drawing/2014/main" id="{B0A5E258-608F-19C0-163C-9E080F81C0F9}"/>
              </a:ext>
            </a:extLst>
          </p:cNvPr>
          <p:cNvSpPr>
            <a:spLocks noGrp="1"/>
          </p:cNvSpPr>
          <p:nvPr>
            <p:ph type="dt" sz="half" idx="10"/>
          </p:nvPr>
        </p:nvSpPr>
        <p:spPr/>
        <p:txBody>
          <a:bodyPr/>
          <a:lstStyle/>
          <a:p>
            <a:fld id="{AC2A9C0D-DA60-4343-88C7-DEA8AA990F5D}" type="datetime8">
              <a:rPr lang="ar-SY" smtClean="0"/>
              <a:t>28 تشرين الأول، 26</a:t>
            </a:fld>
            <a:endParaRPr lang="ar-SY" dirty="0"/>
          </a:p>
        </p:txBody>
      </p:sp>
      <p:sp>
        <p:nvSpPr>
          <p:cNvPr id="31" name="Footer Placeholder 30">
            <a:extLst>
              <a:ext uri="{FF2B5EF4-FFF2-40B4-BE49-F238E27FC236}">
                <a16:creationId xmlns:a16="http://schemas.microsoft.com/office/drawing/2014/main" id="{4AD98A25-7CEC-B175-D5AA-57A297B30343}"/>
              </a:ext>
            </a:extLst>
          </p:cNvPr>
          <p:cNvSpPr>
            <a:spLocks noGrp="1"/>
          </p:cNvSpPr>
          <p:nvPr>
            <p:ph type="ftr" sz="quarter" idx="11"/>
          </p:nvPr>
        </p:nvSpPr>
        <p:spPr/>
        <p:txBody>
          <a:bodyPr/>
          <a:lstStyle/>
          <a:p>
            <a:r>
              <a:rPr lang="ar-SY"/>
              <a:t>التعريف العام بمحافظة دمشق</a:t>
            </a:r>
          </a:p>
        </p:txBody>
      </p:sp>
      <p:sp>
        <p:nvSpPr>
          <p:cNvPr id="32" name="Slide Number Placeholder 31">
            <a:extLst>
              <a:ext uri="{FF2B5EF4-FFF2-40B4-BE49-F238E27FC236}">
                <a16:creationId xmlns:a16="http://schemas.microsoft.com/office/drawing/2014/main" id="{37778849-E725-AEF6-E861-60005E77ADF2}"/>
              </a:ext>
            </a:extLst>
          </p:cNvPr>
          <p:cNvSpPr>
            <a:spLocks noGrp="1"/>
          </p:cNvSpPr>
          <p:nvPr>
            <p:ph type="sldNum" sz="quarter" idx="12"/>
          </p:nvPr>
        </p:nvSpPr>
        <p:spPr/>
        <p:txBody>
          <a:bodyPr/>
          <a:lstStyle/>
          <a:p>
            <a:fld id="{065EBCF0-071A-41B4-9C48-9ADF70E893B6}" type="slidenum">
              <a:rPr lang="ar-SY" smtClean="0"/>
              <a:pPr/>
              <a:t>52</a:t>
            </a:fld>
            <a:endParaRPr lang="ar-SY" dirty="0"/>
          </a:p>
        </p:txBody>
      </p:sp>
    </p:spTree>
    <p:extLst>
      <p:ext uri="{BB962C8B-B14F-4D97-AF65-F5344CB8AC3E}">
        <p14:creationId xmlns:p14="http://schemas.microsoft.com/office/powerpoint/2010/main" val="31684123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B0EB94-D622-6CF0-B230-81112A6968E6}"/>
              </a:ext>
            </a:extLst>
          </p:cNvPr>
          <p:cNvSpPr>
            <a:spLocks noGrp="1"/>
          </p:cNvSpPr>
          <p:nvPr>
            <p:ph type="title"/>
          </p:nvPr>
        </p:nvSpPr>
        <p:spPr/>
        <p:txBody>
          <a:bodyPr/>
          <a:lstStyle/>
          <a:p>
            <a:r>
              <a:rPr lang="ar-SY" dirty="0"/>
              <a:t>مديرية مكتب السيد المحافظ</a:t>
            </a:r>
          </a:p>
        </p:txBody>
      </p:sp>
      <p:sp>
        <p:nvSpPr>
          <p:cNvPr id="6" name="Content Placeholder 5">
            <a:extLst>
              <a:ext uri="{FF2B5EF4-FFF2-40B4-BE49-F238E27FC236}">
                <a16:creationId xmlns:a16="http://schemas.microsoft.com/office/drawing/2014/main" id="{171821A8-06A7-72EB-4EBA-9B96CA0BD4E1}"/>
              </a:ext>
            </a:extLst>
          </p:cNvPr>
          <p:cNvSpPr>
            <a:spLocks noGrp="1"/>
          </p:cNvSpPr>
          <p:nvPr>
            <p:ph idx="1"/>
          </p:nvPr>
        </p:nvSpPr>
        <p:spPr/>
        <p:txBody>
          <a:bodyPr>
            <a:normAutofit fontScale="85000" lnSpcReduction="10000"/>
          </a:bodyPr>
          <a:lstStyle/>
          <a:p>
            <a:pPr marL="0" indent="0">
              <a:buNone/>
            </a:pPr>
            <a:r>
              <a:rPr lang="ar-SY" dirty="0"/>
              <a:t>هي الجهة التنظيمية والإدارية المعنية بدعم أعمال السيد المحافظ، من خلال تنظيم المراسلات والبريد وعرضه للتوقيع، وتنسيق المواعيد والزيارات والاجتماعات، وتنظيم العلاقات العامة والتواصل المؤسسي. تتولى المديرية نقل توجيهات المحافظ إلى الجهات المختصة ومتابعة تنفيذها، والإشراف على محاضر الاجتماعات التي يرأسها، ومتابعة الشكاوى الواردة، إضافة إلى أعمال التخطيط والمتابعة والإحصاء وصيانة مباني المحافظة، بما يضمن حسن سير العمل، وانسيابية التنسيق، وفعالية المتابعة الإدارية على مستوى المحافظة.</a:t>
            </a:r>
          </a:p>
        </p:txBody>
      </p:sp>
      <p:sp>
        <p:nvSpPr>
          <p:cNvPr id="2" name="Date Placeholder 1">
            <a:extLst>
              <a:ext uri="{FF2B5EF4-FFF2-40B4-BE49-F238E27FC236}">
                <a16:creationId xmlns:a16="http://schemas.microsoft.com/office/drawing/2014/main" id="{3F32A5CD-89E1-E751-A5D4-C5EF9D7036F5}"/>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305F50F1-0C04-4BEE-4259-0BBE8551F4AE}"/>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88D7AB4A-85DB-ADF6-8BB0-BA50B4AD0D8B}"/>
              </a:ext>
            </a:extLst>
          </p:cNvPr>
          <p:cNvSpPr>
            <a:spLocks noGrp="1"/>
          </p:cNvSpPr>
          <p:nvPr>
            <p:ph type="sldNum" sz="quarter" idx="12"/>
          </p:nvPr>
        </p:nvSpPr>
        <p:spPr/>
        <p:txBody>
          <a:bodyPr/>
          <a:lstStyle/>
          <a:p>
            <a:fld id="{065EBCF0-071A-41B4-9C48-9ADF70E893B6}" type="slidenum">
              <a:rPr lang="ar-SY" smtClean="0"/>
              <a:pPr/>
              <a:t>53</a:t>
            </a:fld>
            <a:endParaRPr lang="ar-SY" dirty="0"/>
          </a:p>
        </p:txBody>
      </p:sp>
    </p:spTree>
    <p:extLst>
      <p:ext uri="{BB962C8B-B14F-4D97-AF65-F5344CB8AC3E}">
        <p14:creationId xmlns:p14="http://schemas.microsoft.com/office/powerpoint/2010/main" val="25205408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12">
            <a:extLst>
              <a:ext uri="{FF2B5EF4-FFF2-40B4-BE49-F238E27FC236}">
                <a16:creationId xmlns:a16="http://schemas.microsoft.com/office/drawing/2014/main" id="{FED8BC74-B468-411E-AC02-0E149A1C7DE8}"/>
              </a:ext>
            </a:extLst>
          </p:cNvPr>
          <p:cNvSpPr/>
          <p:nvPr/>
        </p:nvSpPr>
        <p:spPr>
          <a:xfrm>
            <a:off x="8188879" y="257656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solidFill>
                  <a:schemeClr val="tx1"/>
                </a:solidFill>
                <a:effectLst>
                  <a:outerShdw blurRad="38100" dist="38100" dir="2700000" algn="tl">
                    <a:srgbClr val="000000">
                      <a:alpha val="43137"/>
                    </a:srgbClr>
                  </a:outerShdw>
                </a:effectLst>
                <a:latin typeface="Al-Jazeera-Arabic-Regular" panose="01000500000000020006" pitchFamily="2" charset="-78"/>
              </a:rPr>
              <a:t>مدير مديرية مكتب السيد المحافظ</a:t>
            </a:r>
            <a:endParaRPr lang="ar-SY" sz="1400" b="1" dirty="0">
              <a:solidFill>
                <a:schemeClr val="tx1"/>
              </a:solidFill>
              <a:effectLst>
                <a:outerShdw blurRad="38100" dist="38100" dir="2700000" algn="tl">
                  <a:srgbClr val="000000">
                    <a:alpha val="43137"/>
                  </a:srgbClr>
                </a:outerShdw>
              </a:effectLst>
              <a:latin typeface="Al-Jazeera-Arabic-Regular" panose="01000500000000020006" pitchFamily="2" charset="-78"/>
            </a:endParaRPr>
          </a:p>
        </p:txBody>
      </p:sp>
      <p:sp>
        <p:nvSpPr>
          <p:cNvPr id="3" name="مستطيل 50">
            <a:extLst>
              <a:ext uri="{FF2B5EF4-FFF2-40B4-BE49-F238E27FC236}">
                <a16:creationId xmlns:a16="http://schemas.microsoft.com/office/drawing/2014/main" id="{5E341CA1-85EB-4BB3-A762-181AE302EBF1}"/>
              </a:ext>
            </a:extLst>
          </p:cNvPr>
          <p:cNvSpPr/>
          <p:nvPr/>
        </p:nvSpPr>
        <p:spPr>
          <a:xfrm>
            <a:off x="2796313" y="3742120"/>
            <a:ext cx="1364937" cy="539999"/>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effectLst>
                  <a:outerShdw blurRad="38100" dist="38100" dir="2700000" algn="tl">
                    <a:srgbClr val="000000">
                      <a:alpha val="43137"/>
                    </a:srgbClr>
                  </a:outerShdw>
                </a:effectLst>
              </a:rPr>
              <a:t>المكتب</a:t>
            </a:r>
            <a:r>
              <a:rPr lang="ar-SA" sz="1200" b="1" dirty="0">
                <a:solidFill>
                  <a:schemeClr val="tx1"/>
                </a:solidFill>
                <a:effectLst>
                  <a:outerShdw blurRad="38100" dist="38100" dir="2700000" algn="tl">
                    <a:srgbClr val="000000">
                      <a:alpha val="43137"/>
                    </a:srgbClr>
                  </a:outerShdw>
                </a:effectLst>
                <a:cs typeface="Al-Jazeera-Arabic-Regular" panose="01000500000000020006" pitchFamily="2" charset="-78"/>
              </a:rPr>
              <a:t> الخاص</a:t>
            </a:r>
            <a:endParaRPr lang="ar-SY" sz="1200" b="1" dirty="0">
              <a:solidFill>
                <a:schemeClr val="tx1"/>
              </a:solidFill>
              <a:effectLst>
                <a:outerShdw blurRad="38100" dist="38100" dir="2700000" algn="tl">
                  <a:srgbClr val="000000">
                    <a:alpha val="43137"/>
                  </a:srgbClr>
                </a:outerShdw>
              </a:effectLst>
              <a:cs typeface="Al-Jazeera-Arabic-Regular" panose="01000500000000020006" pitchFamily="2" charset="-78"/>
            </a:endParaRPr>
          </a:p>
        </p:txBody>
      </p:sp>
      <p:sp>
        <p:nvSpPr>
          <p:cNvPr id="4" name="مستطيل 198">
            <a:extLst>
              <a:ext uri="{FF2B5EF4-FFF2-40B4-BE49-F238E27FC236}">
                <a16:creationId xmlns:a16="http://schemas.microsoft.com/office/drawing/2014/main" id="{74E7BDCE-23EB-4950-ABFE-21FCFA44C0BD}"/>
              </a:ext>
            </a:extLst>
          </p:cNvPr>
          <p:cNvSpPr/>
          <p:nvPr/>
        </p:nvSpPr>
        <p:spPr>
          <a:xfrm>
            <a:off x="4753435" y="4355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600" b="1" dirty="0">
                <a:solidFill>
                  <a:schemeClr val="tx1"/>
                </a:solidFill>
                <a:effectLst>
                  <a:outerShdw blurRad="38100" dist="38100" dir="2700000" algn="tl">
                    <a:srgbClr val="000000">
                      <a:alpha val="43137"/>
                    </a:srgbClr>
                  </a:outerShdw>
                </a:effectLst>
                <a:latin typeface="Al-Jazeera-Arabic-Regular" panose="01000500000000020006" pitchFamily="2" charset="-78"/>
              </a:rPr>
              <a:t>مديرية</a:t>
            </a:r>
            <a:r>
              <a:rPr lang="ar-SA" sz="1600" b="1" dirty="0">
                <a:solidFill>
                  <a:schemeClr val="tx1"/>
                </a:solidFill>
                <a:effectLst>
                  <a:outerShdw blurRad="38100" dist="38100" dir="2700000" algn="tl">
                    <a:srgbClr val="000000">
                      <a:alpha val="43137"/>
                    </a:srgbClr>
                  </a:outerShdw>
                </a:effectLst>
                <a:latin typeface="Al-Jazeera-Arabic-Regular" panose="01000500000000020006" pitchFamily="2" charset="-78"/>
              </a:rPr>
              <a:t> مكتب السيد المحافظ</a:t>
            </a:r>
            <a:endParaRPr lang="ar-SY" sz="1600" b="1" dirty="0">
              <a:solidFill>
                <a:schemeClr val="tx1"/>
              </a:solidFill>
              <a:effectLst>
                <a:outerShdw blurRad="38100" dist="38100" dir="2700000" algn="tl">
                  <a:srgbClr val="000000">
                    <a:alpha val="43137"/>
                  </a:srgbClr>
                </a:outerShdw>
              </a:effectLst>
              <a:latin typeface="Al-Jazeera-Arabic-Regular" panose="01000500000000020006" pitchFamily="2" charset="-78"/>
            </a:endParaRPr>
          </a:p>
        </p:txBody>
      </p:sp>
      <p:cxnSp>
        <p:nvCxnSpPr>
          <p:cNvPr id="5" name="موصل: على شكل مرفق 199">
            <a:extLst>
              <a:ext uri="{FF2B5EF4-FFF2-40B4-BE49-F238E27FC236}">
                <a16:creationId xmlns:a16="http://schemas.microsoft.com/office/drawing/2014/main" id="{96B23103-1B0E-47E2-8A7A-D0597A4EFBC6}"/>
              </a:ext>
            </a:extLst>
          </p:cNvPr>
          <p:cNvCxnSpPr>
            <a:cxnSpLocks/>
            <a:stCxn id="4" idx="2"/>
            <a:endCxn id="2" idx="0"/>
          </p:cNvCxnSpPr>
          <p:nvPr/>
        </p:nvCxnSpPr>
        <p:spPr>
          <a:xfrm rot="16200000" flipH="1">
            <a:off x="6647914" y="423604"/>
            <a:ext cx="1601050" cy="2704879"/>
          </a:xfrm>
          <a:prstGeom prst="bentConnector3">
            <a:avLst>
              <a:gd name="adj1" fmla="val 85960"/>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31">
            <a:extLst>
              <a:ext uri="{FF2B5EF4-FFF2-40B4-BE49-F238E27FC236}">
                <a16:creationId xmlns:a16="http://schemas.microsoft.com/office/drawing/2014/main" id="{D84A6F9E-3C98-48C6-BB79-25714B0341C0}"/>
              </a:ext>
            </a:extLst>
          </p:cNvPr>
          <p:cNvSpPr/>
          <p:nvPr/>
        </p:nvSpPr>
        <p:spPr>
          <a:xfrm>
            <a:off x="6594094" y="3767713"/>
            <a:ext cx="1224000" cy="540000"/>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effectLst>
                  <a:outerShdw blurRad="38100" dist="38100" dir="2700000" algn="tl">
                    <a:srgbClr val="000000">
                      <a:alpha val="43137"/>
                    </a:srgbClr>
                  </a:outerShdw>
                </a:effectLst>
                <a:cs typeface="Al-Jazeera-Arabic-Regular" panose="01000500000000020006" pitchFamily="2" charset="-78"/>
              </a:rPr>
              <a:t>أمين السر</a:t>
            </a:r>
            <a:endParaRPr lang="ar-SY" sz="1200" b="1" dirty="0">
              <a:solidFill>
                <a:schemeClr val="tx1"/>
              </a:solidFill>
              <a:effectLst>
                <a:outerShdw blurRad="38100" dist="38100" dir="2700000" algn="tl">
                  <a:srgbClr val="000000">
                    <a:alpha val="43137"/>
                  </a:srgbClr>
                </a:outerShdw>
              </a:effectLst>
              <a:cs typeface="Al-Jazeera-Arabic-Regular" panose="01000500000000020006" pitchFamily="2" charset="-78"/>
            </a:endParaRPr>
          </a:p>
        </p:txBody>
      </p:sp>
      <p:cxnSp>
        <p:nvCxnSpPr>
          <p:cNvPr id="7" name="موصل: على شكل مرفق 38">
            <a:extLst>
              <a:ext uri="{FF2B5EF4-FFF2-40B4-BE49-F238E27FC236}">
                <a16:creationId xmlns:a16="http://schemas.microsoft.com/office/drawing/2014/main" id="{14355366-95AF-492D-89BA-54C5BBEFA15F}"/>
              </a:ext>
            </a:extLst>
          </p:cNvPr>
          <p:cNvCxnSpPr>
            <a:cxnSpLocks/>
            <a:stCxn id="2" idx="2"/>
            <a:endCxn id="6" idx="0"/>
          </p:cNvCxnSpPr>
          <p:nvPr/>
        </p:nvCxnSpPr>
        <p:spPr>
          <a:xfrm rot="5400000">
            <a:off x="7677915" y="2644749"/>
            <a:ext cx="651144" cy="159478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13">
            <a:extLst>
              <a:ext uri="{FF2B5EF4-FFF2-40B4-BE49-F238E27FC236}">
                <a16:creationId xmlns:a16="http://schemas.microsoft.com/office/drawing/2014/main" id="{FE507078-CA91-4E1E-9C7F-05020161BA7D}"/>
              </a:ext>
            </a:extLst>
          </p:cNvPr>
          <p:cNvCxnSpPr>
            <a:cxnSpLocks/>
            <a:stCxn id="2" idx="2"/>
            <a:endCxn id="56" idx="0"/>
          </p:cNvCxnSpPr>
          <p:nvPr/>
        </p:nvCxnSpPr>
        <p:spPr>
          <a:xfrm rot="5400000">
            <a:off x="8391481" y="3368877"/>
            <a:ext cx="661707" cy="15709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3">
            <a:extLst>
              <a:ext uri="{FF2B5EF4-FFF2-40B4-BE49-F238E27FC236}">
                <a16:creationId xmlns:a16="http://schemas.microsoft.com/office/drawing/2014/main" id="{52970456-61D5-4AE4-BA07-0041F0AE6037}"/>
              </a:ext>
            </a:extLst>
          </p:cNvPr>
          <p:cNvSpPr/>
          <p:nvPr/>
        </p:nvSpPr>
        <p:spPr>
          <a:xfrm>
            <a:off x="4832845" y="3742120"/>
            <a:ext cx="1364937" cy="539999"/>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الأرشفة </a:t>
            </a:r>
            <a:r>
              <a:rPr lang="ar-SA" sz="1200" b="1" dirty="0">
                <a:solidFill>
                  <a:schemeClr val="tx1"/>
                </a:solidFill>
                <a:effectLst>
                  <a:outerShdw blurRad="38100" dist="38100" dir="2700000" algn="tl">
                    <a:srgbClr val="000000">
                      <a:alpha val="43137"/>
                    </a:srgbClr>
                  </a:outerShdw>
                </a:effectLst>
                <a:latin typeface="Al-Jazeera-Arabic-Regular" panose="01000500000000020006" pitchFamily="2" charset="-78"/>
              </a:rPr>
              <a:t>والنسخ</a:t>
            </a:r>
            <a:endParaRPr lang="ar-SY" sz="1200" b="1" dirty="0">
              <a:solidFill>
                <a:schemeClr val="tx1"/>
              </a:solidFill>
              <a:effectLst>
                <a:outerShdw blurRad="38100" dist="38100" dir="2700000" algn="tl">
                  <a:srgbClr val="000000">
                    <a:alpha val="43137"/>
                  </a:srgbClr>
                </a:outerShdw>
              </a:effectLst>
              <a:latin typeface="Al-Jazeera-Arabic-Regular" panose="01000500000000020006" pitchFamily="2" charset="-78"/>
            </a:endParaRPr>
          </a:p>
        </p:txBody>
      </p:sp>
      <p:cxnSp>
        <p:nvCxnSpPr>
          <p:cNvPr id="13" name="موصل: على شكل مرفق 8">
            <a:extLst>
              <a:ext uri="{FF2B5EF4-FFF2-40B4-BE49-F238E27FC236}">
                <a16:creationId xmlns:a16="http://schemas.microsoft.com/office/drawing/2014/main" id="{FD73EF9A-E773-4D64-B9E0-662FE2DF7A60}"/>
              </a:ext>
            </a:extLst>
          </p:cNvPr>
          <p:cNvCxnSpPr>
            <a:cxnSpLocks/>
            <a:stCxn id="2" idx="2"/>
            <a:endCxn id="55" idx="0"/>
          </p:cNvCxnSpPr>
          <p:nvPr/>
        </p:nvCxnSpPr>
        <p:spPr>
          <a:xfrm rot="16200000" flipH="1">
            <a:off x="9143629" y="2773819"/>
            <a:ext cx="661707" cy="134720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4" name="موصل: على شكل مرفق 9">
            <a:extLst>
              <a:ext uri="{FF2B5EF4-FFF2-40B4-BE49-F238E27FC236}">
                <a16:creationId xmlns:a16="http://schemas.microsoft.com/office/drawing/2014/main" id="{2CB90361-5898-4198-BEFE-E26B36090E6F}"/>
              </a:ext>
            </a:extLst>
          </p:cNvPr>
          <p:cNvCxnSpPr>
            <a:cxnSpLocks/>
            <a:stCxn id="2" idx="2"/>
            <a:endCxn id="57" idx="0"/>
          </p:cNvCxnSpPr>
          <p:nvPr/>
        </p:nvCxnSpPr>
        <p:spPr>
          <a:xfrm rot="16200000" flipH="1">
            <a:off x="9864867" y="2052580"/>
            <a:ext cx="651144" cy="277912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5" name="موصل: على شكل مرفق 35">
            <a:extLst>
              <a:ext uri="{FF2B5EF4-FFF2-40B4-BE49-F238E27FC236}">
                <a16:creationId xmlns:a16="http://schemas.microsoft.com/office/drawing/2014/main" id="{903CA6D8-0FDE-46CE-9DC8-34355DBA4AF0}"/>
              </a:ext>
            </a:extLst>
          </p:cNvPr>
          <p:cNvCxnSpPr>
            <a:cxnSpLocks/>
            <a:stCxn id="4" idx="2"/>
            <a:endCxn id="3" idx="0"/>
          </p:cNvCxnSpPr>
          <p:nvPr/>
        </p:nvCxnSpPr>
        <p:spPr>
          <a:xfrm rot="5400000">
            <a:off x="3404091" y="1050210"/>
            <a:ext cx="2766601" cy="261721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موصل: على شكل مرفق 39">
            <a:extLst>
              <a:ext uri="{FF2B5EF4-FFF2-40B4-BE49-F238E27FC236}">
                <a16:creationId xmlns:a16="http://schemas.microsoft.com/office/drawing/2014/main" id="{D0081F75-CF82-4753-8EC2-98A735678E52}"/>
              </a:ext>
            </a:extLst>
          </p:cNvPr>
          <p:cNvCxnSpPr>
            <a:cxnSpLocks/>
            <a:stCxn id="4" idx="2"/>
            <a:endCxn id="12" idx="0"/>
          </p:cNvCxnSpPr>
          <p:nvPr/>
        </p:nvCxnSpPr>
        <p:spPr>
          <a:xfrm rot="5400000">
            <a:off x="4422357" y="2068476"/>
            <a:ext cx="2766601" cy="58068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7" name="مستطيل 47">
            <a:extLst>
              <a:ext uri="{FF2B5EF4-FFF2-40B4-BE49-F238E27FC236}">
                <a16:creationId xmlns:a16="http://schemas.microsoft.com/office/drawing/2014/main" id="{07E83D05-55EF-44E0-BF72-B424A4473A36}"/>
              </a:ext>
            </a:extLst>
          </p:cNvPr>
          <p:cNvSpPr/>
          <p:nvPr/>
        </p:nvSpPr>
        <p:spPr>
          <a:xfrm>
            <a:off x="423947" y="3742120"/>
            <a:ext cx="1364937" cy="539999"/>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effectLst>
                  <a:outerShdw blurRad="38100" dist="38100" dir="2700000" algn="tl">
                    <a:srgbClr val="000000">
                      <a:alpha val="43137"/>
                    </a:srgbClr>
                  </a:outerShdw>
                </a:effectLst>
              </a:rPr>
              <a:t>شعبة المتابعة</a:t>
            </a:r>
            <a:endParaRPr lang="ar-SY" sz="1200" b="1" dirty="0">
              <a:solidFill>
                <a:schemeClr val="tx1"/>
              </a:solidFill>
              <a:effectLst>
                <a:outerShdw blurRad="38100" dist="38100" dir="2700000" algn="tl">
                  <a:srgbClr val="000000">
                    <a:alpha val="43137"/>
                  </a:srgbClr>
                </a:outerShdw>
              </a:effectLst>
            </a:endParaRPr>
          </a:p>
        </p:txBody>
      </p:sp>
      <p:cxnSp>
        <p:nvCxnSpPr>
          <p:cNvPr id="18" name="موصل: على شكل مرفق 48">
            <a:extLst>
              <a:ext uri="{FF2B5EF4-FFF2-40B4-BE49-F238E27FC236}">
                <a16:creationId xmlns:a16="http://schemas.microsoft.com/office/drawing/2014/main" id="{F2CC8847-A64C-4EA0-9110-8813E73AF109}"/>
              </a:ext>
            </a:extLst>
          </p:cNvPr>
          <p:cNvCxnSpPr>
            <a:cxnSpLocks/>
            <a:stCxn id="4" idx="2"/>
            <a:endCxn id="17" idx="0"/>
          </p:cNvCxnSpPr>
          <p:nvPr/>
        </p:nvCxnSpPr>
        <p:spPr>
          <a:xfrm rot="5400000">
            <a:off x="2217908" y="-135973"/>
            <a:ext cx="2766601" cy="498958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5" name="مستطيل 31">
            <a:extLst>
              <a:ext uri="{FF2B5EF4-FFF2-40B4-BE49-F238E27FC236}">
                <a16:creationId xmlns:a16="http://schemas.microsoft.com/office/drawing/2014/main" id="{3F84F317-AD38-4461-B634-94D380373CCA}"/>
              </a:ext>
            </a:extLst>
          </p:cNvPr>
          <p:cNvSpPr/>
          <p:nvPr/>
        </p:nvSpPr>
        <p:spPr>
          <a:xfrm>
            <a:off x="9536085" y="3778276"/>
            <a:ext cx="1224000" cy="540000"/>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effectLst>
                  <a:outerShdw blurRad="38100" dist="38100" dir="2700000" algn="tl">
                    <a:srgbClr val="000000">
                      <a:alpha val="43137"/>
                    </a:srgbClr>
                  </a:outerShdw>
                </a:effectLst>
              </a:rPr>
              <a:t>شعبة الأذنة</a:t>
            </a:r>
          </a:p>
        </p:txBody>
      </p:sp>
      <p:sp>
        <p:nvSpPr>
          <p:cNvPr id="56" name="مستطيل 31">
            <a:extLst>
              <a:ext uri="{FF2B5EF4-FFF2-40B4-BE49-F238E27FC236}">
                <a16:creationId xmlns:a16="http://schemas.microsoft.com/office/drawing/2014/main" id="{6C25F995-9ACC-4526-90A4-399CA3222C55}"/>
              </a:ext>
            </a:extLst>
          </p:cNvPr>
          <p:cNvSpPr/>
          <p:nvPr/>
        </p:nvSpPr>
        <p:spPr>
          <a:xfrm>
            <a:off x="8031789" y="3778276"/>
            <a:ext cx="1224000" cy="540000"/>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effectLst>
                  <a:outerShdw blurRad="38100" dist="38100" dir="2700000" algn="tl">
                    <a:srgbClr val="000000">
                      <a:alpha val="43137"/>
                    </a:srgbClr>
                  </a:outerShdw>
                </a:effectLst>
                <a:cs typeface="Al-Jazeera-Arabic-Regular" panose="01000500000000020006" pitchFamily="2" charset="-78"/>
              </a:rPr>
              <a:t>شعبة استقبال الوفود</a:t>
            </a:r>
          </a:p>
        </p:txBody>
      </p:sp>
      <p:sp>
        <p:nvSpPr>
          <p:cNvPr id="57" name="مستطيل 31">
            <a:extLst>
              <a:ext uri="{FF2B5EF4-FFF2-40B4-BE49-F238E27FC236}">
                <a16:creationId xmlns:a16="http://schemas.microsoft.com/office/drawing/2014/main" id="{4F435BF7-30BC-4CA1-8535-3A372DE6640A}"/>
              </a:ext>
            </a:extLst>
          </p:cNvPr>
          <p:cNvSpPr/>
          <p:nvPr/>
        </p:nvSpPr>
        <p:spPr>
          <a:xfrm>
            <a:off x="10968000" y="3767713"/>
            <a:ext cx="1224000" cy="540000"/>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effectLst>
                  <a:outerShdw blurRad="38100" dist="38100" dir="2700000" algn="tl">
                    <a:srgbClr val="000000">
                      <a:alpha val="43137"/>
                    </a:srgbClr>
                  </a:outerShdw>
                </a:effectLst>
                <a:cs typeface="Al-Jazeera-Arabic-Regular" panose="01000500000000020006" pitchFamily="2" charset="-78"/>
              </a:rPr>
              <a:t>السكرتاريا</a:t>
            </a:r>
          </a:p>
        </p:txBody>
      </p:sp>
      <p:sp>
        <p:nvSpPr>
          <p:cNvPr id="9" name="Date Placeholder 8">
            <a:extLst>
              <a:ext uri="{FF2B5EF4-FFF2-40B4-BE49-F238E27FC236}">
                <a16:creationId xmlns:a16="http://schemas.microsoft.com/office/drawing/2014/main" id="{07B7AEEA-27DF-88B9-DA47-4374C85F5C8F}"/>
              </a:ext>
            </a:extLst>
          </p:cNvPr>
          <p:cNvSpPr>
            <a:spLocks noGrp="1"/>
          </p:cNvSpPr>
          <p:nvPr>
            <p:ph type="dt" sz="half" idx="10"/>
          </p:nvPr>
        </p:nvSpPr>
        <p:spPr/>
        <p:txBody>
          <a:bodyPr/>
          <a:lstStyle/>
          <a:p>
            <a:fld id="{114C9EDD-8A46-4451-B4D4-B5E170E36F0A}" type="datetime8">
              <a:rPr lang="ar-SY" smtClean="0"/>
              <a:t>28 تشرين الأول، 26</a:t>
            </a:fld>
            <a:endParaRPr lang="ar-SY" dirty="0"/>
          </a:p>
        </p:txBody>
      </p:sp>
      <p:sp>
        <p:nvSpPr>
          <p:cNvPr id="10" name="Footer Placeholder 9">
            <a:extLst>
              <a:ext uri="{FF2B5EF4-FFF2-40B4-BE49-F238E27FC236}">
                <a16:creationId xmlns:a16="http://schemas.microsoft.com/office/drawing/2014/main" id="{6153398F-94B0-F0CB-C0AB-0A2DA378F221}"/>
              </a:ext>
            </a:extLst>
          </p:cNvPr>
          <p:cNvSpPr>
            <a:spLocks noGrp="1"/>
          </p:cNvSpPr>
          <p:nvPr>
            <p:ph type="ftr" sz="quarter" idx="11"/>
          </p:nvPr>
        </p:nvSpPr>
        <p:spPr/>
        <p:txBody>
          <a:bodyPr/>
          <a:lstStyle/>
          <a:p>
            <a:r>
              <a:rPr lang="ar-SY"/>
              <a:t>التعريف العام بمحافظة دمشق</a:t>
            </a:r>
          </a:p>
        </p:txBody>
      </p:sp>
      <p:sp>
        <p:nvSpPr>
          <p:cNvPr id="11" name="Slide Number Placeholder 10">
            <a:extLst>
              <a:ext uri="{FF2B5EF4-FFF2-40B4-BE49-F238E27FC236}">
                <a16:creationId xmlns:a16="http://schemas.microsoft.com/office/drawing/2014/main" id="{891D22D3-C3F9-12CC-92C7-21C4BEC11B65}"/>
              </a:ext>
            </a:extLst>
          </p:cNvPr>
          <p:cNvSpPr>
            <a:spLocks noGrp="1"/>
          </p:cNvSpPr>
          <p:nvPr>
            <p:ph type="sldNum" sz="quarter" idx="12"/>
          </p:nvPr>
        </p:nvSpPr>
        <p:spPr/>
        <p:txBody>
          <a:bodyPr/>
          <a:lstStyle/>
          <a:p>
            <a:fld id="{065EBCF0-071A-41B4-9C48-9ADF70E893B6}" type="slidenum">
              <a:rPr lang="ar-SY" smtClean="0"/>
              <a:pPr/>
              <a:t>54</a:t>
            </a:fld>
            <a:endParaRPr lang="ar-SY" dirty="0"/>
          </a:p>
        </p:txBody>
      </p:sp>
    </p:spTree>
    <p:extLst>
      <p:ext uri="{BB962C8B-B14F-4D97-AF65-F5344CB8AC3E}">
        <p14:creationId xmlns:p14="http://schemas.microsoft.com/office/powerpoint/2010/main" val="20514892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8B3C1D-38C0-5CB0-9A3D-B29FD4D0BD24}"/>
              </a:ext>
            </a:extLst>
          </p:cNvPr>
          <p:cNvSpPr>
            <a:spLocks noGrp="1"/>
          </p:cNvSpPr>
          <p:nvPr>
            <p:ph type="title"/>
          </p:nvPr>
        </p:nvSpPr>
        <p:spPr/>
        <p:txBody>
          <a:bodyPr/>
          <a:lstStyle/>
          <a:p>
            <a:r>
              <a:rPr lang="ar-SY" dirty="0"/>
              <a:t>مديرية الشؤون الصحية</a:t>
            </a:r>
          </a:p>
        </p:txBody>
      </p:sp>
      <p:sp>
        <p:nvSpPr>
          <p:cNvPr id="6" name="Content Placeholder 5">
            <a:extLst>
              <a:ext uri="{FF2B5EF4-FFF2-40B4-BE49-F238E27FC236}">
                <a16:creationId xmlns:a16="http://schemas.microsoft.com/office/drawing/2014/main" id="{1E6CC16D-32D5-7E06-1E0A-FFCCC0D52BF7}"/>
              </a:ext>
            </a:extLst>
          </p:cNvPr>
          <p:cNvSpPr>
            <a:spLocks noGrp="1"/>
          </p:cNvSpPr>
          <p:nvPr>
            <p:ph idx="1"/>
          </p:nvPr>
        </p:nvSpPr>
        <p:spPr/>
        <p:txBody>
          <a:bodyPr>
            <a:normAutofit fontScale="92500" lnSpcReduction="10000"/>
          </a:bodyPr>
          <a:lstStyle/>
          <a:p>
            <a:r>
              <a:rPr lang="ar-SY" dirty="0"/>
              <a:t>مديرية تُعنى بحماية الصحة العامة في مدينة دمشق من خلال الرقابة الصحية على المنشآت الخدمية، وقمع المخالفات الصحية وفق القوانين النافذة. تتولى المديرية فحص العينات الغذائية، معالجة الشكاوى ذات الضرر الصحي، والإشراف على المسالخ ومكافحة القوارض والآفات، إضافة إلى تنفيذ حملات رش المبيدات. كما تقوم بالتنسيق مع الجهات الصحية والتموينية المختصة، وتقدّم خدمات طبية ومعاينات للعاملين ضمن المحافظة، بما يضمن بيئة صحية آمنة للمواطنين</a:t>
            </a:r>
          </a:p>
          <a:p>
            <a:endParaRPr lang="ar-SA" dirty="0"/>
          </a:p>
          <a:p>
            <a:endParaRPr lang="x-none" dirty="0"/>
          </a:p>
          <a:p>
            <a:endParaRPr lang="ar-SY" dirty="0"/>
          </a:p>
        </p:txBody>
      </p:sp>
      <p:sp>
        <p:nvSpPr>
          <p:cNvPr id="2" name="Date Placeholder 1">
            <a:extLst>
              <a:ext uri="{FF2B5EF4-FFF2-40B4-BE49-F238E27FC236}">
                <a16:creationId xmlns:a16="http://schemas.microsoft.com/office/drawing/2014/main" id="{1509B7F4-F5B6-1DF8-01DD-6A95A1543600}"/>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6D5AEE98-F930-249B-F70E-744C98D0BDD7}"/>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9CFF2290-FCF1-287A-5532-8CE2584D123E}"/>
              </a:ext>
            </a:extLst>
          </p:cNvPr>
          <p:cNvSpPr>
            <a:spLocks noGrp="1"/>
          </p:cNvSpPr>
          <p:nvPr>
            <p:ph type="sldNum" sz="quarter" idx="12"/>
          </p:nvPr>
        </p:nvSpPr>
        <p:spPr/>
        <p:txBody>
          <a:bodyPr/>
          <a:lstStyle/>
          <a:p>
            <a:fld id="{065EBCF0-071A-41B4-9C48-9ADF70E893B6}" type="slidenum">
              <a:rPr lang="ar-SY" smtClean="0"/>
              <a:pPr/>
              <a:t>55</a:t>
            </a:fld>
            <a:endParaRPr lang="ar-SY" dirty="0"/>
          </a:p>
        </p:txBody>
      </p:sp>
    </p:spTree>
    <p:extLst>
      <p:ext uri="{BB962C8B-B14F-4D97-AF65-F5344CB8AC3E}">
        <p14:creationId xmlns:p14="http://schemas.microsoft.com/office/powerpoint/2010/main" val="23529148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9A7CF-BB5F-4F86-5C19-CCBBDD668E25}"/>
            </a:ext>
          </a:extLst>
        </p:cNvPr>
        <p:cNvGrpSpPr/>
        <p:nvPr/>
      </p:nvGrpSpPr>
      <p:grpSpPr>
        <a:xfrm>
          <a:off x="0" y="0"/>
          <a:ext cx="0" cy="0"/>
          <a:chOff x="0" y="0"/>
          <a:chExt cx="0" cy="0"/>
        </a:xfrm>
      </p:grpSpPr>
      <p:sp>
        <p:nvSpPr>
          <p:cNvPr id="2" name="مستطيل 12">
            <a:extLst>
              <a:ext uri="{FF2B5EF4-FFF2-40B4-BE49-F238E27FC236}">
                <a16:creationId xmlns:a16="http://schemas.microsoft.com/office/drawing/2014/main" id="{ED6A5EA7-EF74-5FB5-B483-081A68361517}"/>
              </a:ext>
            </a:extLst>
          </p:cNvPr>
          <p:cNvSpPr/>
          <p:nvPr/>
        </p:nvSpPr>
        <p:spPr>
          <a:xfrm>
            <a:off x="3796841" y="1847863"/>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altLang="ar-SY" sz="11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الرقابة الصحية</a:t>
            </a:r>
            <a:endParaRPr lang="ar-SA" altLang="ar-SY" sz="1400" dirty="0">
              <a:solidFill>
                <a:schemeClr val="tx1"/>
              </a:solidFill>
              <a:latin typeface="Arial" panose="020B0604020202020204" pitchFamily="34" charset="0"/>
            </a:endParaRPr>
          </a:p>
          <a:p>
            <a:pPr algn="ctr"/>
            <a:r>
              <a:rPr lang="ar-SY" sz="1100" b="1" dirty="0">
                <a:ln w="0"/>
                <a:solidFill>
                  <a:schemeClr val="tx1"/>
                </a:solidFill>
                <a:effectLst>
                  <a:outerShdw blurRad="38100" dist="38100" dir="2700000" algn="tl">
                    <a:srgbClr val="000000">
                      <a:alpha val="43137"/>
                    </a:srgbClr>
                  </a:outerShdw>
                </a:effectLst>
                <a:cs typeface="Al-Jazeera-Arabic-Regular" panose="01000500000000020006"/>
              </a:rPr>
              <a:t>	 </a:t>
            </a:r>
          </a:p>
        </p:txBody>
      </p:sp>
      <p:sp>
        <p:nvSpPr>
          <p:cNvPr id="3" name="مستطيل 16">
            <a:extLst>
              <a:ext uri="{FF2B5EF4-FFF2-40B4-BE49-F238E27FC236}">
                <a16:creationId xmlns:a16="http://schemas.microsoft.com/office/drawing/2014/main" id="{33857044-C1DF-9694-6651-7EFC42CCBE80}"/>
              </a:ext>
            </a:extLst>
          </p:cNvPr>
          <p:cNvSpPr/>
          <p:nvPr/>
        </p:nvSpPr>
        <p:spPr>
          <a:xfrm>
            <a:off x="4836717" y="2694971"/>
            <a:ext cx="1010345"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الرقابة الصحية</a:t>
            </a:r>
            <a:endParaRPr lang="ar-SA" altLang="ar-SY" dirty="0">
              <a:solidFill>
                <a:schemeClr val="tx1"/>
              </a:solidFill>
              <a:latin typeface="Arial" panose="020B0604020202020204" pitchFamily="34" charset="0"/>
            </a:endParaRPr>
          </a:p>
        </p:txBody>
      </p:sp>
      <p:cxnSp>
        <p:nvCxnSpPr>
          <p:cNvPr id="4" name="موصل: على شكل مرفق 30">
            <a:extLst>
              <a:ext uri="{FF2B5EF4-FFF2-40B4-BE49-F238E27FC236}">
                <a16:creationId xmlns:a16="http://schemas.microsoft.com/office/drawing/2014/main" id="{CCC26A4B-A97E-0144-95A1-FB954F92674D}"/>
              </a:ext>
            </a:extLst>
          </p:cNvPr>
          <p:cNvCxnSpPr>
            <a:cxnSpLocks/>
            <a:stCxn id="2" idx="2"/>
            <a:endCxn id="3" idx="1"/>
          </p:cNvCxnSpPr>
          <p:nvPr/>
        </p:nvCxnSpPr>
        <p:spPr>
          <a:xfrm rot="16200000" flipH="1">
            <a:off x="4312600" y="2484104"/>
            <a:ext cx="620358" cy="4278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50">
            <a:extLst>
              <a:ext uri="{FF2B5EF4-FFF2-40B4-BE49-F238E27FC236}">
                <a16:creationId xmlns:a16="http://schemas.microsoft.com/office/drawing/2014/main" id="{179402F5-1F53-DA6B-83CB-4BA4387DF3EE}"/>
              </a:ext>
            </a:extLst>
          </p:cNvPr>
          <p:cNvSpPr/>
          <p:nvPr/>
        </p:nvSpPr>
        <p:spPr>
          <a:xfrm>
            <a:off x="7969139" y="702520"/>
            <a:ext cx="1364937" cy="539999"/>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قسم شؤون الخدمات الطبية والوقائية</a:t>
            </a:r>
            <a:endParaRPr lang="ar-SA" altLang="ar-SY" sz="1600" dirty="0">
              <a:solidFill>
                <a:schemeClr val="tx1"/>
              </a:solidFill>
              <a:latin typeface="Arial" panose="020B0604020202020204" pitchFamily="34" charset="0"/>
            </a:endParaRPr>
          </a:p>
        </p:txBody>
      </p:sp>
      <p:sp>
        <p:nvSpPr>
          <p:cNvPr id="6" name="مستطيل 198">
            <a:extLst>
              <a:ext uri="{FF2B5EF4-FFF2-40B4-BE49-F238E27FC236}">
                <a16:creationId xmlns:a16="http://schemas.microsoft.com/office/drawing/2014/main" id="{64F67299-0154-025B-06FE-1EC019CA076C}"/>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rPr>
              <a:t>مديرية ال</a:t>
            </a:r>
            <a:r>
              <a:rPr lang="ar-SY" sz="1400" b="1" dirty="0">
                <a:ln w="0"/>
                <a:solidFill>
                  <a:schemeClr val="tx1"/>
                </a:solidFill>
                <a:effectLst>
                  <a:outerShdw blurRad="38100" dist="38100" dir="2700000" algn="tl">
                    <a:srgbClr val="000000">
                      <a:alpha val="43137"/>
                    </a:srgbClr>
                  </a:outerShdw>
                </a:effectLst>
              </a:rPr>
              <a:t>شؤون الصحية</a:t>
            </a:r>
          </a:p>
        </p:txBody>
      </p:sp>
      <p:cxnSp>
        <p:nvCxnSpPr>
          <p:cNvPr id="7" name="موصل: على شكل مرفق 199">
            <a:extLst>
              <a:ext uri="{FF2B5EF4-FFF2-40B4-BE49-F238E27FC236}">
                <a16:creationId xmlns:a16="http://schemas.microsoft.com/office/drawing/2014/main" id="{7632F4C0-A47B-ABFC-59B0-710DCE551CA9}"/>
              </a:ext>
            </a:extLst>
          </p:cNvPr>
          <p:cNvCxnSpPr>
            <a:cxnSpLocks/>
            <a:stCxn id="6" idx="2"/>
            <a:endCxn id="2" idx="0"/>
          </p:cNvCxnSpPr>
          <p:nvPr/>
        </p:nvCxnSpPr>
        <p:spPr>
          <a:xfrm rot="5400000">
            <a:off x="4682553" y="397007"/>
            <a:ext cx="1177144" cy="1724568"/>
          </a:xfrm>
          <a:prstGeom prst="bentConnector3">
            <a:avLst>
              <a:gd name="adj1" fmla="val 72657"/>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203">
            <a:extLst>
              <a:ext uri="{FF2B5EF4-FFF2-40B4-BE49-F238E27FC236}">
                <a16:creationId xmlns:a16="http://schemas.microsoft.com/office/drawing/2014/main" id="{8608B4E9-8114-1701-F140-7D7308407436}"/>
              </a:ext>
            </a:extLst>
          </p:cNvPr>
          <p:cNvCxnSpPr>
            <a:cxnSpLocks/>
            <a:stCxn id="6" idx="2"/>
            <a:endCxn id="5" idx="1"/>
          </p:cNvCxnSpPr>
          <p:nvPr/>
        </p:nvCxnSpPr>
        <p:spPr>
          <a:xfrm rot="16200000" flipH="1">
            <a:off x="6900374" y="-96246"/>
            <a:ext cx="301801" cy="183573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E9B2AAE0-B6DE-1611-59B2-44AA21FBAB2E}"/>
              </a:ext>
            </a:extLst>
          </p:cNvPr>
          <p:cNvSpPr/>
          <p:nvPr/>
        </p:nvSpPr>
        <p:spPr>
          <a:xfrm>
            <a:off x="4836717" y="3526139"/>
            <a:ext cx="101034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a:t>
            </a:r>
            <a:r>
              <a:rPr lang="ar-SA" altLang="ar-SY" sz="1200" dirty="0" err="1">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الاعتيان</a:t>
            </a: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 والمخبر</a:t>
            </a:r>
            <a:endParaRPr lang="ar-SA" altLang="ar-SY" dirty="0">
              <a:solidFill>
                <a:schemeClr val="tx1"/>
              </a:solidFill>
              <a:latin typeface="Arial" panose="020B0604020202020204" pitchFamily="34" charset="0"/>
            </a:endParaRPr>
          </a:p>
        </p:txBody>
      </p:sp>
      <p:cxnSp>
        <p:nvCxnSpPr>
          <p:cNvPr id="10" name="موصل: على شكل مرفق 76">
            <a:extLst>
              <a:ext uri="{FF2B5EF4-FFF2-40B4-BE49-F238E27FC236}">
                <a16:creationId xmlns:a16="http://schemas.microsoft.com/office/drawing/2014/main" id="{7DACFBFA-BA04-DCE7-A25A-F20CA1D3EF05}"/>
              </a:ext>
            </a:extLst>
          </p:cNvPr>
          <p:cNvCxnSpPr>
            <a:cxnSpLocks/>
            <a:stCxn id="2" idx="2"/>
            <a:endCxn id="9" idx="1"/>
          </p:cNvCxnSpPr>
          <p:nvPr/>
        </p:nvCxnSpPr>
        <p:spPr>
          <a:xfrm rot="16200000" flipH="1">
            <a:off x="3894364" y="2902340"/>
            <a:ext cx="1456830" cy="4278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5">
            <a:extLst>
              <a:ext uri="{FF2B5EF4-FFF2-40B4-BE49-F238E27FC236}">
                <a16:creationId xmlns:a16="http://schemas.microsoft.com/office/drawing/2014/main" id="{EEBEDB2A-4DE2-F77C-EADA-BFB82C68A298}"/>
              </a:ext>
            </a:extLst>
          </p:cNvPr>
          <p:cNvSpPr/>
          <p:nvPr/>
        </p:nvSpPr>
        <p:spPr>
          <a:xfrm>
            <a:off x="1600196" y="184072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الدائرة الإدارية</a:t>
            </a:r>
            <a:endParaRPr lang="ar-SA" altLang="ar-SY" sz="1600" dirty="0">
              <a:solidFill>
                <a:schemeClr val="tx1"/>
              </a:solidFill>
              <a:latin typeface="Arial" panose="020B0604020202020204" pitchFamily="34" charset="0"/>
            </a:endParaRPr>
          </a:p>
        </p:txBody>
      </p:sp>
      <p:sp>
        <p:nvSpPr>
          <p:cNvPr id="13" name="مستطيل 7">
            <a:extLst>
              <a:ext uri="{FF2B5EF4-FFF2-40B4-BE49-F238E27FC236}">
                <a16:creationId xmlns:a16="http://schemas.microsoft.com/office/drawing/2014/main" id="{21CD1DF5-DABF-02F9-6D6F-63EF1E2C758E}"/>
              </a:ext>
            </a:extLst>
          </p:cNvPr>
          <p:cNvSpPr/>
          <p:nvPr/>
        </p:nvSpPr>
        <p:spPr>
          <a:xfrm>
            <a:off x="443638" y="3440077"/>
            <a:ext cx="993484"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شؤون العاملين</a:t>
            </a:r>
            <a:endParaRPr lang="ar-SA" altLang="ar-SY" dirty="0">
              <a:solidFill>
                <a:schemeClr val="tx1"/>
              </a:solidFill>
              <a:latin typeface="Arial" panose="020B0604020202020204" pitchFamily="34" charset="0"/>
            </a:endParaRPr>
          </a:p>
        </p:txBody>
      </p:sp>
      <p:sp>
        <p:nvSpPr>
          <p:cNvPr id="14" name="مستطيل 9">
            <a:extLst>
              <a:ext uri="{FF2B5EF4-FFF2-40B4-BE49-F238E27FC236}">
                <a16:creationId xmlns:a16="http://schemas.microsoft.com/office/drawing/2014/main" id="{1A9E6C80-6B1E-6F82-3165-59A75EB59FC1}"/>
              </a:ext>
            </a:extLst>
          </p:cNvPr>
          <p:cNvSpPr/>
          <p:nvPr/>
        </p:nvSpPr>
        <p:spPr>
          <a:xfrm>
            <a:off x="5745690" y="1840723"/>
            <a:ext cx="141755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مكافحة القوارض والأمراض المشتركة</a:t>
            </a:r>
            <a:endParaRPr lang="ar-SA" altLang="ar-SY" sz="2000" dirty="0">
              <a:solidFill>
                <a:schemeClr val="tx1"/>
              </a:solidFill>
              <a:latin typeface="Arial" panose="020B0604020202020204" pitchFamily="34" charset="0"/>
            </a:endParaRPr>
          </a:p>
        </p:txBody>
      </p:sp>
      <p:cxnSp>
        <p:nvCxnSpPr>
          <p:cNvPr id="15" name="موصل: على شكل مرفق 17">
            <a:extLst>
              <a:ext uri="{FF2B5EF4-FFF2-40B4-BE49-F238E27FC236}">
                <a16:creationId xmlns:a16="http://schemas.microsoft.com/office/drawing/2014/main" id="{30027E3E-93EF-E555-FD99-7B23F03C11DF}"/>
              </a:ext>
            </a:extLst>
          </p:cNvPr>
          <p:cNvCxnSpPr>
            <a:cxnSpLocks/>
            <a:stCxn id="5" idx="2"/>
            <a:endCxn id="14" idx="0"/>
          </p:cNvCxnSpPr>
          <p:nvPr/>
        </p:nvCxnSpPr>
        <p:spPr>
          <a:xfrm rot="5400000">
            <a:off x="7253935" y="443050"/>
            <a:ext cx="598204" cy="21971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6" name="مستطيل 43">
            <a:extLst>
              <a:ext uri="{FF2B5EF4-FFF2-40B4-BE49-F238E27FC236}">
                <a16:creationId xmlns:a16="http://schemas.microsoft.com/office/drawing/2014/main" id="{2D171119-3269-13C2-BD6A-11B529578501}"/>
              </a:ext>
            </a:extLst>
          </p:cNvPr>
          <p:cNvSpPr/>
          <p:nvPr/>
        </p:nvSpPr>
        <p:spPr>
          <a:xfrm>
            <a:off x="415562" y="2686217"/>
            <a:ext cx="1022945"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السلامة المهنية</a:t>
            </a:r>
            <a:endParaRPr lang="ar-SA" altLang="ar-SY" dirty="0">
              <a:solidFill>
                <a:schemeClr val="tx1"/>
              </a:solidFill>
              <a:latin typeface="Arial" panose="020B0604020202020204" pitchFamily="34" charset="0"/>
            </a:endParaRPr>
          </a:p>
        </p:txBody>
      </p:sp>
      <p:cxnSp>
        <p:nvCxnSpPr>
          <p:cNvPr id="17" name="موصل: على شكل مرفق 44">
            <a:extLst>
              <a:ext uri="{FF2B5EF4-FFF2-40B4-BE49-F238E27FC236}">
                <a16:creationId xmlns:a16="http://schemas.microsoft.com/office/drawing/2014/main" id="{308640B3-CD5C-BF9C-0801-0FC98FFDC815}"/>
              </a:ext>
            </a:extLst>
          </p:cNvPr>
          <p:cNvCxnSpPr>
            <a:cxnSpLocks/>
            <a:stCxn id="12" idx="2"/>
            <a:endCxn id="16" idx="3"/>
          </p:cNvCxnSpPr>
          <p:nvPr/>
        </p:nvCxnSpPr>
        <p:spPr>
          <a:xfrm rot="5400000">
            <a:off x="1519861" y="2299373"/>
            <a:ext cx="610983" cy="77368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8" name="مستطيل 72">
            <a:extLst>
              <a:ext uri="{FF2B5EF4-FFF2-40B4-BE49-F238E27FC236}">
                <a16:creationId xmlns:a16="http://schemas.microsoft.com/office/drawing/2014/main" id="{90C145A5-D8CE-0D4C-3D99-4F1AC3C3E414}"/>
              </a:ext>
            </a:extLst>
          </p:cNvPr>
          <p:cNvSpPr/>
          <p:nvPr/>
        </p:nvSpPr>
        <p:spPr>
          <a:xfrm>
            <a:off x="8039621" y="1825281"/>
            <a:ext cx="751233" cy="555443"/>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رش المبيدات</a:t>
            </a:r>
            <a:endParaRPr lang="ar-SA" altLang="ar-SY" sz="2000" dirty="0">
              <a:solidFill>
                <a:schemeClr val="tx1"/>
              </a:solidFill>
              <a:latin typeface="Arial" panose="020B0604020202020204" pitchFamily="34" charset="0"/>
            </a:endParaRPr>
          </a:p>
        </p:txBody>
      </p:sp>
      <p:cxnSp>
        <p:nvCxnSpPr>
          <p:cNvPr id="19" name="موصل: على شكل مرفق 93">
            <a:extLst>
              <a:ext uri="{FF2B5EF4-FFF2-40B4-BE49-F238E27FC236}">
                <a16:creationId xmlns:a16="http://schemas.microsoft.com/office/drawing/2014/main" id="{C50C43B2-816A-035E-1176-D2EEBFE32E35}"/>
              </a:ext>
            </a:extLst>
          </p:cNvPr>
          <p:cNvCxnSpPr>
            <a:cxnSpLocks/>
            <a:stCxn id="5" idx="2"/>
            <a:endCxn id="18" idx="0"/>
          </p:cNvCxnSpPr>
          <p:nvPr/>
        </p:nvCxnSpPr>
        <p:spPr>
          <a:xfrm rot="5400000">
            <a:off x="8242042" y="1415715"/>
            <a:ext cx="582762" cy="23637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موصل: على شكل مرفق 135">
            <a:extLst>
              <a:ext uri="{FF2B5EF4-FFF2-40B4-BE49-F238E27FC236}">
                <a16:creationId xmlns:a16="http://schemas.microsoft.com/office/drawing/2014/main" id="{4C4B18F4-79D0-A629-3C6E-C6C5AC560D39}"/>
              </a:ext>
            </a:extLst>
          </p:cNvPr>
          <p:cNvCxnSpPr>
            <a:cxnSpLocks/>
          </p:cNvCxnSpPr>
          <p:nvPr/>
        </p:nvCxnSpPr>
        <p:spPr>
          <a:xfrm rot="5400000">
            <a:off x="3570477" y="-400676"/>
            <a:ext cx="1309180" cy="383552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موصل: على شكل مرفق 29">
            <a:extLst>
              <a:ext uri="{FF2B5EF4-FFF2-40B4-BE49-F238E27FC236}">
                <a16:creationId xmlns:a16="http://schemas.microsoft.com/office/drawing/2014/main" id="{031D834C-AA37-FDD1-8F81-5E11A9C7F32B}"/>
              </a:ext>
            </a:extLst>
          </p:cNvPr>
          <p:cNvCxnSpPr>
            <a:cxnSpLocks/>
            <a:stCxn id="12" idx="2"/>
            <a:endCxn id="23" idx="1"/>
          </p:cNvCxnSpPr>
          <p:nvPr/>
        </p:nvCxnSpPr>
        <p:spPr>
          <a:xfrm rot="16200000" flipH="1">
            <a:off x="674332" y="3918589"/>
            <a:ext cx="3870017" cy="79428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3" name="مستطيل 34">
            <a:extLst>
              <a:ext uri="{FF2B5EF4-FFF2-40B4-BE49-F238E27FC236}">
                <a16:creationId xmlns:a16="http://schemas.microsoft.com/office/drawing/2014/main" id="{6A8EA05E-A49D-700E-181D-9C061793DB38}"/>
              </a:ext>
            </a:extLst>
          </p:cNvPr>
          <p:cNvSpPr/>
          <p:nvPr/>
        </p:nvSpPr>
        <p:spPr>
          <a:xfrm>
            <a:off x="3006485" y="5945251"/>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الفيش</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24" name="مستطيل 35">
            <a:extLst>
              <a:ext uri="{FF2B5EF4-FFF2-40B4-BE49-F238E27FC236}">
                <a16:creationId xmlns:a16="http://schemas.microsoft.com/office/drawing/2014/main" id="{1BF2DAED-A7B7-BCE5-B753-EA503FB3D3D0}"/>
              </a:ext>
            </a:extLst>
          </p:cNvPr>
          <p:cNvSpPr/>
          <p:nvPr/>
        </p:nvSpPr>
        <p:spPr>
          <a:xfrm>
            <a:off x="480903" y="5079568"/>
            <a:ext cx="1002491"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البطاقات الصحية</a:t>
            </a:r>
            <a:endParaRPr lang="ar-SA" altLang="ar-SY" dirty="0">
              <a:solidFill>
                <a:schemeClr val="tx1"/>
              </a:solidFill>
              <a:latin typeface="Arial" panose="020B0604020202020204" pitchFamily="34" charset="0"/>
            </a:endParaRPr>
          </a:p>
        </p:txBody>
      </p:sp>
      <p:cxnSp>
        <p:nvCxnSpPr>
          <p:cNvPr id="25" name="موصل: على شكل مرفق 36">
            <a:extLst>
              <a:ext uri="{FF2B5EF4-FFF2-40B4-BE49-F238E27FC236}">
                <a16:creationId xmlns:a16="http://schemas.microsoft.com/office/drawing/2014/main" id="{44F1980D-8D8A-C90F-33C7-047FB3C31F20}"/>
              </a:ext>
            </a:extLst>
          </p:cNvPr>
          <p:cNvCxnSpPr>
            <a:cxnSpLocks/>
            <a:stCxn id="12" idx="2"/>
            <a:endCxn id="24" idx="3"/>
          </p:cNvCxnSpPr>
          <p:nvPr/>
        </p:nvCxnSpPr>
        <p:spPr>
          <a:xfrm rot="5400000">
            <a:off x="343549" y="3520571"/>
            <a:ext cx="3008492" cy="72880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4" name="مستطيل 136">
            <a:extLst>
              <a:ext uri="{FF2B5EF4-FFF2-40B4-BE49-F238E27FC236}">
                <a16:creationId xmlns:a16="http://schemas.microsoft.com/office/drawing/2014/main" id="{72DECCCF-29E8-E3B0-F0FF-3E1C4463183B}"/>
              </a:ext>
            </a:extLst>
          </p:cNvPr>
          <p:cNvSpPr/>
          <p:nvPr/>
        </p:nvSpPr>
        <p:spPr>
          <a:xfrm>
            <a:off x="443637" y="4325708"/>
            <a:ext cx="1002491"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الديوان</a:t>
            </a:r>
            <a:endParaRPr lang="ar-SA" altLang="ar-SY" dirty="0">
              <a:solidFill>
                <a:schemeClr val="tx1"/>
              </a:solidFill>
              <a:latin typeface="Arial" panose="020B0604020202020204" pitchFamily="34" charset="0"/>
            </a:endParaRPr>
          </a:p>
        </p:txBody>
      </p:sp>
      <p:cxnSp>
        <p:nvCxnSpPr>
          <p:cNvPr id="91" name="موصل: على شكل مرفق 199">
            <a:extLst>
              <a:ext uri="{FF2B5EF4-FFF2-40B4-BE49-F238E27FC236}">
                <a16:creationId xmlns:a16="http://schemas.microsoft.com/office/drawing/2014/main" id="{4817EB44-7E5D-C51E-848A-BF5167C2F1BC}"/>
              </a:ext>
            </a:extLst>
          </p:cNvPr>
          <p:cNvCxnSpPr>
            <a:cxnSpLocks/>
            <a:stCxn id="12" idx="2"/>
            <a:endCxn id="13" idx="3"/>
          </p:cNvCxnSpPr>
          <p:nvPr/>
        </p:nvCxnSpPr>
        <p:spPr>
          <a:xfrm rot="5400000">
            <a:off x="1142238" y="2675610"/>
            <a:ext cx="1364843" cy="77507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2" name="موصل: على شكل مرفق 199">
            <a:extLst>
              <a:ext uri="{FF2B5EF4-FFF2-40B4-BE49-F238E27FC236}">
                <a16:creationId xmlns:a16="http://schemas.microsoft.com/office/drawing/2014/main" id="{43431C2F-3C26-FE28-ABC7-7E9B14E88090}"/>
              </a:ext>
            </a:extLst>
          </p:cNvPr>
          <p:cNvCxnSpPr>
            <a:cxnSpLocks/>
            <a:stCxn id="12" idx="2"/>
            <a:endCxn id="34" idx="3"/>
          </p:cNvCxnSpPr>
          <p:nvPr/>
        </p:nvCxnSpPr>
        <p:spPr>
          <a:xfrm rot="5400000">
            <a:off x="703925" y="3122929"/>
            <a:ext cx="2250474" cy="76606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 name="موصل: على شكل مرفق 76">
            <a:extLst>
              <a:ext uri="{FF2B5EF4-FFF2-40B4-BE49-F238E27FC236}">
                <a16:creationId xmlns:a16="http://schemas.microsoft.com/office/drawing/2014/main" id="{F41B7AF9-813D-AA2C-C808-A28652CED79D}"/>
              </a:ext>
            </a:extLst>
          </p:cNvPr>
          <p:cNvCxnSpPr>
            <a:cxnSpLocks/>
            <a:stCxn id="2" idx="2"/>
            <a:endCxn id="42" idx="1"/>
          </p:cNvCxnSpPr>
          <p:nvPr/>
        </p:nvCxnSpPr>
        <p:spPr>
          <a:xfrm rot="16200000" flipH="1">
            <a:off x="3394327" y="3402377"/>
            <a:ext cx="2508416" cy="47938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موصل: على شكل مرفق 76">
            <a:extLst>
              <a:ext uri="{FF2B5EF4-FFF2-40B4-BE49-F238E27FC236}">
                <a16:creationId xmlns:a16="http://schemas.microsoft.com/office/drawing/2014/main" id="{76EEA613-9171-9DE6-3E1C-8FD03B8F595D}"/>
              </a:ext>
            </a:extLst>
          </p:cNvPr>
          <p:cNvCxnSpPr>
            <a:cxnSpLocks/>
            <a:stCxn id="2" idx="2"/>
            <a:endCxn id="41" idx="1"/>
          </p:cNvCxnSpPr>
          <p:nvPr/>
        </p:nvCxnSpPr>
        <p:spPr>
          <a:xfrm rot="16200000" flipH="1">
            <a:off x="2873720" y="3922984"/>
            <a:ext cx="3549631" cy="47938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1" name="مستطيل 16">
            <a:extLst>
              <a:ext uri="{FF2B5EF4-FFF2-40B4-BE49-F238E27FC236}">
                <a16:creationId xmlns:a16="http://schemas.microsoft.com/office/drawing/2014/main" id="{56E920C3-1348-92DB-48A2-9891210A2686}"/>
              </a:ext>
            </a:extLst>
          </p:cNvPr>
          <p:cNvSpPr/>
          <p:nvPr/>
        </p:nvSpPr>
        <p:spPr>
          <a:xfrm>
            <a:off x="4888229" y="5624244"/>
            <a:ext cx="9588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الشعبة الصحية في المسلخ الفني</a:t>
            </a:r>
            <a:endParaRPr lang="ar-SA" altLang="ar-SY" dirty="0">
              <a:solidFill>
                <a:schemeClr val="tx1"/>
              </a:solidFill>
              <a:latin typeface="Arial" panose="020B0604020202020204" pitchFamily="34" charset="0"/>
            </a:endParaRPr>
          </a:p>
        </p:txBody>
      </p:sp>
      <p:sp>
        <p:nvSpPr>
          <p:cNvPr id="42" name="مستطيل 16">
            <a:extLst>
              <a:ext uri="{FF2B5EF4-FFF2-40B4-BE49-F238E27FC236}">
                <a16:creationId xmlns:a16="http://schemas.microsoft.com/office/drawing/2014/main" id="{A52B825A-5B35-36C5-0F14-163207EE6865}"/>
              </a:ext>
            </a:extLst>
          </p:cNvPr>
          <p:cNvSpPr/>
          <p:nvPr/>
        </p:nvSpPr>
        <p:spPr>
          <a:xfrm>
            <a:off x="4888229" y="4583029"/>
            <a:ext cx="9588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الرخص الصحية والشكاوي</a:t>
            </a:r>
            <a:endParaRPr lang="ar-SA" altLang="ar-SY" dirty="0">
              <a:solidFill>
                <a:schemeClr val="tx1"/>
              </a:solidFill>
              <a:latin typeface="Arial" panose="020B0604020202020204" pitchFamily="34" charset="0"/>
            </a:endParaRPr>
          </a:p>
        </p:txBody>
      </p:sp>
      <p:sp>
        <p:nvSpPr>
          <p:cNvPr id="48" name="مستطيل 34">
            <a:extLst>
              <a:ext uri="{FF2B5EF4-FFF2-40B4-BE49-F238E27FC236}">
                <a16:creationId xmlns:a16="http://schemas.microsoft.com/office/drawing/2014/main" id="{990C501E-78B8-79AB-1190-6EB0CD2B2CD2}"/>
              </a:ext>
            </a:extLst>
          </p:cNvPr>
          <p:cNvSpPr/>
          <p:nvPr/>
        </p:nvSpPr>
        <p:spPr>
          <a:xfrm>
            <a:off x="2943871" y="2686218"/>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المالية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49" name="مستطيل 34">
            <a:extLst>
              <a:ext uri="{FF2B5EF4-FFF2-40B4-BE49-F238E27FC236}">
                <a16:creationId xmlns:a16="http://schemas.microsoft.com/office/drawing/2014/main" id="{3B4FB8B7-A619-CFA1-581C-DEA3164F47CD}"/>
              </a:ext>
            </a:extLst>
          </p:cNvPr>
          <p:cNvSpPr/>
          <p:nvPr/>
        </p:nvSpPr>
        <p:spPr>
          <a:xfrm>
            <a:off x="2994808" y="5144777"/>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الحاسوب</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50" name="مستطيل 34">
            <a:extLst>
              <a:ext uri="{FF2B5EF4-FFF2-40B4-BE49-F238E27FC236}">
                <a16:creationId xmlns:a16="http://schemas.microsoft.com/office/drawing/2014/main" id="{3DD9482B-2204-8994-7660-FA66E352B730}"/>
              </a:ext>
            </a:extLst>
          </p:cNvPr>
          <p:cNvSpPr/>
          <p:nvPr/>
        </p:nvSpPr>
        <p:spPr>
          <a:xfrm>
            <a:off x="2932518" y="3450246"/>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المتابعة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51" name="مستطيل 34">
            <a:extLst>
              <a:ext uri="{FF2B5EF4-FFF2-40B4-BE49-F238E27FC236}">
                <a16:creationId xmlns:a16="http://schemas.microsoft.com/office/drawing/2014/main" id="{064FB7BC-E8B3-91EB-4495-CEF229DB997B}"/>
              </a:ext>
            </a:extLst>
          </p:cNvPr>
          <p:cNvSpPr/>
          <p:nvPr/>
        </p:nvSpPr>
        <p:spPr>
          <a:xfrm>
            <a:off x="2957591" y="4325709"/>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المستودع</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68" name="موصل: على شكل مرفق 29">
            <a:extLst>
              <a:ext uri="{FF2B5EF4-FFF2-40B4-BE49-F238E27FC236}">
                <a16:creationId xmlns:a16="http://schemas.microsoft.com/office/drawing/2014/main" id="{2BE01C43-D96A-9D94-0FEE-A191B0BFEB53}"/>
              </a:ext>
            </a:extLst>
          </p:cNvPr>
          <p:cNvCxnSpPr>
            <a:cxnSpLocks/>
            <a:stCxn id="12" idx="2"/>
            <a:endCxn id="49" idx="1"/>
          </p:cNvCxnSpPr>
          <p:nvPr/>
        </p:nvCxnSpPr>
        <p:spPr>
          <a:xfrm rot="16200000" flipH="1">
            <a:off x="1068731" y="3524191"/>
            <a:ext cx="3069543" cy="7826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9" name="موصل: على شكل مرفق 29">
            <a:extLst>
              <a:ext uri="{FF2B5EF4-FFF2-40B4-BE49-F238E27FC236}">
                <a16:creationId xmlns:a16="http://schemas.microsoft.com/office/drawing/2014/main" id="{7A02AC95-6648-79EA-827F-7C9515394D0F}"/>
              </a:ext>
            </a:extLst>
          </p:cNvPr>
          <p:cNvCxnSpPr>
            <a:cxnSpLocks/>
            <a:stCxn id="12" idx="2"/>
            <a:endCxn id="51" idx="1"/>
          </p:cNvCxnSpPr>
          <p:nvPr/>
        </p:nvCxnSpPr>
        <p:spPr>
          <a:xfrm rot="16200000" flipH="1">
            <a:off x="1459656" y="3133265"/>
            <a:ext cx="2250475" cy="74539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0" name="موصل: على شكل مرفق 29">
            <a:extLst>
              <a:ext uri="{FF2B5EF4-FFF2-40B4-BE49-F238E27FC236}">
                <a16:creationId xmlns:a16="http://schemas.microsoft.com/office/drawing/2014/main" id="{83EC78D4-2F7C-C851-0C62-E7002E438684}"/>
              </a:ext>
            </a:extLst>
          </p:cNvPr>
          <p:cNvCxnSpPr>
            <a:cxnSpLocks/>
            <a:stCxn id="12" idx="2"/>
            <a:endCxn id="50" idx="1"/>
          </p:cNvCxnSpPr>
          <p:nvPr/>
        </p:nvCxnSpPr>
        <p:spPr>
          <a:xfrm rot="16200000" flipH="1">
            <a:off x="1884851" y="2708071"/>
            <a:ext cx="1375012" cy="72032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1" name="موصل: على شكل مرفق 29">
            <a:extLst>
              <a:ext uri="{FF2B5EF4-FFF2-40B4-BE49-F238E27FC236}">
                <a16:creationId xmlns:a16="http://schemas.microsoft.com/office/drawing/2014/main" id="{CD7BE961-6DB4-321F-9DDD-A80CACDCC247}"/>
              </a:ext>
            </a:extLst>
          </p:cNvPr>
          <p:cNvCxnSpPr>
            <a:cxnSpLocks/>
            <a:stCxn id="12" idx="2"/>
            <a:endCxn id="48" idx="1"/>
          </p:cNvCxnSpPr>
          <p:nvPr/>
        </p:nvCxnSpPr>
        <p:spPr>
          <a:xfrm rot="16200000" flipH="1">
            <a:off x="2272541" y="2320380"/>
            <a:ext cx="610984" cy="73167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05" name="مستطيل 72">
            <a:extLst>
              <a:ext uri="{FF2B5EF4-FFF2-40B4-BE49-F238E27FC236}">
                <a16:creationId xmlns:a16="http://schemas.microsoft.com/office/drawing/2014/main" id="{6C1652F2-FD21-3B7A-AB89-369E3D61D072}"/>
              </a:ext>
            </a:extLst>
          </p:cNvPr>
          <p:cNvSpPr/>
          <p:nvPr/>
        </p:nvSpPr>
        <p:spPr>
          <a:xfrm>
            <a:off x="10000393" y="1846097"/>
            <a:ext cx="751233" cy="534627"/>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الطبابة والمعاينات</a:t>
            </a:r>
            <a:endParaRPr lang="ar-SA" altLang="ar-SY" sz="2000" dirty="0">
              <a:solidFill>
                <a:schemeClr val="tx1"/>
              </a:solidFill>
              <a:latin typeface="Arial" panose="020B0604020202020204" pitchFamily="34" charset="0"/>
            </a:endParaRPr>
          </a:p>
        </p:txBody>
      </p:sp>
      <p:sp>
        <p:nvSpPr>
          <p:cNvPr id="112" name="مستطيل 16">
            <a:extLst>
              <a:ext uri="{FF2B5EF4-FFF2-40B4-BE49-F238E27FC236}">
                <a16:creationId xmlns:a16="http://schemas.microsoft.com/office/drawing/2014/main" id="{791F8017-47CC-958D-2940-BF0B4A520188}"/>
              </a:ext>
            </a:extLst>
          </p:cNvPr>
          <p:cNvSpPr/>
          <p:nvPr/>
        </p:nvSpPr>
        <p:spPr>
          <a:xfrm>
            <a:off x="11049666" y="5580596"/>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مركز معمل القمامة</a:t>
            </a:r>
            <a:endParaRPr lang="ar-SA" altLang="ar-SY" dirty="0">
              <a:solidFill>
                <a:schemeClr val="tx1"/>
              </a:solidFill>
              <a:latin typeface="Arial" panose="020B0604020202020204" pitchFamily="34" charset="0"/>
            </a:endParaRPr>
          </a:p>
        </p:txBody>
      </p:sp>
      <p:sp>
        <p:nvSpPr>
          <p:cNvPr id="113" name="مستطيل 16">
            <a:extLst>
              <a:ext uri="{FF2B5EF4-FFF2-40B4-BE49-F238E27FC236}">
                <a16:creationId xmlns:a16="http://schemas.microsoft.com/office/drawing/2014/main" id="{51AA8CD6-6796-B3D8-7CD1-68A9459E9442}"/>
              </a:ext>
            </a:extLst>
          </p:cNvPr>
          <p:cNvSpPr/>
          <p:nvPr/>
        </p:nvSpPr>
        <p:spPr>
          <a:xfrm>
            <a:off x="11049666" y="4577192"/>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مركز برزة</a:t>
            </a:r>
            <a:endParaRPr lang="ar-SA" altLang="ar-SY" dirty="0">
              <a:solidFill>
                <a:schemeClr val="tx1"/>
              </a:solidFill>
              <a:latin typeface="Arial" panose="020B0604020202020204" pitchFamily="34" charset="0"/>
            </a:endParaRPr>
          </a:p>
        </p:txBody>
      </p:sp>
      <p:sp>
        <p:nvSpPr>
          <p:cNvPr id="114" name="مستطيل 16">
            <a:extLst>
              <a:ext uri="{FF2B5EF4-FFF2-40B4-BE49-F238E27FC236}">
                <a16:creationId xmlns:a16="http://schemas.microsoft.com/office/drawing/2014/main" id="{D133A81C-8BB4-025E-EF0A-2912DDC322A9}"/>
              </a:ext>
            </a:extLst>
          </p:cNvPr>
          <p:cNvSpPr/>
          <p:nvPr/>
        </p:nvSpPr>
        <p:spPr>
          <a:xfrm>
            <a:off x="11061912" y="3569104"/>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مركز مجمع الخدمات والمرافق</a:t>
            </a:r>
            <a:endParaRPr lang="ar-SA" altLang="ar-SY" dirty="0">
              <a:solidFill>
                <a:schemeClr val="tx1"/>
              </a:solidFill>
              <a:latin typeface="Arial" panose="020B0604020202020204" pitchFamily="34" charset="0"/>
            </a:endParaRPr>
          </a:p>
        </p:txBody>
      </p:sp>
      <p:sp>
        <p:nvSpPr>
          <p:cNvPr id="115" name="مستطيل 16">
            <a:extLst>
              <a:ext uri="{FF2B5EF4-FFF2-40B4-BE49-F238E27FC236}">
                <a16:creationId xmlns:a16="http://schemas.microsoft.com/office/drawing/2014/main" id="{0B09B3EE-5571-5678-18DA-A7C57033FCC3}"/>
              </a:ext>
            </a:extLst>
          </p:cNvPr>
          <p:cNvSpPr/>
          <p:nvPr/>
        </p:nvSpPr>
        <p:spPr>
          <a:xfrm>
            <a:off x="11049666" y="2695969"/>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مركز مبنى المحافظة</a:t>
            </a:r>
            <a:endParaRPr lang="ar-SA" altLang="ar-SY" dirty="0">
              <a:solidFill>
                <a:schemeClr val="tx1"/>
              </a:solidFill>
              <a:latin typeface="Arial" panose="020B0604020202020204" pitchFamily="34" charset="0"/>
            </a:endParaRPr>
          </a:p>
        </p:txBody>
      </p:sp>
      <p:sp>
        <p:nvSpPr>
          <p:cNvPr id="116" name="مستطيل 34">
            <a:extLst>
              <a:ext uri="{FF2B5EF4-FFF2-40B4-BE49-F238E27FC236}">
                <a16:creationId xmlns:a16="http://schemas.microsoft.com/office/drawing/2014/main" id="{991B6ECE-13A9-4FB2-2ADC-6EBF5D48EE26}"/>
              </a:ext>
            </a:extLst>
          </p:cNvPr>
          <p:cNvSpPr/>
          <p:nvPr/>
        </p:nvSpPr>
        <p:spPr>
          <a:xfrm>
            <a:off x="6703188" y="4577192"/>
            <a:ext cx="1305099"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ورشـات العمـل</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17" name="مستطيل 34">
            <a:extLst>
              <a:ext uri="{FF2B5EF4-FFF2-40B4-BE49-F238E27FC236}">
                <a16:creationId xmlns:a16="http://schemas.microsoft.com/office/drawing/2014/main" id="{E2370D54-CBD7-8DEA-5A5C-65D9F0558F42}"/>
              </a:ext>
            </a:extLst>
          </p:cNvPr>
          <p:cNvSpPr/>
          <p:nvPr/>
        </p:nvSpPr>
        <p:spPr>
          <a:xfrm>
            <a:off x="6747692" y="3531770"/>
            <a:ext cx="1142431"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المستودع</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18" name="مستطيل 34">
            <a:extLst>
              <a:ext uri="{FF2B5EF4-FFF2-40B4-BE49-F238E27FC236}">
                <a16:creationId xmlns:a16="http://schemas.microsoft.com/office/drawing/2014/main" id="{0F80D56C-63FF-15E0-C371-83E6619D82BD}"/>
              </a:ext>
            </a:extLst>
          </p:cNvPr>
          <p:cNvSpPr/>
          <p:nvPr/>
        </p:nvSpPr>
        <p:spPr>
          <a:xfrm>
            <a:off x="6757866" y="2686247"/>
            <a:ext cx="1104735"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الديوان وشؤون العاملين</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19" name="مستطيل 34">
            <a:extLst>
              <a:ext uri="{FF2B5EF4-FFF2-40B4-BE49-F238E27FC236}">
                <a16:creationId xmlns:a16="http://schemas.microsoft.com/office/drawing/2014/main" id="{D27C0991-4A50-13F5-889B-9D518FF82808}"/>
              </a:ext>
            </a:extLst>
          </p:cNvPr>
          <p:cNvSpPr/>
          <p:nvPr/>
        </p:nvSpPr>
        <p:spPr>
          <a:xfrm>
            <a:off x="8809774" y="4577192"/>
            <a:ext cx="975075"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ورشـات العمـل</a:t>
            </a:r>
            <a:endParaRPr lang="ar-SA" altLang="ar-SY" sz="1200"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20" name="مستطيل 34">
            <a:extLst>
              <a:ext uri="{FF2B5EF4-FFF2-40B4-BE49-F238E27FC236}">
                <a16:creationId xmlns:a16="http://schemas.microsoft.com/office/drawing/2014/main" id="{73AF9305-DFFB-32AB-53B8-FF3D14619AFA}"/>
              </a:ext>
            </a:extLst>
          </p:cNvPr>
          <p:cNvSpPr/>
          <p:nvPr/>
        </p:nvSpPr>
        <p:spPr>
          <a:xfrm>
            <a:off x="8809774" y="3611203"/>
            <a:ext cx="994024"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المستودع</a:t>
            </a:r>
            <a:endParaRPr lang="ar-SA" altLang="ar-SY" sz="1200"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21" name="مستطيل 34">
            <a:extLst>
              <a:ext uri="{FF2B5EF4-FFF2-40B4-BE49-F238E27FC236}">
                <a16:creationId xmlns:a16="http://schemas.microsoft.com/office/drawing/2014/main" id="{2A0305E5-C109-2D24-8A99-838E6FFBC7DC}"/>
              </a:ext>
            </a:extLst>
          </p:cNvPr>
          <p:cNvSpPr/>
          <p:nvPr/>
        </p:nvSpPr>
        <p:spPr>
          <a:xfrm>
            <a:off x="8810315" y="2694971"/>
            <a:ext cx="100143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الديوان وشؤون العاملين</a:t>
            </a:r>
            <a:endParaRPr lang="ar-SA" altLang="ar-SY" sz="1200"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65" name="موصل: على شكل مرفق 93">
            <a:extLst>
              <a:ext uri="{FF2B5EF4-FFF2-40B4-BE49-F238E27FC236}">
                <a16:creationId xmlns:a16="http://schemas.microsoft.com/office/drawing/2014/main" id="{6761CA9B-BCDC-D1E2-6E4B-D91FFCE5F930}"/>
              </a:ext>
            </a:extLst>
          </p:cNvPr>
          <p:cNvCxnSpPr>
            <a:cxnSpLocks/>
            <a:stCxn id="5" idx="2"/>
            <a:endCxn id="105" idx="0"/>
          </p:cNvCxnSpPr>
          <p:nvPr/>
        </p:nvCxnSpPr>
        <p:spPr>
          <a:xfrm rot="16200000" flipH="1">
            <a:off x="9212020" y="682107"/>
            <a:ext cx="603578" cy="172440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69" name="موصل: على شكل مرفق 93">
            <a:extLst>
              <a:ext uri="{FF2B5EF4-FFF2-40B4-BE49-F238E27FC236}">
                <a16:creationId xmlns:a16="http://schemas.microsoft.com/office/drawing/2014/main" id="{84CBDC32-5766-D20C-A9E9-4420441669F8}"/>
              </a:ext>
            </a:extLst>
          </p:cNvPr>
          <p:cNvCxnSpPr>
            <a:cxnSpLocks/>
            <a:stCxn id="105" idx="2"/>
            <a:endCxn id="115" idx="1"/>
          </p:cNvCxnSpPr>
          <p:nvPr/>
        </p:nvCxnSpPr>
        <p:spPr>
          <a:xfrm rot="16200000" flipH="1">
            <a:off x="10398591" y="2358143"/>
            <a:ext cx="628495" cy="6736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2" name="موصل: على شكل مرفق 93">
            <a:extLst>
              <a:ext uri="{FF2B5EF4-FFF2-40B4-BE49-F238E27FC236}">
                <a16:creationId xmlns:a16="http://schemas.microsoft.com/office/drawing/2014/main" id="{9F268C03-4602-5CC7-AEEA-4715528810ED}"/>
              </a:ext>
            </a:extLst>
          </p:cNvPr>
          <p:cNvCxnSpPr>
            <a:cxnSpLocks/>
            <a:stCxn id="105" idx="2"/>
            <a:endCxn id="113" idx="1"/>
          </p:cNvCxnSpPr>
          <p:nvPr/>
        </p:nvCxnSpPr>
        <p:spPr>
          <a:xfrm rot="16200000" flipH="1">
            <a:off x="9457979" y="3298755"/>
            <a:ext cx="2509718" cy="6736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3" name="موصل: على شكل مرفق 93">
            <a:extLst>
              <a:ext uri="{FF2B5EF4-FFF2-40B4-BE49-F238E27FC236}">
                <a16:creationId xmlns:a16="http://schemas.microsoft.com/office/drawing/2014/main" id="{8DEF12B7-7FE4-EFEB-D5B7-8C43342FD626}"/>
              </a:ext>
            </a:extLst>
          </p:cNvPr>
          <p:cNvCxnSpPr>
            <a:cxnSpLocks/>
            <a:stCxn id="105" idx="2"/>
            <a:endCxn id="112" idx="1"/>
          </p:cNvCxnSpPr>
          <p:nvPr/>
        </p:nvCxnSpPr>
        <p:spPr>
          <a:xfrm rot="16200000" flipH="1">
            <a:off x="8956277" y="3800457"/>
            <a:ext cx="3513122" cy="6736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4" name="موصل: على شكل مرفق 93">
            <a:extLst>
              <a:ext uri="{FF2B5EF4-FFF2-40B4-BE49-F238E27FC236}">
                <a16:creationId xmlns:a16="http://schemas.microsoft.com/office/drawing/2014/main" id="{866CCC18-C452-1B26-746C-5E525E069719}"/>
              </a:ext>
            </a:extLst>
          </p:cNvPr>
          <p:cNvCxnSpPr>
            <a:cxnSpLocks/>
            <a:stCxn id="105" idx="2"/>
            <a:endCxn id="114" idx="1"/>
          </p:cNvCxnSpPr>
          <p:nvPr/>
        </p:nvCxnSpPr>
        <p:spPr>
          <a:xfrm rot="16200000" flipH="1">
            <a:off x="9968146" y="2788588"/>
            <a:ext cx="1501630" cy="68590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2" name="موصل: على شكل مرفق 93">
            <a:extLst>
              <a:ext uri="{FF2B5EF4-FFF2-40B4-BE49-F238E27FC236}">
                <a16:creationId xmlns:a16="http://schemas.microsoft.com/office/drawing/2014/main" id="{550C8A2C-CA24-C7F3-3884-1095CFFD7614}"/>
              </a:ext>
            </a:extLst>
          </p:cNvPr>
          <p:cNvCxnSpPr>
            <a:cxnSpLocks/>
            <a:stCxn id="18" idx="2"/>
            <a:endCxn id="119" idx="1"/>
          </p:cNvCxnSpPr>
          <p:nvPr/>
        </p:nvCxnSpPr>
        <p:spPr>
          <a:xfrm rot="16200000" flipH="1">
            <a:off x="7361526" y="3434436"/>
            <a:ext cx="2501960" cy="39453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3" name="موصل: على شكل مرفق 93">
            <a:extLst>
              <a:ext uri="{FF2B5EF4-FFF2-40B4-BE49-F238E27FC236}">
                <a16:creationId xmlns:a16="http://schemas.microsoft.com/office/drawing/2014/main" id="{140F7639-D4E1-3C70-8D08-36874BCF733A}"/>
              </a:ext>
            </a:extLst>
          </p:cNvPr>
          <p:cNvCxnSpPr>
            <a:cxnSpLocks/>
            <a:stCxn id="18" idx="2"/>
            <a:endCxn id="120" idx="1"/>
          </p:cNvCxnSpPr>
          <p:nvPr/>
        </p:nvCxnSpPr>
        <p:spPr>
          <a:xfrm rot="16200000" flipH="1">
            <a:off x="7844521" y="2951441"/>
            <a:ext cx="1535971" cy="39453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4" name="موصل: على شكل مرفق 93">
            <a:extLst>
              <a:ext uri="{FF2B5EF4-FFF2-40B4-BE49-F238E27FC236}">
                <a16:creationId xmlns:a16="http://schemas.microsoft.com/office/drawing/2014/main" id="{510781EE-89B3-3F10-EA47-BDDF2DA74E8C}"/>
              </a:ext>
            </a:extLst>
          </p:cNvPr>
          <p:cNvCxnSpPr>
            <a:cxnSpLocks/>
            <a:stCxn id="18" idx="2"/>
            <a:endCxn id="121" idx="1"/>
          </p:cNvCxnSpPr>
          <p:nvPr/>
        </p:nvCxnSpPr>
        <p:spPr>
          <a:xfrm rot="16200000" flipH="1">
            <a:off x="8302907" y="2493054"/>
            <a:ext cx="619739" cy="39507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3" name="موصل: على شكل مرفق 93">
            <a:extLst>
              <a:ext uri="{FF2B5EF4-FFF2-40B4-BE49-F238E27FC236}">
                <a16:creationId xmlns:a16="http://schemas.microsoft.com/office/drawing/2014/main" id="{EAB54A93-02A8-1020-E2B7-DDE53E01EBA1}"/>
              </a:ext>
            </a:extLst>
          </p:cNvPr>
          <p:cNvCxnSpPr>
            <a:cxnSpLocks/>
            <a:stCxn id="14" idx="2"/>
            <a:endCxn id="116" idx="1"/>
          </p:cNvCxnSpPr>
          <p:nvPr/>
        </p:nvCxnSpPr>
        <p:spPr>
          <a:xfrm rot="16200000" flipH="1">
            <a:off x="5327846" y="3507341"/>
            <a:ext cx="2501961" cy="24872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4" name="موصل: على شكل مرفق 93">
            <a:extLst>
              <a:ext uri="{FF2B5EF4-FFF2-40B4-BE49-F238E27FC236}">
                <a16:creationId xmlns:a16="http://schemas.microsoft.com/office/drawing/2014/main" id="{B34FBA74-5B4A-709B-F1CF-3AACB0831049}"/>
              </a:ext>
            </a:extLst>
          </p:cNvPr>
          <p:cNvCxnSpPr>
            <a:cxnSpLocks/>
            <a:stCxn id="14" idx="2"/>
            <a:endCxn id="117" idx="1"/>
          </p:cNvCxnSpPr>
          <p:nvPr/>
        </p:nvCxnSpPr>
        <p:spPr>
          <a:xfrm rot="16200000" flipH="1">
            <a:off x="5872809" y="2962378"/>
            <a:ext cx="1456539" cy="29322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5" name="موصل: على شكل مرفق 93">
            <a:extLst>
              <a:ext uri="{FF2B5EF4-FFF2-40B4-BE49-F238E27FC236}">
                <a16:creationId xmlns:a16="http://schemas.microsoft.com/office/drawing/2014/main" id="{191CEDFE-4A07-C529-3110-3342568D0809}"/>
              </a:ext>
            </a:extLst>
          </p:cNvPr>
          <p:cNvCxnSpPr>
            <a:cxnSpLocks/>
            <a:stCxn id="14" idx="2"/>
            <a:endCxn id="118" idx="1"/>
          </p:cNvCxnSpPr>
          <p:nvPr/>
        </p:nvCxnSpPr>
        <p:spPr>
          <a:xfrm rot="16200000" flipH="1">
            <a:off x="6300657" y="2534530"/>
            <a:ext cx="611016" cy="30340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1" name="Date Placeholder 10">
            <a:extLst>
              <a:ext uri="{FF2B5EF4-FFF2-40B4-BE49-F238E27FC236}">
                <a16:creationId xmlns:a16="http://schemas.microsoft.com/office/drawing/2014/main" id="{60043336-6861-4CEE-A12B-2A25053A4793}"/>
              </a:ext>
            </a:extLst>
          </p:cNvPr>
          <p:cNvSpPr>
            <a:spLocks noGrp="1"/>
          </p:cNvSpPr>
          <p:nvPr>
            <p:ph type="dt" sz="half" idx="10"/>
          </p:nvPr>
        </p:nvSpPr>
        <p:spPr/>
        <p:txBody>
          <a:bodyPr/>
          <a:lstStyle/>
          <a:p>
            <a:fld id="{C3317797-E784-4838-9DAA-ADC4BDE7C734}" type="datetime8">
              <a:rPr lang="ar-SY" smtClean="0"/>
              <a:t>28 تشرين الأول، 26</a:t>
            </a:fld>
            <a:endParaRPr lang="ar-SY" dirty="0"/>
          </a:p>
        </p:txBody>
      </p:sp>
      <p:sp>
        <p:nvSpPr>
          <p:cNvPr id="22" name="Footer Placeholder 21">
            <a:extLst>
              <a:ext uri="{FF2B5EF4-FFF2-40B4-BE49-F238E27FC236}">
                <a16:creationId xmlns:a16="http://schemas.microsoft.com/office/drawing/2014/main" id="{63121F38-54A2-55FF-9878-B94150FAEC8B}"/>
              </a:ext>
            </a:extLst>
          </p:cNvPr>
          <p:cNvSpPr>
            <a:spLocks noGrp="1"/>
          </p:cNvSpPr>
          <p:nvPr>
            <p:ph type="ftr" sz="quarter" idx="11"/>
          </p:nvPr>
        </p:nvSpPr>
        <p:spPr/>
        <p:txBody>
          <a:bodyPr/>
          <a:lstStyle/>
          <a:p>
            <a:r>
              <a:rPr lang="ar-SY"/>
              <a:t>التعريف العام بمحافظة دمشق</a:t>
            </a:r>
          </a:p>
        </p:txBody>
      </p:sp>
      <p:sp>
        <p:nvSpPr>
          <p:cNvPr id="26" name="Slide Number Placeholder 25">
            <a:extLst>
              <a:ext uri="{FF2B5EF4-FFF2-40B4-BE49-F238E27FC236}">
                <a16:creationId xmlns:a16="http://schemas.microsoft.com/office/drawing/2014/main" id="{071B40A8-F032-2E72-5FEF-C85F2D850228}"/>
              </a:ext>
            </a:extLst>
          </p:cNvPr>
          <p:cNvSpPr>
            <a:spLocks noGrp="1"/>
          </p:cNvSpPr>
          <p:nvPr>
            <p:ph type="sldNum" sz="quarter" idx="12"/>
          </p:nvPr>
        </p:nvSpPr>
        <p:spPr/>
        <p:txBody>
          <a:bodyPr/>
          <a:lstStyle/>
          <a:p>
            <a:fld id="{065EBCF0-071A-41B4-9C48-9ADF70E893B6}" type="slidenum">
              <a:rPr lang="ar-SY" smtClean="0"/>
              <a:pPr/>
              <a:t>56</a:t>
            </a:fld>
            <a:endParaRPr lang="ar-SY" dirty="0"/>
          </a:p>
        </p:txBody>
      </p:sp>
    </p:spTree>
    <p:extLst>
      <p:ext uri="{BB962C8B-B14F-4D97-AF65-F5344CB8AC3E}">
        <p14:creationId xmlns:p14="http://schemas.microsoft.com/office/powerpoint/2010/main" val="25228892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CB4A6D-33E2-FD88-0F07-611F853E46C9}"/>
              </a:ext>
            </a:extLst>
          </p:cNvPr>
          <p:cNvSpPr>
            <a:spLocks noGrp="1"/>
          </p:cNvSpPr>
          <p:nvPr>
            <p:ph type="title"/>
          </p:nvPr>
        </p:nvSpPr>
        <p:spPr/>
        <p:txBody>
          <a:bodyPr/>
          <a:lstStyle/>
          <a:p>
            <a:r>
              <a:rPr lang="ar-SY" dirty="0"/>
              <a:t>مديرية المركبات والرحبة</a:t>
            </a:r>
          </a:p>
        </p:txBody>
      </p:sp>
      <p:sp>
        <p:nvSpPr>
          <p:cNvPr id="6" name="Content Placeholder 5">
            <a:extLst>
              <a:ext uri="{FF2B5EF4-FFF2-40B4-BE49-F238E27FC236}">
                <a16:creationId xmlns:a16="http://schemas.microsoft.com/office/drawing/2014/main" id="{B6AE3693-424D-5EB2-5574-C949331FF4A7}"/>
              </a:ext>
            </a:extLst>
          </p:cNvPr>
          <p:cNvSpPr>
            <a:spLocks noGrp="1"/>
          </p:cNvSpPr>
          <p:nvPr>
            <p:ph idx="1"/>
          </p:nvPr>
        </p:nvSpPr>
        <p:spPr/>
        <p:txBody>
          <a:bodyPr>
            <a:normAutofit fontScale="92500" lnSpcReduction="10000"/>
          </a:bodyPr>
          <a:lstStyle/>
          <a:p>
            <a:r>
              <a:rPr lang="ar-SY" dirty="0"/>
              <a:t>مديرية فنية خدمية تتولى إدارة وتشغيل وصيانة أسطول وآليات محافظة دمشق، بما يضمن جاهزيتها الفنية واستمرارية عملها بكفاءة عالية. تُعنى بتنظيم حركة الآليات، تنفيذ أعمال الصيانة والإصلاح بمختلف أنواعها، وتأمين القطع والمواد اللازمة عبر لجان الشراء وفق الأصول الفنية والمالية. كما تشرف على الورشات الفنية، برامج التدريب والتأهيل، والأمن الصناعي، إضافة إلى إدارة الشؤون الإدارية والمالية المرتبطة بالعاملين، بما يخدم مختلف قطاعات وفعاليات المحافظة على مدار الساعة.</a:t>
            </a:r>
          </a:p>
          <a:p>
            <a:endParaRPr lang="ar-SA" dirty="0"/>
          </a:p>
          <a:p>
            <a:endParaRPr lang="x-none" dirty="0"/>
          </a:p>
          <a:p>
            <a:endParaRPr lang="ar-SY" dirty="0"/>
          </a:p>
        </p:txBody>
      </p:sp>
      <p:sp>
        <p:nvSpPr>
          <p:cNvPr id="2" name="Date Placeholder 1">
            <a:extLst>
              <a:ext uri="{FF2B5EF4-FFF2-40B4-BE49-F238E27FC236}">
                <a16:creationId xmlns:a16="http://schemas.microsoft.com/office/drawing/2014/main" id="{D183E5EA-3FFC-1155-AE9B-CD067D4E3AC3}"/>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D5FF99D6-3A07-D44A-0DB9-6EC47C575902}"/>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5B13F3ED-B35C-FFDD-560A-C1C1EA80F884}"/>
              </a:ext>
            </a:extLst>
          </p:cNvPr>
          <p:cNvSpPr>
            <a:spLocks noGrp="1"/>
          </p:cNvSpPr>
          <p:nvPr>
            <p:ph type="sldNum" sz="quarter" idx="12"/>
          </p:nvPr>
        </p:nvSpPr>
        <p:spPr/>
        <p:txBody>
          <a:bodyPr/>
          <a:lstStyle/>
          <a:p>
            <a:fld id="{065EBCF0-071A-41B4-9C48-9ADF70E893B6}" type="slidenum">
              <a:rPr lang="ar-SY" smtClean="0"/>
              <a:pPr/>
              <a:t>57</a:t>
            </a:fld>
            <a:endParaRPr lang="ar-SY" dirty="0"/>
          </a:p>
        </p:txBody>
      </p:sp>
    </p:spTree>
    <p:extLst>
      <p:ext uri="{BB962C8B-B14F-4D97-AF65-F5344CB8AC3E}">
        <p14:creationId xmlns:p14="http://schemas.microsoft.com/office/powerpoint/2010/main" val="17605083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C1518-0705-97F7-47CF-5F1FA930222F}"/>
            </a:ext>
          </a:extLst>
        </p:cNvPr>
        <p:cNvGrpSpPr/>
        <p:nvPr/>
      </p:nvGrpSpPr>
      <p:grpSpPr>
        <a:xfrm>
          <a:off x="0" y="0"/>
          <a:ext cx="0" cy="0"/>
          <a:chOff x="0" y="0"/>
          <a:chExt cx="0" cy="0"/>
        </a:xfrm>
      </p:grpSpPr>
      <p:sp>
        <p:nvSpPr>
          <p:cNvPr id="2" name="مستطيل 12">
            <a:extLst>
              <a:ext uri="{FF2B5EF4-FFF2-40B4-BE49-F238E27FC236}">
                <a16:creationId xmlns:a16="http://schemas.microsoft.com/office/drawing/2014/main" id="{61A13808-62AC-2CE9-4164-CDA2502A1B68}"/>
              </a:ext>
            </a:extLst>
          </p:cNvPr>
          <p:cNvSpPr/>
          <p:nvPr/>
        </p:nvSpPr>
        <p:spPr>
          <a:xfrm>
            <a:off x="3796841" y="1847863"/>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100" b="1" dirty="0">
                <a:solidFill>
                  <a:schemeClr val="tx1"/>
                </a:solidFill>
                <a:latin typeface="Arial" panose="020B0604020202020204" pitchFamily="34" charset="0"/>
                <a:ea typeface="Times New Roman" panose="02020603050405020304" pitchFamily="18" charset="0"/>
              </a:rPr>
              <a:t>دائرة الحركة والتشغيل</a:t>
            </a:r>
            <a:endParaRPr lang="ar-SA" altLang="ar-SY" sz="1400" b="1" dirty="0">
              <a:solidFill>
                <a:schemeClr val="tx1"/>
              </a:solidFill>
              <a:latin typeface="Arial" panose="020B0604020202020204" pitchFamily="34" charset="0"/>
            </a:endParaRPr>
          </a:p>
          <a:p>
            <a:pPr algn="ctr"/>
            <a:r>
              <a:rPr lang="ar-SY" sz="1100" b="1" dirty="0">
                <a:ln w="0"/>
                <a:solidFill>
                  <a:schemeClr val="tx1"/>
                </a:solidFill>
                <a:effectLst>
                  <a:outerShdw blurRad="38100" dist="38100" dir="2700000" algn="tl">
                    <a:srgbClr val="000000">
                      <a:alpha val="43137"/>
                    </a:srgbClr>
                  </a:outerShdw>
                </a:effectLst>
                <a:cs typeface="Al-Jazeera-Arabic-Regular" panose="01000500000000020006"/>
              </a:rPr>
              <a:t>	 </a:t>
            </a:r>
          </a:p>
        </p:txBody>
      </p:sp>
      <p:sp>
        <p:nvSpPr>
          <p:cNvPr id="3" name="مستطيل 16">
            <a:extLst>
              <a:ext uri="{FF2B5EF4-FFF2-40B4-BE49-F238E27FC236}">
                <a16:creationId xmlns:a16="http://schemas.microsoft.com/office/drawing/2014/main" id="{7354818D-A53C-80E9-3512-C689DEEAF1D1}"/>
              </a:ext>
            </a:extLst>
          </p:cNvPr>
          <p:cNvSpPr/>
          <p:nvPr/>
        </p:nvSpPr>
        <p:spPr>
          <a:xfrm>
            <a:off x="4836717" y="2694971"/>
            <a:ext cx="1010345"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حركة الآليات</a:t>
            </a:r>
            <a:endParaRPr lang="ar-SA" altLang="ar-SY" dirty="0">
              <a:solidFill>
                <a:schemeClr val="tx1"/>
              </a:solidFill>
              <a:latin typeface="Arial" panose="020B0604020202020204" pitchFamily="34" charset="0"/>
            </a:endParaRPr>
          </a:p>
        </p:txBody>
      </p:sp>
      <p:cxnSp>
        <p:nvCxnSpPr>
          <p:cNvPr id="4" name="موصل: على شكل مرفق 30">
            <a:extLst>
              <a:ext uri="{FF2B5EF4-FFF2-40B4-BE49-F238E27FC236}">
                <a16:creationId xmlns:a16="http://schemas.microsoft.com/office/drawing/2014/main" id="{B0823085-3055-61D5-3214-A46B0A0A0604}"/>
              </a:ext>
            </a:extLst>
          </p:cNvPr>
          <p:cNvCxnSpPr>
            <a:cxnSpLocks/>
            <a:stCxn id="2" idx="2"/>
            <a:endCxn id="3" idx="1"/>
          </p:cNvCxnSpPr>
          <p:nvPr/>
        </p:nvCxnSpPr>
        <p:spPr>
          <a:xfrm rot="16200000" flipH="1">
            <a:off x="4312600" y="2484104"/>
            <a:ext cx="620358" cy="4278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198">
            <a:extLst>
              <a:ext uri="{FF2B5EF4-FFF2-40B4-BE49-F238E27FC236}">
                <a16:creationId xmlns:a16="http://schemas.microsoft.com/office/drawing/2014/main" id="{BB6F4C7D-7F23-E612-3A73-42A427711E5F}"/>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400" b="1" dirty="0">
                <a:solidFill>
                  <a:schemeClr val="tx1"/>
                </a:solidFill>
                <a:latin typeface="Arial" panose="020B0604020202020204" pitchFamily="34" charset="0"/>
                <a:ea typeface="Times New Roman" panose="02020603050405020304" pitchFamily="18" charset="0"/>
              </a:rPr>
              <a:t>مديريــــة المركبــــات والرحبـــات</a:t>
            </a:r>
            <a:endParaRPr lang="ar-SA" altLang="ar-SY" sz="1400" dirty="0">
              <a:solidFill>
                <a:schemeClr val="tx1"/>
              </a:solidFill>
              <a:latin typeface="Arial" panose="020B0604020202020204" pitchFamily="34" charset="0"/>
            </a:endParaRPr>
          </a:p>
        </p:txBody>
      </p:sp>
      <p:cxnSp>
        <p:nvCxnSpPr>
          <p:cNvPr id="7" name="موصل: على شكل مرفق 199">
            <a:extLst>
              <a:ext uri="{FF2B5EF4-FFF2-40B4-BE49-F238E27FC236}">
                <a16:creationId xmlns:a16="http://schemas.microsoft.com/office/drawing/2014/main" id="{BC86FAD7-B346-387E-056B-6FEF7C660694}"/>
              </a:ext>
            </a:extLst>
          </p:cNvPr>
          <p:cNvCxnSpPr>
            <a:cxnSpLocks/>
            <a:stCxn id="6" idx="2"/>
            <a:endCxn id="2" idx="0"/>
          </p:cNvCxnSpPr>
          <p:nvPr/>
        </p:nvCxnSpPr>
        <p:spPr>
          <a:xfrm rot="5400000">
            <a:off x="4682553" y="397007"/>
            <a:ext cx="1177144" cy="1724568"/>
          </a:xfrm>
          <a:prstGeom prst="bentConnector3">
            <a:avLst>
              <a:gd name="adj1" fmla="val 48382"/>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04BA30A6-0919-9198-0569-761601EBC053}"/>
              </a:ext>
            </a:extLst>
          </p:cNvPr>
          <p:cNvSpPr/>
          <p:nvPr/>
        </p:nvSpPr>
        <p:spPr>
          <a:xfrm>
            <a:off x="4836717" y="3526139"/>
            <a:ext cx="101034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ذاتية الآليات</a:t>
            </a:r>
            <a:endParaRPr lang="ar-SA" altLang="ar-SY" dirty="0">
              <a:solidFill>
                <a:schemeClr val="tx1"/>
              </a:solidFill>
              <a:latin typeface="Arial" panose="020B0604020202020204" pitchFamily="34" charset="0"/>
            </a:endParaRPr>
          </a:p>
        </p:txBody>
      </p:sp>
      <p:cxnSp>
        <p:nvCxnSpPr>
          <p:cNvPr id="10" name="موصل: على شكل مرفق 76">
            <a:extLst>
              <a:ext uri="{FF2B5EF4-FFF2-40B4-BE49-F238E27FC236}">
                <a16:creationId xmlns:a16="http://schemas.microsoft.com/office/drawing/2014/main" id="{14389C96-B89E-454E-D0FD-8D24253B774B}"/>
              </a:ext>
            </a:extLst>
          </p:cNvPr>
          <p:cNvCxnSpPr>
            <a:cxnSpLocks/>
            <a:stCxn id="2" idx="2"/>
            <a:endCxn id="9" idx="1"/>
          </p:cNvCxnSpPr>
          <p:nvPr/>
        </p:nvCxnSpPr>
        <p:spPr>
          <a:xfrm rot="16200000" flipH="1">
            <a:off x="3894364" y="2902340"/>
            <a:ext cx="1456830" cy="42787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5">
            <a:extLst>
              <a:ext uri="{FF2B5EF4-FFF2-40B4-BE49-F238E27FC236}">
                <a16:creationId xmlns:a16="http://schemas.microsoft.com/office/drawing/2014/main" id="{5D7EE9E2-2997-A5CA-C64F-44B2E470DCA2}"/>
              </a:ext>
            </a:extLst>
          </p:cNvPr>
          <p:cNvSpPr/>
          <p:nvPr/>
        </p:nvSpPr>
        <p:spPr>
          <a:xfrm>
            <a:off x="1600196" y="184072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دائرة الشؤون الإدارية</a:t>
            </a:r>
            <a:endParaRPr lang="ar-SA" altLang="ar-SY" sz="1600" b="1" dirty="0">
              <a:solidFill>
                <a:schemeClr val="tx1"/>
              </a:solidFill>
              <a:latin typeface="Arial" panose="020B0604020202020204" pitchFamily="34" charset="0"/>
            </a:endParaRPr>
          </a:p>
        </p:txBody>
      </p:sp>
      <p:sp>
        <p:nvSpPr>
          <p:cNvPr id="14" name="مستطيل 9">
            <a:extLst>
              <a:ext uri="{FF2B5EF4-FFF2-40B4-BE49-F238E27FC236}">
                <a16:creationId xmlns:a16="http://schemas.microsoft.com/office/drawing/2014/main" id="{3AC312ED-B42B-7A52-7AFC-BE0D34065BBF}"/>
              </a:ext>
            </a:extLst>
          </p:cNvPr>
          <p:cNvSpPr/>
          <p:nvPr/>
        </p:nvSpPr>
        <p:spPr>
          <a:xfrm>
            <a:off x="136575" y="180477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دائرة لجان الشراء</a:t>
            </a:r>
            <a:endParaRPr lang="ar-SA" altLang="ar-SY" sz="1600" b="1" dirty="0">
              <a:solidFill>
                <a:schemeClr val="tx1"/>
              </a:solidFill>
              <a:latin typeface="Arial" panose="020B0604020202020204" pitchFamily="34" charset="0"/>
            </a:endParaRPr>
          </a:p>
        </p:txBody>
      </p:sp>
      <p:cxnSp>
        <p:nvCxnSpPr>
          <p:cNvPr id="15" name="موصل: على شكل مرفق 17">
            <a:extLst>
              <a:ext uri="{FF2B5EF4-FFF2-40B4-BE49-F238E27FC236}">
                <a16:creationId xmlns:a16="http://schemas.microsoft.com/office/drawing/2014/main" id="{6D2FAEA6-8EEC-C0E1-8987-18BA1551D773}"/>
              </a:ext>
            </a:extLst>
          </p:cNvPr>
          <p:cNvCxnSpPr>
            <a:cxnSpLocks/>
            <a:stCxn id="6" idx="2"/>
            <a:endCxn id="14" idx="0"/>
          </p:cNvCxnSpPr>
          <p:nvPr/>
        </p:nvCxnSpPr>
        <p:spPr>
          <a:xfrm rot="5400000">
            <a:off x="2873962" y="-1454668"/>
            <a:ext cx="1134060" cy="538483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8" name="مستطيل 72">
            <a:extLst>
              <a:ext uri="{FF2B5EF4-FFF2-40B4-BE49-F238E27FC236}">
                <a16:creationId xmlns:a16="http://schemas.microsoft.com/office/drawing/2014/main" id="{6DEB83BB-0B05-3901-9552-819B0FE0FF94}"/>
              </a:ext>
            </a:extLst>
          </p:cNvPr>
          <p:cNvSpPr/>
          <p:nvPr/>
        </p:nvSpPr>
        <p:spPr>
          <a:xfrm>
            <a:off x="8039621" y="1825281"/>
            <a:ext cx="1186432" cy="555443"/>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دائرة الرحبات والورشات</a:t>
            </a:r>
            <a:endParaRPr lang="ar-SA" altLang="ar-SY" sz="1600" b="1" dirty="0">
              <a:solidFill>
                <a:schemeClr val="tx1"/>
              </a:solidFill>
              <a:latin typeface="Arial" panose="020B0604020202020204" pitchFamily="34" charset="0"/>
            </a:endParaRPr>
          </a:p>
        </p:txBody>
      </p:sp>
      <p:cxnSp>
        <p:nvCxnSpPr>
          <p:cNvPr id="19" name="موصل: على شكل مرفق 93">
            <a:extLst>
              <a:ext uri="{FF2B5EF4-FFF2-40B4-BE49-F238E27FC236}">
                <a16:creationId xmlns:a16="http://schemas.microsoft.com/office/drawing/2014/main" id="{5B0F1145-20B5-BADF-6830-FD59E6DE510B}"/>
              </a:ext>
            </a:extLst>
          </p:cNvPr>
          <p:cNvCxnSpPr>
            <a:cxnSpLocks/>
            <a:stCxn id="6" idx="2"/>
            <a:endCxn id="18" idx="0"/>
          </p:cNvCxnSpPr>
          <p:nvPr/>
        </p:nvCxnSpPr>
        <p:spPr>
          <a:xfrm rot="16200000" flipH="1">
            <a:off x="6805842" y="-1714"/>
            <a:ext cx="1154562" cy="249942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موصل: على شكل مرفق 135">
            <a:extLst>
              <a:ext uri="{FF2B5EF4-FFF2-40B4-BE49-F238E27FC236}">
                <a16:creationId xmlns:a16="http://schemas.microsoft.com/office/drawing/2014/main" id="{5E659BFF-921C-4EBF-DE24-E1D107AC990C}"/>
              </a:ext>
            </a:extLst>
          </p:cNvPr>
          <p:cNvCxnSpPr>
            <a:cxnSpLocks/>
            <a:endCxn id="12" idx="0"/>
          </p:cNvCxnSpPr>
          <p:nvPr/>
        </p:nvCxnSpPr>
        <p:spPr>
          <a:xfrm rot="10800000" flipV="1">
            <a:off x="2212197" y="1247774"/>
            <a:ext cx="3988579" cy="59295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موصل: على شكل مرفق 29">
            <a:extLst>
              <a:ext uri="{FF2B5EF4-FFF2-40B4-BE49-F238E27FC236}">
                <a16:creationId xmlns:a16="http://schemas.microsoft.com/office/drawing/2014/main" id="{C81447C6-C7BA-0291-A442-AF308FC75FA4}"/>
              </a:ext>
            </a:extLst>
          </p:cNvPr>
          <p:cNvCxnSpPr>
            <a:cxnSpLocks/>
            <a:stCxn id="12" idx="2"/>
            <a:endCxn id="23" idx="1"/>
          </p:cNvCxnSpPr>
          <p:nvPr/>
        </p:nvCxnSpPr>
        <p:spPr>
          <a:xfrm rot="16200000" flipH="1">
            <a:off x="674332" y="3918589"/>
            <a:ext cx="3870017" cy="79428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3" name="مستطيل 34">
            <a:extLst>
              <a:ext uri="{FF2B5EF4-FFF2-40B4-BE49-F238E27FC236}">
                <a16:creationId xmlns:a16="http://schemas.microsoft.com/office/drawing/2014/main" id="{0AD8038C-B1A7-8559-FA81-4AB2B1B00AEF}"/>
              </a:ext>
            </a:extLst>
          </p:cNvPr>
          <p:cNvSpPr/>
          <p:nvPr/>
        </p:nvSpPr>
        <p:spPr>
          <a:xfrm>
            <a:off x="3006485" y="5945251"/>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الحراسة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36" name="موصل: على شكل مرفق 76">
            <a:extLst>
              <a:ext uri="{FF2B5EF4-FFF2-40B4-BE49-F238E27FC236}">
                <a16:creationId xmlns:a16="http://schemas.microsoft.com/office/drawing/2014/main" id="{29BF85FB-073D-7ADE-BA48-43E22C1B15F3}"/>
              </a:ext>
            </a:extLst>
          </p:cNvPr>
          <p:cNvCxnSpPr>
            <a:cxnSpLocks/>
            <a:stCxn id="2" idx="2"/>
            <a:endCxn id="42" idx="1"/>
          </p:cNvCxnSpPr>
          <p:nvPr/>
        </p:nvCxnSpPr>
        <p:spPr>
          <a:xfrm rot="16200000" flipH="1">
            <a:off x="3459727" y="3336976"/>
            <a:ext cx="2320411" cy="42218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2" name="مستطيل 16">
            <a:extLst>
              <a:ext uri="{FF2B5EF4-FFF2-40B4-BE49-F238E27FC236}">
                <a16:creationId xmlns:a16="http://schemas.microsoft.com/office/drawing/2014/main" id="{AA4E09B1-5E3B-CF57-3333-CA8B62BC3B46}"/>
              </a:ext>
            </a:extLst>
          </p:cNvPr>
          <p:cNvSpPr/>
          <p:nvPr/>
        </p:nvSpPr>
        <p:spPr>
          <a:xfrm>
            <a:off x="4831024" y="4395024"/>
            <a:ext cx="9588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التسجيل والضمان</a:t>
            </a:r>
            <a:endParaRPr lang="ar-SA" altLang="ar-SY" dirty="0">
              <a:solidFill>
                <a:schemeClr val="tx1"/>
              </a:solidFill>
              <a:latin typeface="Arial" panose="020B0604020202020204" pitchFamily="34" charset="0"/>
            </a:endParaRPr>
          </a:p>
        </p:txBody>
      </p:sp>
      <p:sp>
        <p:nvSpPr>
          <p:cNvPr id="48" name="مستطيل 34">
            <a:extLst>
              <a:ext uri="{FF2B5EF4-FFF2-40B4-BE49-F238E27FC236}">
                <a16:creationId xmlns:a16="http://schemas.microsoft.com/office/drawing/2014/main" id="{FEF98BB8-CB4B-FA9A-5C98-ED348B3766C8}"/>
              </a:ext>
            </a:extLst>
          </p:cNvPr>
          <p:cNvSpPr/>
          <p:nvPr/>
        </p:nvSpPr>
        <p:spPr>
          <a:xfrm>
            <a:off x="2943871" y="2686218"/>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الديوان</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49" name="مستطيل 34">
            <a:extLst>
              <a:ext uri="{FF2B5EF4-FFF2-40B4-BE49-F238E27FC236}">
                <a16:creationId xmlns:a16="http://schemas.microsoft.com/office/drawing/2014/main" id="{95B76364-775D-E3C6-87A2-E365DD83DE33}"/>
              </a:ext>
            </a:extLst>
          </p:cNvPr>
          <p:cNvSpPr/>
          <p:nvPr/>
        </p:nvSpPr>
        <p:spPr>
          <a:xfrm>
            <a:off x="2994808" y="5144777"/>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المقسم والأذنة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50" name="مستطيل 34">
            <a:extLst>
              <a:ext uri="{FF2B5EF4-FFF2-40B4-BE49-F238E27FC236}">
                <a16:creationId xmlns:a16="http://schemas.microsoft.com/office/drawing/2014/main" id="{F74DB904-71B9-4FEE-159C-6DD57B465C74}"/>
              </a:ext>
            </a:extLst>
          </p:cNvPr>
          <p:cNvSpPr/>
          <p:nvPr/>
        </p:nvSpPr>
        <p:spPr>
          <a:xfrm>
            <a:off x="2932518" y="3450246"/>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مراقبة الدوام</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51" name="مستطيل 34">
            <a:extLst>
              <a:ext uri="{FF2B5EF4-FFF2-40B4-BE49-F238E27FC236}">
                <a16:creationId xmlns:a16="http://schemas.microsoft.com/office/drawing/2014/main" id="{C0F42713-B81F-73B4-A851-09BD0B2C609B}"/>
              </a:ext>
            </a:extLst>
          </p:cNvPr>
          <p:cNvSpPr/>
          <p:nvPr/>
        </p:nvSpPr>
        <p:spPr>
          <a:xfrm>
            <a:off x="2957591" y="4325709"/>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الـرواتب</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68" name="موصل: على شكل مرفق 29">
            <a:extLst>
              <a:ext uri="{FF2B5EF4-FFF2-40B4-BE49-F238E27FC236}">
                <a16:creationId xmlns:a16="http://schemas.microsoft.com/office/drawing/2014/main" id="{D43406FB-DDE6-76F3-905F-744A0633F280}"/>
              </a:ext>
            </a:extLst>
          </p:cNvPr>
          <p:cNvCxnSpPr>
            <a:cxnSpLocks/>
            <a:stCxn id="12" idx="2"/>
            <a:endCxn id="49" idx="1"/>
          </p:cNvCxnSpPr>
          <p:nvPr/>
        </p:nvCxnSpPr>
        <p:spPr>
          <a:xfrm rot="16200000" flipH="1">
            <a:off x="1068731" y="3524191"/>
            <a:ext cx="3069543" cy="7826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9" name="موصل: على شكل مرفق 29">
            <a:extLst>
              <a:ext uri="{FF2B5EF4-FFF2-40B4-BE49-F238E27FC236}">
                <a16:creationId xmlns:a16="http://schemas.microsoft.com/office/drawing/2014/main" id="{309E9ECD-34B4-0C96-75D0-0A173B0EF2FB}"/>
              </a:ext>
            </a:extLst>
          </p:cNvPr>
          <p:cNvCxnSpPr>
            <a:cxnSpLocks/>
            <a:stCxn id="12" idx="2"/>
            <a:endCxn id="51" idx="1"/>
          </p:cNvCxnSpPr>
          <p:nvPr/>
        </p:nvCxnSpPr>
        <p:spPr>
          <a:xfrm rot="16200000" flipH="1">
            <a:off x="1459656" y="3133265"/>
            <a:ext cx="2250475" cy="74539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0" name="موصل: على شكل مرفق 29">
            <a:extLst>
              <a:ext uri="{FF2B5EF4-FFF2-40B4-BE49-F238E27FC236}">
                <a16:creationId xmlns:a16="http://schemas.microsoft.com/office/drawing/2014/main" id="{F2F0CBC0-8C21-8E10-6985-72D46234F387}"/>
              </a:ext>
            </a:extLst>
          </p:cNvPr>
          <p:cNvCxnSpPr>
            <a:cxnSpLocks/>
            <a:stCxn id="12" idx="2"/>
            <a:endCxn id="50" idx="1"/>
          </p:cNvCxnSpPr>
          <p:nvPr/>
        </p:nvCxnSpPr>
        <p:spPr>
          <a:xfrm rot="16200000" flipH="1">
            <a:off x="1884851" y="2708071"/>
            <a:ext cx="1375012" cy="72032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71" name="موصل: على شكل مرفق 29">
            <a:extLst>
              <a:ext uri="{FF2B5EF4-FFF2-40B4-BE49-F238E27FC236}">
                <a16:creationId xmlns:a16="http://schemas.microsoft.com/office/drawing/2014/main" id="{DB0F1BE9-99FC-2F60-1B7A-106C144D5934}"/>
              </a:ext>
            </a:extLst>
          </p:cNvPr>
          <p:cNvCxnSpPr>
            <a:cxnSpLocks/>
            <a:stCxn id="12" idx="2"/>
            <a:endCxn id="48" idx="1"/>
          </p:cNvCxnSpPr>
          <p:nvPr/>
        </p:nvCxnSpPr>
        <p:spPr>
          <a:xfrm rot="16200000" flipH="1">
            <a:off x="2272541" y="2320380"/>
            <a:ext cx="610984" cy="73167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05" name="مستطيل 72">
            <a:extLst>
              <a:ext uri="{FF2B5EF4-FFF2-40B4-BE49-F238E27FC236}">
                <a16:creationId xmlns:a16="http://schemas.microsoft.com/office/drawing/2014/main" id="{36428E0F-0403-5FEC-EE96-8129BC700ACA}"/>
              </a:ext>
            </a:extLst>
          </p:cNvPr>
          <p:cNvSpPr/>
          <p:nvPr/>
        </p:nvSpPr>
        <p:spPr>
          <a:xfrm>
            <a:off x="10000393" y="1846097"/>
            <a:ext cx="1061519" cy="534627"/>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دائرة المكتب الفني </a:t>
            </a:r>
            <a:endParaRPr lang="ar-SA" altLang="ar-SY" sz="1600" b="1" dirty="0">
              <a:solidFill>
                <a:schemeClr val="tx1"/>
              </a:solidFill>
              <a:latin typeface="Arial" panose="020B0604020202020204" pitchFamily="34" charset="0"/>
            </a:endParaRPr>
          </a:p>
        </p:txBody>
      </p:sp>
      <p:sp>
        <p:nvSpPr>
          <p:cNvPr id="112" name="مستطيل 16">
            <a:extLst>
              <a:ext uri="{FF2B5EF4-FFF2-40B4-BE49-F238E27FC236}">
                <a16:creationId xmlns:a16="http://schemas.microsoft.com/office/drawing/2014/main" id="{5C329C32-15FE-9287-0237-A74459EE06D2}"/>
              </a:ext>
            </a:extLst>
          </p:cNvPr>
          <p:cNvSpPr/>
          <p:nvPr/>
        </p:nvSpPr>
        <p:spPr>
          <a:xfrm>
            <a:off x="11061912" y="5302464"/>
            <a:ext cx="970884"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EG" altLang="ar-SY" sz="1200" dirty="0">
                <a:solidFill>
                  <a:schemeClr val="tx1"/>
                </a:solidFill>
                <a:ea typeface="Times New Roman" panose="02020603050405020304" pitchFamily="18" charset="0"/>
              </a:rPr>
              <a:t>شعبة البرمجيات</a:t>
            </a:r>
            <a:endParaRPr lang="ar-EG" altLang="ar-SY" dirty="0">
              <a:solidFill>
                <a:schemeClr val="tx1"/>
              </a:solidFill>
              <a:latin typeface="Arial" panose="020B0604020202020204" pitchFamily="34" charset="0"/>
            </a:endParaRPr>
          </a:p>
        </p:txBody>
      </p:sp>
      <p:sp>
        <p:nvSpPr>
          <p:cNvPr id="113" name="مستطيل 16">
            <a:extLst>
              <a:ext uri="{FF2B5EF4-FFF2-40B4-BE49-F238E27FC236}">
                <a16:creationId xmlns:a16="http://schemas.microsoft.com/office/drawing/2014/main" id="{B63467C3-4A6A-AC6D-6534-CBDAE7C95E7F}"/>
              </a:ext>
            </a:extLst>
          </p:cNvPr>
          <p:cNvSpPr/>
          <p:nvPr/>
        </p:nvSpPr>
        <p:spPr>
          <a:xfrm>
            <a:off x="11061912" y="4435784"/>
            <a:ext cx="95863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المتابعة</a:t>
            </a:r>
            <a:endParaRPr lang="ar-SA" altLang="ar-SY" dirty="0">
              <a:solidFill>
                <a:schemeClr val="tx1"/>
              </a:solidFill>
              <a:latin typeface="Arial" panose="020B0604020202020204" pitchFamily="34" charset="0"/>
            </a:endParaRPr>
          </a:p>
        </p:txBody>
      </p:sp>
      <p:sp>
        <p:nvSpPr>
          <p:cNvPr id="114" name="مستطيل 16">
            <a:extLst>
              <a:ext uri="{FF2B5EF4-FFF2-40B4-BE49-F238E27FC236}">
                <a16:creationId xmlns:a16="http://schemas.microsoft.com/office/drawing/2014/main" id="{5DD8FA18-4399-4A78-0184-598B70BBD923}"/>
              </a:ext>
            </a:extLst>
          </p:cNvPr>
          <p:cNvSpPr/>
          <p:nvPr/>
        </p:nvSpPr>
        <p:spPr>
          <a:xfrm>
            <a:off x="11061912" y="3569104"/>
            <a:ext cx="970884"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الدراسات والقطع التبديلية</a:t>
            </a:r>
            <a:endParaRPr lang="ar-SA" altLang="ar-SY" dirty="0">
              <a:solidFill>
                <a:schemeClr val="tx1"/>
              </a:solidFill>
              <a:latin typeface="Arial" panose="020B0604020202020204" pitchFamily="34" charset="0"/>
            </a:endParaRPr>
          </a:p>
        </p:txBody>
      </p:sp>
      <p:sp>
        <p:nvSpPr>
          <p:cNvPr id="115" name="مستطيل 16">
            <a:extLst>
              <a:ext uri="{FF2B5EF4-FFF2-40B4-BE49-F238E27FC236}">
                <a16:creationId xmlns:a16="http://schemas.microsoft.com/office/drawing/2014/main" id="{57425CDF-6DD8-3855-7A8F-3BB9C874AB19}"/>
              </a:ext>
            </a:extLst>
          </p:cNvPr>
          <p:cNvSpPr/>
          <p:nvPr/>
        </p:nvSpPr>
        <p:spPr>
          <a:xfrm>
            <a:off x="11049666" y="2695969"/>
            <a:ext cx="970884"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التخطيط والآليات</a:t>
            </a:r>
            <a:endParaRPr lang="ar-SA" altLang="ar-SY" dirty="0">
              <a:solidFill>
                <a:schemeClr val="tx1"/>
              </a:solidFill>
              <a:latin typeface="Arial" panose="020B0604020202020204" pitchFamily="34" charset="0"/>
            </a:endParaRPr>
          </a:p>
        </p:txBody>
      </p:sp>
      <p:sp>
        <p:nvSpPr>
          <p:cNvPr id="116" name="مستطيل 34">
            <a:extLst>
              <a:ext uri="{FF2B5EF4-FFF2-40B4-BE49-F238E27FC236}">
                <a16:creationId xmlns:a16="http://schemas.microsoft.com/office/drawing/2014/main" id="{DEFC198E-426A-E3EE-6E05-89C938B9FD8B}"/>
              </a:ext>
            </a:extLst>
          </p:cNvPr>
          <p:cNvSpPr/>
          <p:nvPr/>
        </p:nvSpPr>
        <p:spPr>
          <a:xfrm>
            <a:off x="7104190" y="3674064"/>
            <a:ext cx="1198490" cy="464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الآليات الشرقية والصهاريج</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17" name="مستطيل 34">
            <a:extLst>
              <a:ext uri="{FF2B5EF4-FFF2-40B4-BE49-F238E27FC236}">
                <a16:creationId xmlns:a16="http://schemas.microsoft.com/office/drawing/2014/main" id="{92761C2F-64C3-B23E-F72A-14BF8BB458CD}"/>
              </a:ext>
            </a:extLst>
          </p:cNvPr>
          <p:cNvSpPr/>
          <p:nvPr/>
        </p:nvSpPr>
        <p:spPr>
          <a:xfrm>
            <a:off x="7137895" y="3042389"/>
            <a:ext cx="1142431" cy="48006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الخراطة والخراطيم</a:t>
            </a:r>
            <a:endParaRPr lang="ar-SA" altLang="ar-SY" dirty="0">
              <a:solidFill>
                <a:schemeClr val="tx1"/>
              </a:solidFill>
              <a:latin typeface="Arial" panose="020B0604020202020204" pitchFamily="34" charset="0"/>
            </a:endParaRPr>
          </a:p>
        </p:txBody>
      </p:sp>
      <p:sp>
        <p:nvSpPr>
          <p:cNvPr id="118" name="مستطيل 34">
            <a:extLst>
              <a:ext uri="{FF2B5EF4-FFF2-40B4-BE49-F238E27FC236}">
                <a16:creationId xmlns:a16="http://schemas.microsoft.com/office/drawing/2014/main" id="{385D302F-502E-7AA8-3F9A-680CA0B282BD}"/>
              </a:ext>
            </a:extLst>
          </p:cNvPr>
          <p:cNvSpPr/>
          <p:nvPr/>
        </p:nvSpPr>
        <p:spPr>
          <a:xfrm>
            <a:off x="7156744" y="2450669"/>
            <a:ext cx="1104735" cy="50458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ورشة </a:t>
            </a:r>
            <a:r>
              <a:rPr lang="ar-SA" altLang="ar-SY" sz="1200" dirty="0" err="1">
                <a:solidFill>
                  <a:schemeClr val="tx1"/>
                </a:solidFill>
                <a:latin typeface="Arial" panose="020B0604020202020204" pitchFamily="34" charset="0"/>
                <a:ea typeface="Times New Roman" panose="02020603050405020304" pitchFamily="18" charset="0"/>
              </a:rPr>
              <a:t>الطرنبات</a:t>
            </a:r>
            <a:r>
              <a:rPr lang="ar-SA" altLang="ar-SY" sz="1200" dirty="0">
                <a:solidFill>
                  <a:schemeClr val="tx1"/>
                </a:solidFill>
                <a:latin typeface="Arial" panose="020B0604020202020204" pitchFamily="34" charset="0"/>
                <a:ea typeface="Times New Roman" panose="02020603050405020304" pitchFamily="18" charset="0"/>
              </a:rPr>
              <a:t> والهيدروليك</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19" name="مستطيل 34">
            <a:extLst>
              <a:ext uri="{FF2B5EF4-FFF2-40B4-BE49-F238E27FC236}">
                <a16:creationId xmlns:a16="http://schemas.microsoft.com/office/drawing/2014/main" id="{2B86132E-3372-9BEE-9356-234DCFB96D17}"/>
              </a:ext>
            </a:extLst>
          </p:cNvPr>
          <p:cNvSpPr/>
          <p:nvPr/>
        </p:nvSpPr>
        <p:spPr>
          <a:xfrm>
            <a:off x="8940628" y="3647368"/>
            <a:ext cx="1284199" cy="5199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a:t>
            </a:r>
            <a:r>
              <a:rPr lang="ar-SA" altLang="ar-SY" sz="1200" dirty="0" err="1">
                <a:solidFill>
                  <a:schemeClr val="tx1"/>
                </a:solidFill>
                <a:latin typeface="Arial" panose="020B0604020202020204" pitchFamily="34" charset="0"/>
                <a:ea typeface="Times New Roman" panose="02020603050405020304" pitchFamily="18" charset="0"/>
              </a:rPr>
              <a:t>الكانسات</a:t>
            </a:r>
            <a:r>
              <a:rPr lang="ar-SA" altLang="ar-SY" sz="1200" dirty="0">
                <a:solidFill>
                  <a:schemeClr val="tx1"/>
                </a:solidFill>
                <a:latin typeface="Arial" panose="020B0604020202020204" pitchFamily="34" charset="0"/>
                <a:ea typeface="Times New Roman" panose="02020603050405020304" pitchFamily="18" charset="0"/>
              </a:rPr>
              <a:t> والبطاريات</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20" name="مستطيل 34">
            <a:extLst>
              <a:ext uri="{FF2B5EF4-FFF2-40B4-BE49-F238E27FC236}">
                <a16:creationId xmlns:a16="http://schemas.microsoft.com/office/drawing/2014/main" id="{4DE91B4E-5C56-6914-5650-FB217DD61EC1}"/>
              </a:ext>
            </a:extLst>
          </p:cNvPr>
          <p:cNvSpPr/>
          <p:nvPr/>
        </p:nvSpPr>
        <p:spPr>
          <a:xfrm>
            <a:off x="8893574" y="3044971"/>
            <a:ext cx="1284199" cy="5199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الآليات الخفيفة والمتوسطة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21" name="مستطيل 34">
            <a:extLst>
              <a:ext uri="{FF2B5EF4-FFF2-40B4-BE49-F238E27FC236}">
                <a16:creationId xmlns:a16="http://schemas.microsoft.com/office/drawing/2014/main" id="{057418E6-A67E-6888-992D-CE5FD526C9C3}"/>
              </a:ext>
            </a:extLst>
          </p:cNvPr>
          <p:cNvSpPr/>
          <p:nvPr/>
        </p:nvSpPr>
        <p:spPr>
          <a:xfrm>
            <a:off x="8977945" y="2450613"/>
            <a:ext cx="1186432" cy="49656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الصيانة الدورية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65" name="موصل: على شكل مرفق 93">
            <a:extLst>
              <a:ext uri="{FF2B5EF4-FFF2-40B4-BE49-F238E27FC236}">
                <a16:creationId xmlns:a16="http://schemas.microsoft.com/office/drawing/2014/main" id="{DBAC03E5-6FD9-DF2F-F218-E09701BB1649}"/>
              </a:ext>
            </a:extLst>
          </p:cNvPr>
          <p:cNvCxnSpPr>
            <a:cxnSpLocks/>
            <a:stCxn id="6" idx="2"/>
            <a:endCxn id="105" idx="0"/>
          </p:cNvCxnSpPr>
          <p:nvPr/>
        </p:nvCxnSpPr>
        <p:spPr>
          <a:xfrm rot="16200000" flipH="1">
            <a:off x="7744592" y="-940464"/>
            <a:ext cx="1175378" cy="439774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69" name="موصل: على شكل مرفق 93">
            <a:extLst>
              <a:ext uri="{FF2B5EF4-FFF2-40B4-BE49-F238E27FC236}">
                <a16:creationId xmlns:a16="http://schemas.microsoft.com/office/drawing/2014/main" id="{0A47854F-5882-4026-905D-9A85A7C65632}"/>
              </a:ext>
            </a:extLst>
          </p:cNvPr>
          <p:cNvCxnSpPr>
            <a:cxnSpLocks/>
            <a:stCxn id="105" idx="2"/>
            <a:endCxn id="115" idx="1"/>
          </p:cNvCxnSpPr>
          <p:nvPr/>
        </p:nvCxnSpPr>
        <p:spPr>
          <a:xfrm rot="16200000" flipH="1">
            <a:off x="10476162" y="2435714"/>
            <a:ext cx="628495" cy="51851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2" name="موصل: على شكل مرفق 93">
            <a:extLst>
              <a:ext uri="{FF2B5EF4-FFF2-40B4-BE49-F238E27FC236}">
                <a16:creationId xmlns:a16="http://schemas.microsoft.com/office/drawing/2014/main" id="{13FF8EC7-6889-3EF3-2175-A23F05BBC5E9}"/>
              </a:ext>
            </a:extLst>
          </p:cNvPr>
          <p:cNvCxnSpPr>
            <a:cxnSpLocks/>
            <a:stCxn id="105" idx="2"/>
            <a:endCxn id="113" idx="1"/>
          </p:cNvCxnSpPr>
          <p:nvPr/>
        </p:nvCxnSpPr>
        <p:spPr>
          <a:xfrm rot="16200000" flipH="1">
            <a:off x="9612377" y="3299499"/>
            <a:ext cx="2368310" cy="53075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3" name="موصل: على شكل مرفق 93">
            <a:extLst>
              <a:ext uri="{FF2B5EF4-FFF2-40B4-BE49-F238E27FC236}">
                <a16:creationId xmlns:a16="http://schemas.microsoft.com/office/drawing/2014/main" id="{41377E65-9CAC-F11B-8254-80FAB753C3F3}"/>
              </a:ext>
            </a:extLst>
          </p:cNvPr>
          <p:cNvCxnSpPr>
            <a:cxnSpLocks/>
            <a:stCxn id="105" idx="2"/>
            <a:endCxn id="112" idx="1"/>
          </p:cNvCxnSpPr>
          <p:nvPr/>
        </p:nvCxnSpPr>
        <p:spPr>
          <a:xfrm rot="16200000" flipH="1">
            <a:off x="9179037" y="3732839"/>
            <a:ext cx="3234990" cy="53075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4" name="موصل: على شكل مرفق 93">
            <a:extLst>
              <a:ext uri="{FF2B5EF4-FFF2-40B4-BE49-F238E27FC236}">
                <a16:creationId xmlns:a16="http://schemas.microsoft.com/office/drawing/2014/main" id="{34F43962-CDFC-0235-C71C-32950D5991CB}"/>
              </a:ext>
            </a:extLst>
          </p:cNvPr>
          <p:cNvCxnSpPr>
            <a:cxnSpLocks/>
            <a:stCxn id="105" idx="2"/>
            <a:endCxn id="114" idx="1"/>
          </p:cNvCxnSpPr>
          <p:nvPr/>
        </p:nvCxnSpPr>
        <p:spPr>
          <a:xfrm rot="16200000" flipH="1">
            <a:off x="10045717" y="2866159"/>
            <a:ext cx="1501630" cy="53075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2" name="موصل: على شكل مرفق 93">
            <a:extLst>
              <a:ext uri="{FF2B5EF4-FFF2-40B4-BE49-F238E27FC236}">
                <a16:creationId xmlns:a16="http://schemas.microsoft.com/office/drawing/2014/main" id="{666A063C-9ED8-130E-E6B9-865B6DDFE364}"/>
              </a:ext>
            </a:extLst>
          </p:cNvPr>
          <p:cNvCxnSpPr>
            <a:cxnSpLocks/>
            <a:stCxn id="18" idx="2"/>
            <a:endCxn id="119" idx="1"/>
          </p:cNvCxnSpPr>
          <p:nvPr/>
        </p:nvCxnSpPr>
        <p:spPr>
          <a:xfrm rot="16200000" flipH="1">
            <a:off x="8023433" y="2990127"/>
            <a:ext cx="1526598" cy="30779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3" name="موصل: على شكل مرفق 93">
            <a:extLst>
              <a:ext uri="{FF2B5EF4-FFF2-40B4-BE49-F238E27FC236}">
                <a16:creationId xmlns:a16="http://schemas.microsoft.com/office/drawing/2014/main" id="{DA406591-41F7-411F-43BC-7B465221AE8E}"/>
              </a:ext>
            </a:extLst>
          </p:cNvPr>
          <p:cNvCxnSpPr>
            <a:cxnSpLocks/>
            <a:stCxn id="18" idx="2"/>
            <a:endCxn id="120" idx="1"/>
          </p:cNvCxnSpPr>
          <p:nvPr/>
        </p:nvCxnSpPr>
        <p:spPr>
          <a:xfrm rot="16200000" flipH="1">
            <a:off x="8301105" y="2712455"/>
            <a:ext cx="924201" cy="26073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4" name="موصل: على شكل مرفق 93">
            <a:extLst>
              <a:ext uri="{FF2B5EF4-FFF2-40B4-BE49-F238E27FC236}">
                <a16:creationId xmlns:a16="http://schemas.microsoft.com/office/drawing/2014/main" id="{5DB6F499-5FBF-75CF-C562-B8535E91959E}"/>
              </a:ext>
            </a:extLst>
          </p:cNvPr>
          <p:cNvCxnSpPr>
            <a:cxnSpLocks/>
            <a:stCxn id="18" idx="2"/>
            <a:endCxn id="121" idx="1"/>
          </p:cNvCxnSpPr>
          <p:nvPr/>
        </p:nvCxnSpPr>
        <p:spPr>
          <a:xfrm rot="16200000" flipH="1">
            <a:off x="8646306" y="2367255"/>
            <a:ext cx="318171" cy="34510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3" name="موصل: على شكل مرفق 93">
            <a:extLst>
              <a:ext uri="{FF2B5EF4-FFF2-40B4-BE49-F238E27FC236}">
                <a16:creationId xmlns:a16="http://schemas.microsoft.com/office/drawing/2014/main" id="{A8232FCE-AFC3-A5E5-1206-52A0658D2680}"/>
              </a:ext>
            </a:extLst>
          </p:cNvPr>
          <p:cNvCxnSpPr>
            <a:cxnSpLocks/>
            <a:stCxn id="18" idx="2"/>
            <a:endCxn id="116" idx="3"/>
          </p:cNvCxnSpPr>
          <p:nvPr/>
        </p:nvCxnSpPr>
        <p:spPr>
          <a:xfrm rot="5400000">
            <a:off x="7705014" y="2978391"/>
            <a:ext cx="1525490" cy="33015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4" name="موصل: على شكل مرفق 93">
            <a:extLst>
              <a:ext uri="{FF2B5EF4-FFF2-40B4-BE49-F238E27FC236}">
                <a16:creationId xmlns:a16="http://schemas.microsoft.com/office/drawing/2014/main" id="{18981F73-4051-473E-DD24-B64D372D6D38}"/>
              </a:ext>
            </a:extLst>
          </p:cNvPr>
          <p:cNvCxnSpPr>
            <a:cxnSpLocks/>
            <a:stCxn id="18" idx="2"/>
            <a:endCxn id="117" idx="3"/>
          </p:cNvCxnSpPr>
          <p:nvPr/>
        </p:nvCxnSpPr>
        <p:spPr>
          <a:xfrm rot="5400000">
            <a:off x="8005734" y="2655317"/>
            <a:ext cx="901696" cy="35251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5" name="موصل: على شكل مرفق 93">
            <a:extLst>
              <a:ext uri="{FF2B5EF4-FFF2-40B4-BE49-F238E27FC236}">
                <a16:creationId xmlns:a16="http://schemas.microsoft.com/office/drawing/2014/main" id="{793A8388-245D-6F28-D1BC-29CB60963A45}"/>
              </a:ext>
            </a:extLst>
          </p:cNvPr>
          <p:cNvCxnSpPr>
            <a:cxnSpLocks/>
            <a:stCxn id="18" idx="2"/>
            <a:endCxn id="118" idx="3"/>
          </p:cNvCxnSpPr>
          <p:nvPr/>
        </p:nvCxnSpPr>
        <p:spPr>
          <a:xfrm rot="5400000">
            <a:off x="8286038" y="2356165"/>
            <a:ext cx="322240" cy="37135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مستطيل 16">
            <a:extLst>
              <a:ext uri="{FF2B5EF4-FFF2-40B4-BE49-F238E27FC236}">
                <a16:creationId xmlns:a16="http://schemas.microsoft.com/office/drawing/2014/main" id="{5373360C-3052-713F-B3AB-0928B36F424F}"/>
              </a:ext>
            </a:extLst>
          </p:cNvPr>
          <p:cNvSpPr/>
          <p:nvPr/>
        </p:nvSpPr>
        <p:spPr>
          <a:xfrm>
            <a:off x="11061912" y="6096076"/>
            <a:ext cx="95863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EG" altLang="ar-SY" sz="1200" dirty="0">
                <a:solidFill>
                  <a:schemeClr val="tx1"/>
                </a:solidFill>
                <a:ea typeface="Times New Roman" panose="02020603050405020304" pitchFamily="18" charset="0"/>
              </a:rPr>
              <a:t>شعبة التدريب و التأهيل</a:t>
            </a:r>
            <a:endParaRPr lang="ar-EG" altLang="ar-SY" dirty="0">
              <a:solidFill>
                <a:schemeClr val="tx1"/>
              </a:solidFill>
              <a:latin typeface="Arial" panose="020B0604020202020204" pitchFamily="34" charset="0"/>
            </a:endParaRPr>
          </a:p>
        </p:txBody>
      </p:sp>
      <p:cxnSp>
        <p:nvCxnSpPr>
          <p:cNvPr id="35" name="موصل: على شكل مرفق 93">
            <a:extLst>
              <a:ext uri="{FF2B5EF4-FFF2-40B4-BE49-F238E27FC236}">
                <a16:creationId xmlns:a16="http://schemas.microsoft.com/office/drawing/2014/main" id="{E9137D1A-691F-F871-7943-CA7BE6D4E563}"/>
              </a:ext>
            </a:extLst>
          </p:cNvPr>
          <p:cNvCxnSpPr>
            <a:cxnSpLocks/>
            <a:stCxn id="105" idx="2"/>
            <a:endCxn id="33" idx="1"/>
          </p:cNvCxnSpPr>
          <p:nvPr/>
        </p:nvCxnSpPr>
        <p:spPr>
          <a:xfrm rot="16200000" flipH="1">
            <a:off x="8782231" y="4129645"/>
            <a:ext cx="4028602" cy="53075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7" name="مستطيل 34">
            <a:extLst>
              <a:ext uri="{FF2B5EF4-FFF2-40B4-BE49-F238E27FC236}">
                <a16:creationId xmlns:a16="http://schemas.microsoft.com/office/drawing/2014/main" id="{2C04A9ED-D3B5-458B-4FC6-6E014D86D62F}"/>
              </a:ext>
            </a:extLst>
          </p:cNvPr>
          <p:cNvSpPr/>
          <p:nvPr/>
        </p:nvSpPr>
        <p:spPr>
          <a:xfrm>
            <a:off x="8918528" y="4258485"/>
            <a:ext cx="1305099"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آليات التويوتا والايسوزو</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72" name="مستطيل 34">
            <a:extLst>
              <a:ext uri="{FF2B5EF4-FFF2-40B4-BE49-F238E27FC236}">
                <a16:creationId xmlns:a16="http://schemas.microsoft.com/office/drawing/2014/main" id="{5290AD2A-22C8-49C1-A63C-18B69484FCE5}"/>
              </a:ext>
            </a:extLst>
          </p:cNvPr>
          <p:cNvSpPr/>
          <p:nvPr/>
        </p:nvSpPr>
        <p:spPr>
          <a:xfrm>
            <a:off x="8925277" y="5007523"/>
            <a:ext cx="1305099" cy="40401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آليات الماك</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73" name="مستطيل 34">
            <a:extLst>
              <a:ext uri="{FF2B5EF4-FFF2-40B4-BE49-F238E27FC236}">
                <a16:creationId xmlns:a16="http://schemas.microsoft.com/office/drawing/2014/main" id="{3F1D6059-F2C5-D078-E6BB-7053284A3969}"/>
              </a:ext>
            </a:extLst>
          </p:cNvPr>
          <p:cNvSpPr/>
          <p:nvPr/>
        </p:nvSpPr>
        <p:spPr>
          <a:xfrm>
            <a:off x="8898457" y="5573976"/>
            <a:ext cx="1323621" cy="45424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الجرارات </a:t>
            </a:r>
            <a:r>
              <a:rPr lang="ar-SA" altLang="ar-SY" sz="1200" dirty="0" err="1">
                <a:solidFill>
                  <a:schemeClr val="tx1"/>
                </a:solidFill>
                <a:latin typeface="Arial" panose="020B0604020202020204" pitchFamily="34" charset="0"/>
                <a:ea typeface="Times New Roman" panose="02020603050405020304" pitchFamily="18" charset="0"/>
              </a:rPr>
              <a:t>والدنابر</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87" name="مستطيل 34">
            <a:extLst>
              <a:ext uri="{FF2B5EF4-FFF2-40B4-BE49-F238E27FC236}">
                <a16:creationId xmlns:a16="http://schemas.microsoft.com/office/drawing/2014/main" id="{3C867A23-F76E-436B-4535-32347EB46F2D}"/>
              </a:ext>
            </a:extLst>
          </p:cNvPr>
          <p:cNvSpPr/>
          <p:nvPr/>
        </p:nvSpPr>
        <p:spPr>
          <a:xfrm>
            <a:off x="8973815" y="6152693"/>
            <a:ext cx="1314334" cy="45424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التحقيق</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93" name="موصل: على شكل مرفق 93">
            <a:extLst>
              <a:ext uri="{FF2B5EF4-FFF2-40B4-BE49-F238E27FC236}">
                <a16:creationId xmlns:a16="http://schemas.microsoft.com/office/drawing/2014/main" id="{827813D3-711F-1CD7-CBF2-D7B593C16394}"/>
              </a:ext>
            </a:extLst>
          </p:cNvPr>
          <p:cNvCxnSpPr>
            <a:cxnSpLocks/>
            <a:stCxn id="18" idx="2"/>
            <a:endCxn id="87" idx="1"/>
          </p:cNvCxnSpPr>
          <p:nvPr/>
        </p:nvCxnSpPr>
        <p:spPr>
          <a:xfrm rot="16200000" flipH="1">
            <a:off x="6803780" y="4209781"/>
            <a:ext cx="3999092" cy="34097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4" name="موصل: على شكل مرفق 93">
            <a:extLst>
              <a:ext uri="{FF2B5EF4-FFF2-40B4-BE49-F238E27FC236}">
                <a16:creationId xmlns:a16="http://schemas.microsoft.com/office/drawing/2014/main" id="{3D17BEE7-1D76-3769-A1E5-796D464D8479}"/>
              </a:ext>
            </a:extLst>
          </p:cNvPr>
          <p:cNvCxnSpPr>
            <a:cxnSpLocks/>
            <a:stCxn id="18" idx="2"/>
            <a:endCxn id="73" idx="1"/>
          </p:cNvCxnSpPr>
          <p:nvPr/>
        </p:nvCxnSpPr>
        <p:spPr>
          <a:xfrm rot="16200000" flipH="1">
            <a:off x="7055460" y="3958101"/>
            <a:ext cx="3420375" cy="26562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5" name="موصل: على شكل مرفق 93">
            <a:extLst>
              <a:ext uri="{FF2B5EF4-FFF2-40B4-BE49-F238E27FC236}">
                <a16:creationId xmlns:a16="http://schemas.microsoft.com/office/drawing/2014/main" id="{63F9D27E-713F-F076-5CB9-E115A69FBF96}"/>
              </a:ext>
            </a:extLst>
          </p:cNvPr>
          <p:cNvCxnSpPr>
            <a:cxnSpLocks/>
            <a:stCxn id="18" idx="2"/>
            <a:endCxn id="72" idx="1"/>
          </p:cNvCxnSpPr>
          <p:nvPr/>
        </p:nvCxnSpPr>
        <p:spPr>
          <a:xfrm rot="16200000" flipH="1">
            <a:off x="7364655" y="3648906"/>
            <a:ext cx="2828804" cy="29244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6" name="موصل: على شكل مرفق 93">
            <a:extLst>
              <a:ext uri="{FF2B5EF4-FFF2-40B4-BE49-F238E27FC236}">
                <a16:creationId xmlns:a16="http://schemas.microsoft.com/office/drawing/2014/main" id="{A1466E5B-BAEF-5E9A-2CA4-2FA7CA156AF2}"/>
              </a:ext>
            </a:extLst>
          </p:cNvPr>
          <p:cNvCxnSpPr>
            <a:cxnSpLocks/>
            <a:stCxn id="18" idx="2"/>
            <a:endCxn id="67" idx="1"/>
          </p:cNvCxnSpPr>
          <p:nvPr/>
        </p:nvCxnSpPr>
        <p:spPr>
          <a:xfrm rot="16200000" flipH="1">
            <a:off x="7684056" y="3329504"/>
            <a:ext cx="2183253" cy="28569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28" name="مستطيل 16">
            <a:extLst>
              <a:ext uri="{FF2B5EF4-FFF2-40B4-BE49-F238E27FC236}">
                <a16:creationId xmlns:a16="http://schemas.microsoft.com/office/drawing/2014/main" id="{D1653AF0-990F-A4B3-9E51-98164EFF6D2D}"/>
              </a:ext>
            </a:extLst>
          </p:cNvPr>
          <p:cNvSpPr/>
          <p:nvPr/>
        </p:nvSpPr>
        <p:spPr>
          <a:xfrm>
            <a:off x="7104190" y="5632002"/>
            <a:ext cx="1220857" cy="55528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الورشات المساعدة</a:t>
            </a:r>
            <a:endParaRPr lang="ar-SA" altLang="ar-SY" dirty="0">
              <a:solidFill>
                <a:schemeClr val="tx1"/>
              </a:solidFill>
              <a:latin typeface="Arial" panose="020B0604020202020204" pitchFamily="34" charset="0"/>
            </a:endParaRPr>
          </a:p>
        </p:txBody>
      </p:sp>
      <p:sp>
        <p:nvSpPr>
          <p:cNvPr id="129" name="مستطيل 16">
            <a:extLst>
              <a:ext uri="{FF2B5EF4-FFF2-40B4-BE49-F238E27FC236}">
                <a16:creationId xmlns:a16="http://schemas.microsoft.com/office/drawing/2014/main" id="{4F9F2985-2EA5-1EAB-5C6C-FB3856AE7CDB}"/>
              </a:ext>
            </a:extLst>
          </p:cNvPr>
          <p:cNvSpPr/>
          <p:nvPr/>
        </p:nvSpPr>
        <p:spPr>
          <a:xfrm>
            <a:off x="7104191" y="5037361"/>
            <a:ext cx="1198490" cy="51096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المعدات الهندسية</a:t>
            </a:r>
            <a:endParaRPr lang="ar-SA" altLang="ar-SY" dirty="0">
              <a:solidFill>
                <a:schemeClr val="tx1"/>
              </a:solidFill>
              <a:latin typeface="Arial" panose="020B0604020202020204" pitchFamily="34" charset="0"/>
            </a:endParaRPr>
          </a:p>
        </p:txBody>
      </p:sp>
      <p:sp>
        <p:nvSpPr>
          <p:cNvPr id="130" name="مستطيل 16">
            <a:extLst>
              <a:ext uri="{FF2B5EF4-FFF2-40B4-BE49-F238E27FC236}">
                <a16:creationId xmlns:a16="http://schemas.microsoft.com/office/drawing/2014/main" id="{1F70E839-6DC9-B492-F130-4C10C0F04B69}"/>
              </a:ext>
            </a:extLst>
          </p:cNvPr>
          <p:cNvSpPr/>
          <p:nvPr/>
        </p:nvSpPr>
        <p:spPr>
          <a:xfrm>
            <a:off x="7104191" y="4353539"/>
            <a:ext cx="1198490" cy="51096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آليات الفيات </a:t>
            </a:r>
            <a:r>
              <a:rPr lang="ar-SA" altLang="ar-SY" sz="1200" dirty="0" err="1">
                <a:solidFill>
                  <a:schemeClr val="tx1"/>
                </a:solidFill>
                <a:latin typeface="Arial" panose="020B0604020202020204" pitchFamily="34" charset="0"/>
                <a:ea typeface="Times New Roman" panose="02020603050405020304" pitchFamily="18" charset="0"/>
              </a:rPr>
              <a:t>والهينو</a:t>
            </a:r>
            <a:endParaRPr lang="ar-SA" altLang="ar-SY" dirty="0">
              <a:solidFill>
                <a:schemeClr val="tx1"/>
              </a:solidFill>
              <a:latin typeface="Arial" panose="020B0604020202020204" pitchFamily="34" charset="0"/>
            </a:endParaRPr>
          </a:p>
        </p:txBody>
      </p:sp>
      <p:sp>
        <p:nvSpPr>
          <p:cNvPr id="133" name="مستطيل 16">
            <a:extLst>
              <a:ext uri="{FF2B5EF4-FFF2-40B4-BE49-F238E27FC236}">
                <a16:creationId xmlns:a16="http://schemas.microsoft.com/office/drawing/2014/main" id="{525581A1-558E-EB84-F9C1-B0915A239733}"/>
              </a:ext>
            </a:extLst>
          </p:cNvPr>
          <p:cNvSpPr/>
          <p:nvPr/>
        </p:nvSpPr>
        <p:spPr>
          <a:xfrm>
            <a:off x="7113479" y="6270962"/>
            <a:ext cx="1220856" cy="55528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الكهرباء</a:t>
            </a:r>
            <a:endParaRPr lang="ar-SA" altLang="ar-SY" dirty="0">
              <a:solidFill>
                <a:schemeClr val="tx1"/>
              </a:solidFill>
              <a:latin typeface="Arial" panose="020B0604020202020204" pitchFamily="34" charset="0"/>
            </a:endParaRPr>
          </a:p>
        </p:txBody>
      </p:sp>
      <p:cxnSp>
        <p:nvCxnSpPr>
          <p:cNvPr id="141" name="موصل: على شكل مرفق 93">
            <a:extLst>
              <a:ext uri="{FF2B5EF4-FFF2-40B4-BE49-F238E27FC236}">
                <a16:creationId xmlns:a16="http://schemas.microsoft.com/office/drawing/2014/main" id="{DCF931D0-C348-8A61-7593-5405B5056C86}"/>
              </a:ext>
            </a:extLst>
          </p:cNvPr>
          <p:cNvCxnSpPr>
            <a:cxnSpLocks/>
            <a:stCxn id="18" idx="2"/>
            <a:endCxn id="133" idx="3"/>
          </p:cNvCxnSpPr>
          <p:nvPr/>
        </p:nvCxnSpPr>
        <p:spPr>
          <a:xfrm rot="5400000">
            <a:off x="6399647" y="4315412"/>
            <a:ext cx="4167878" cy="29850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42" name="موصل: على شكل مرفق 93">
            <a:extLst>
              <a:ext uri="{FF2B5EF4-FFF2-40B4-BE49-F238E27FC236}">
                <a16:creationId xmlns:a16="http://schemas.microsoft.com/office/drawing/2014/main" id="{14E9AC8F-C582-EEC1-862E-3A3EBB687DDD}"/>
              </a:ext>
            </a:extLst>
          </p:cNvPr>
          <p:cNvCxnSpPr>
            <a:cxnSpLocks/>
            <a:stCxn id="18" idx="2"/>
            <a:endCxn id="128" idx="3"/>
          </p:cNvCxnSpPr>
          <p:nvPr/>
        </p:nvCxnSpPr>
        <p:spPr>
          <a:xfrm rot="5400000">
            <a:off x="6714483" y="3991288"/>
            <a:ext cx="3528918" cy="30779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43" name="موصل: على شكل مرفق 93">
            <a:extLst>
              <a:ext uri="{FF2B5EF4-FFF2-40B4-BE49-F238E27FC236}">
                <a16:creationId xmlns:a16="http://schemas.microsoft.com/office/drawing/2014/main" id="{2B0CBA99-AE8A-8345-20F0-4DE5DB656B93}"/>
              </a:ext>
            </a:extLst>
          </p:cNvPr>
          <p:cNvCxnSpPr>
            <a:cxnSpLocks/>
            <a:stCxn id="18" idx="2"/>
            <a:endCxn id="129" idx="3"/>
          </p:cNvCxnSpPr>
          <p:nvPr/>
        </p:nvCxnSpPr>
        <p:spPr>
          <a:xfrm rot="5400000">
            <a:off x="7011700" y="3671705"/>
            <a:ext cx="2912118" cy="3301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44" name="موصل: على شكل مرفق 93">
            <a:extLst>
              <a:ext uri="{FF2B5EF4-FFF2-40B4-BE49-F238E27FC236}">
                <a16:creationId xmlns:a16="http://schemas.microsoft.com/office/drawing/2014/main" id="{1D62A246-1366-0F31-D2E5-64CFA8E66198}"/>
              </a:ext>
            </a:extLst>
          </p:cNvPr>
          <p:cNvCxnSpPr>
            <a:cxnSpLocks/>
            <a:stCxn id="18" idx="2"/>
            <a:endCxn id="130" idx="3"/>
          </p:cNvCxnSpPr>
          <p:nvPr/>
        </p:nvCxnSpPr>
        <p:spPr>
          <a:xfrm rot="5400000">
            <a:off x="7353611" y="3329794"/>
            <a:ext cx="2228296" cy="3301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 name="Date Placeholder 4">
            <a:extLst>
              <a:ext uri="{FF2B5EF4-FFF2-40B4-BE49-F238E27FC236}">
                <a16:creationId xmlns:a16="http://schemas.microsoft.com/office/drawing/2014/main" id="{3E1837ED-A6F3-F4D0-1795-DE5B535421AA}"/>
              </a:ext>
            </a:extLst>
          </p:cNvPr>
          <p:cNvSpPr>
            <a:spLocks noGrp="1"/>
          </p:cNvSpPr>
          <p:nvPr>
            <p:ph type="dt" sz="half" idx="10"/>
          </p:nvPr>
        </p:nvSpPr>
        <p:spPr/>
        <p:txBody>
          <a:bodyPr/>
          <a:lstStyle/>
          <a:p>
            <a:fld id="{F0071A34-7A18-4675-A230-5D440378BEAB}" type="datetime8">
              <a:rPr lang="ar-SY" smtClean="0"/>
              <a:t>28 تشرين الأول، 26</a:t>
            </a:fld>
            <a:endParaRPr lang="ar-SY" dirty="0"/>
          </a:p>
        </p:txBody>
      </p:sp>
      <p:sp>
        <p:nvSpPr>
          <p:cNvPr id="8" name="Footer Placeholder 7">
            <a:extLst>
              <a:ext uri="{FF2B5EF4-FFF2-40B4-BE49-F238E27FC236}">
                <a16:creationId xmlns:a16="http://schemas.microsoft.com/office/drawing/2014/main" id="{3F439A8D-512A-5583-3954-CB76B0DA6460}"/>
              </a:ext>
            </a:extLst>
          </p:cNvPr>
          <p:cNvSpPr>
            <a:spLocks noGrp="1"/>
          </p:cNvSpPr>
          <p:nvPr>
            <p:ph type="ftr" sz="quarter" idx="11"/>
          </p:nvPr>
        </p:nvSpPr>
        <p:spPr/>
        <p:txBody>
          <a:bodyPr/>
          <a:lstStyle/>
          <a:p>
            <a:r>
              <a:rPr lang="ar-SY"/>
              <a:t>التعريف العام بمحافظة دمشق</a:t>
            </a:r>
          </a:p>
        </p:txBody>
      </p:sp>
      <p:sp>
        <p:nvSpPr>
          <p:cNvPr id="11" name="Slide Number Placeholder 10">
            <a:extLst>
              <a:ext uri="{FF2B5EF4-FFF2-40B4-BE49-F238E27FC236}">
                <a16:creationId xmlns:a16="http://schemas.microsoft.com/office/drawing/2014/main" id="{2BDF978A-A0E7-56D4-41D2-191870EBF6DB}"/>
              </a:ext>
            </a:extLst>
          </p:cNvPr>
          <p:cNvSpPr>
            <a:spLocks noGrp="1"/>
          </p:cNvSpPr>
          <p:nvPr>
            <p:ph type="sldNum" sz="quarter" idx="12"/>
          </p:nvPr>
        </p:nvSpPr>
        <p:spPr/>
        <p:txBody>
          <a:bodyPr/>
          <a:lstStyle/>
          <a:p>
            <a:fld id="{065EBCF0-071A-41B4-9C48-9ADF70E893B6}" type="slidenum">
              <a:rPr lang="ar-SY" smtClean="0"/>
              <a:pPr/>
              <a:t>58</a:t>
            </a:fld>
            <a:endParaRPr lang="ar-SY" dirty="0"/>
          </a:p>
        </p:txBody>
      </p:sp>
    </p:spTree>
    <p:extLst>
      <p:ext uri="{BB962C8B-B14F-4D97-AF65-F5344CB8AC3E}">
        <p14:creationId xmlns:p14="http://schemas.microsoft.com/office/powerpoint/2010/main" val="3258248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65EFDA-0E06-06D4-EDB2-F9EFDE8BF78B}"/>
              </a:ext>
            </a:extLst>
          </p:cNvPr>
          <p:cNvSpPr>
            <a:spLocks noGrp="1"/>
          </p:cNvSpPr>
          <p:nvPr>
            <p:ph type="title"/>
          </p:nvPr>
        </p:nvSpPr>
        <p:spPr/>
        <p:txBody>
          <a:bodyPr/>
          <a:lstStyle/>
          <a:p>
            <a:r>
              <a:rPr lang="ar-SY" dirty="0"/>
              <a:t>مديرية المجالس المحلية</a:t>
            </a:r>
          </a:p>
        </p:txBody>
      </p:sp>
      <p:sp>
        <p:nvSpPr>
          <p:cNvPr id="6" name="Content Placeholder 5">
            <a:extLst>
              <a:ext uri="{FF2B5EF4-FFF2-40B4-BE49-F238E27FC236}">
                <a16:creationId xmlns:a16="http://schemas.microsoft.com/office/drawing/2014/main" id="{8EACEBB6-8E0F-D7EC-A75A-DD4E62EDA160}"/>
              </a:ext>
            </a:extLst>
          </p:cNvPr>
          <p:cNvSpPr>
            <a:spLocks noGrp="1"/>
          </p:cNvSpPr>
          <p:nvPr>
            <p:ph idx="1"/>
          </p:nvPr>
        </p:nvSpPr>
        <p:spPr/>
        <p:txBody>
          <a:bodyPr>
            <a:normAutofit fontScale="77500" lnSpcReduction="20000"/>
          </a:bodyPr>
          <a:lstStyle/>
          <a:p>
            <a:r>
              <a:rPr lang="ar-SY" dirty="0"/>
              <a:t>ي مديرية تنظيمية إدارية تُعنى بدعم عمل مجلس المحافظة والمكتب التنفيذي، من خلال تنظيم الجلسات، إعداد جداول الأعمال، تدوين المحاضر، تسجيل القرارات والتوصيات، وحفظها ومتابعة تنفيذها. تتولى تنسيق أعمال لجان المجلس والمكتب التنفيذي، متابعة المعاملات الواردة وإحالتها إلى الجهات المختصة، وإدارة أعمال الديوان والمتابعة والارتباط. كما تشرف على معاملات فقر الحال، ومكتب لجان الأحياء، وتؤمّن حلقة الوصل بين المجلس والجهات التنفيذية، بما يضمن حسن سير العمل المؤسسي، والانضباط الإداري، وفاعلية اتخاذ القرار داخل المحافظة.</a:t>
            </a:r>
          </a:p>
          <a:p>
            <a:endParaRPr lang="ar-SY" dirty="0"/>
          </a:p>
        </p:txBody>
      </p:sp>
      <p:sp>
        <p:nvSpPr>
          <p:cNvPr id="2" name="Date Placeholder 1">
            <a:extLst>
              <a:ext uri="{FF2B5EF4-FFF2-40B4-BE49-F238E27FC236}">
                <a16:creationId xmlns:a16="http://schemas.microsoft.com/office/drawing/2014/main" id="{B3EA70E4-87AE-7402-7BBA-FA891F24918C}"/>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07339476-A84F-DF84-5746-6DACA4A34969}"/>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B663CE8E-B20C-3415-11D5-849730E933D5}"/>
              </a:ext>
            </a:extLst>
          </p:cNvPr>
          <p:cNvSpPr>
            <a:spLocks noGrp="1"/>
          </p:cNvSpPr>
          <p:nvPr>
            <p:ph type="sldNum" sz="quarter" idx="12"/>
          </p:nvPr>
        </p:nvSpPr>
        <p:spPr/>
        <p:txBody>
          <a:bodyPr/>
          <a:lstStyle/>
          <a:p>
            <a:fld id="{065EBCF0-071A-41B4-9C48-9ADF70E893B6}" type="slidenum">
              <a:rPr lang="ar-SY" smtClean="0"/>
              <a:pPr/>
              <a:t>59</a:t>
            </a:fld>
            <a:endParaRPr lang="ar-SY" dirty="0"/>
          </a:p>
        </p:txBody>
      </p:sp>
    </p:spTree>
    <p:extLst>
      <p:ext uri="{BB962C8B-B14F-4D97-AF65-F5344CB8AC3E}">
        <p14:creationId xmlns:p14="http://schemas.microsoft.com/office/powerpoint/2010/main" val="39871185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73570-7353-A593-2988-96F6E3952173}"/>
            </a:ext>
          </a:extLst>
        </p:cNvPr>
        <p:cNvGrpSpPr/>
        <p:nvPr/>
      </p:nvGrpSpPr>
      <p:grpSpPr>
        <a:xfrm>
          <a:off x="0" y="0"/>
          <a:ext cx="0" cy="0"/>
          <a:chOff x="0" y="0"/>
          <a:chExt cx="0" cy="0"/>
        </a:xfrm>
      </p:grpSpPr>
      <p:sp>
        <p:nvSpPr>
          <p:cNvPr id="2" name="مستطيل 12">
            <a:extLst>
              <a:ext uri="{FF2B5EF4-FFF2-40B4-BE49-F238E27FC236}">
                <a16:creationId xmlns:a16="http://schemas.microsoft.com/office/drawing/2014/main" id="{1D3301CC-10CE-BD8D-4C05-4E76A1A89CDA}"/>
              </a:ext>
            </a:extLst>
          </p:cNvPr>
          <p:cNvSpPr/>
          <p:nvPr/>
        </p:nvSpPr>
        <p:spPr>
          <a:xfrm>
            <a:off x="9914623" y="410970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المكتب التنفيذي</a:t>
            </a:r>
            <a:endParaRPr lang="ar-SA" altLang="ar-SY" dirty="0">
              <a:solidFill>
                <a:schemeClr val="tx1"/>
              </a:solidFill>
              <a:latin typeface="Arial" panose="020B0604020202020204" pitchFamily="34" charset="0"/>
            </a:endParaRPr>
          </a:p>
        </p:txBody>
      </p:sp>
      <p:sp>
        <p:nvSpPr>
          <p:cNvPr id="3" name="مستطيل 50">
            <a:extLst>
              <a:ext uri="{FF2B5EF4-FFF2-40B4-BE49-F238E27FC236}">
                <a16:creationId xmlns:a16="http://schemas.microsoft.com/office/drawing/2014/main" id="{C61FA98F-82E2-BFBB-DBB7-953E06DC376C}"/>
              </a:ext>
            </a:extLst>
          </p:cNvPr>
          <p:cNvSpPr/>
          <p:nvPr/>
        </p:nvSpPr>
        <p:spPr>
          <a:xfrm>
            <a:off x="6006951" y="4113613"/>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معاملات فقر الحال</a:t>
            </a:r>
            <a:endParaRPr lang="ar-SA" altLang="ar-SY" dirty="0">
              <a:solidFill>
                <a:schemeClr val="tx1"/>
              </a:solidFill>
              <a:latin typeface="Arial" panose="020B0604020202020204" pitchFamily="34" charset="0"/>
            </a:endParaRPr>
          </a:p>
        </p:txBody>
      </p:sp>
      <p:sp>
        <p:nvSpPr>
          <p:cNvPr id="4" name="مستطيل 198">
            <a:extLst>
              <a:ext uri="{FF2B5EF4-FFF2-40B4-BE49-F238E27FC236}">
                <a16:creationId xmlns:a16="http://schemas.microsoft.com/office/drawing/2014/main" id="{D6B945C1-6094-FBE2-61C0-1FE58F92253B}"/>
              </a:ext>
            </a:extLst>
          </p:cNvPr>
          <p:cNvSpPr/>
          <p:nvPr/>
        </p:nvSpPr>
        <p:spPr>
          <a:xfrm>
            <a:off x="5062149" y="1969567"/>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400" b="1" i="1" dirty="0">
                <a:solidFill>
                  <a:schemeClr val="tx1"/>
                </a:solidFill>
                <a:latin typeface="Simplified Arabic" panose="02020603050405020304" pitchFamily="18" charset="-78"/>
                <a:cs typeface="Simplified Arabic" panose="02020603050405020304" pitchFamily="18" charset="-78"/>
              </a:rPr>
              <a:t>مديريـــة المجالــس المحليـــة</a:t>
            </a:r>
            <a:endParaRPr lang="ar-SA" altLang="ar-SY" sz="1100" b="1" i="1" dirty="0">
              <a:solidFill>
                <a:schemeClr val="tx1"/>
              </a:solidFill>
              <a:latin typeface="Cambria" panose="02040503050406030204" pitchFamily="18" charset="0"/>
            </a:endParaRPr>
          </a:p>
        </p:txBody>
      </p:sp>
      <p:cxnSp>
        <p:nvCxnSpPr>
          <p:cNvPr id="5" name="موصل: على شكل مرفق 199">
            <a:extLst>
              <a:ext uri="{FF2B5EF4-FFF2-40B4-BE49-F238E27FC236}">
                <a16:creationId xmlns:a16="http://schemas.microsoft.com/office/drawing/2014/main" id="{18753FC0-A7C6-DE40-5B87-06F569D82566}"/>
              </a:ext>
            </a:extLst>
          </p:cNvPr>
          <p:cNvCxnSpPr>
            <a:cxnSpLocks/>
            <a:stCxn id="4" idx="2"/>
            <a:endCxn id="2" idx="0"/>
          </p:cNvCxnSpPr>
          <p:nvPr/>
        </p:nvCxnSpPr>
        <p:spPr>
          <a:xfrm rot="16200000" flipH="1">
            <a:off x="7665599" y="1248681"/>
            <a:ext cx="1600138" cy="412190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6" name="موصل: على شكل مرفق 203">
            <a:extLst>
              <a:ext uri="{FF2B5EF4-FFF2-40B4-BE49-F238E27FC236}">
                <a16:creationId xmlns:a16="http://schemas.microsoft.com/office/drawing/2014/main" id="{12E44C7B-51EB-64FC-1648-223C07944A7C}"/>
              </a:ext>
            </a:extLst>
          </p:cNvPr>
          <p:cNvCxnSpPr>
            <a:cxnSpLocks/>
            <a:stCxn id="4" idx="2"/>
            <a:endCxn id="3" idx="0"/>
          </p:cNvCxnSpPr>
          <p:nvPr/>
        </p:nvCxnSpPr>
        <p:spPr>
          <a:xfrm rot="16200000" flipH="1">
            <a:off x="5745044" y="3169237"/>
            <a:ext cx="1604046" cy="28470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31">
            <a:extLst>
              <a:ext uri="{FF2B5EF4-FFF2-40B4-BE49-F238E27FC236}">
                <a16:creationId xmlns:a16="http://schemas.microsoft.com/office/drawing/2014/main" id="{ACC7895C-743C-F70D-C72F-DC952916000C}"/>
              </a:ext>
            </a:extLst>
          </p:cNvPr>
          <p:cNvSpPr/>
          <p:nvPr/>
        </p:nvSpPr>
        <p:spPr>
          <a:xfrm>
            <a:off x="1370004" y="4109705"/>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الديوان والمتابعة والارتباط</a:t>
            </a:r>
            <a:endParaRPr lang="ar-SA" altLang="ar-SY" dirty="0">
              <a:solidFill>
                <a:schemeClr val="tx1"/>
              </a:solidFill>
              <a:latin typeface="Arial" panose="020B0604020202020204" pitchFamily="34" charset="0"/>
            </a:endParaRPr>
          </a:p>
        </p:txBody>
      </p:sp>
      <p:cxnSp>
        <p:nvCxnSpPr>
          <p:cNvPr id="16" name="موصل: على شكل مرفق 38">
            <a:extLst>
              <a:ext uri="{FF2B5EF4-FFF2-40B4-BE49-F238E27FC236}">
                <a16:creationId xmlns:a16="http://schemas.microsoft.com/office/drawing/2014/main" id="{79DEA1A8-F77C-5F5C-12AD-6A98C77FEDF2}"/>
              </a:ext>
            </a:extLst>
          </p:cNvPr>
          <p:cNvCxnSpPr>
            <a:cxnSpLocks/>
            <a:stCxn id="4" idx="2"/>
            <a:endCxn id="12" idx="0"/>
          </p:cNvCxnSpPr>
          <p:nvPr/>
        </p:nvCxnSpPr>
        <p:spPr>
          <a:xfrm rot="5400000">
            <a:off x="3393290" y="1098281"/>
            <a:ext cx="1600138" cy="442271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8" name="موصل: على شكل مرفق 66">
            <a:extLst>
              <a:ext uri="{FF2B5EF4-FFF2-40B4-BE49-F238E27FC236}">
                <a16:creationId xmlns:a16="http://schemas.microsoft.com/office/drawing/2014/main" id="{BD168001-7A14-0753-3035-1EBDBBD8C617}"/>
              </a:ext>
            </a:extLst>
          </p:cNvPr>
          <p:cNvCxnSpPr>
            <a:cxnSpLocks/>
            <a:stCxn id="4" idx="2"/>
            <a:endCxn id="19" idx="0"/>
          </p:cNvCxnSpPr>
          <p:nvPr/>
        </p:nvCxnSpPr>
        <p:spPr>
          <a:xfrm rot="5400000">
            <a:off x="4488877" y="2193868"/>
            <a:ext cx="1600139" cy="223153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9" name="مستطيل 12">
            <a:extLst>
              <a:ext uri="{FF2B5EF4-FFF2-40B4-BE49-F238E27FC236}">
                <a16:creationId xmlns:a16="http://schemas.microsoft.com/office/drawing/2014/main" id="{AE4CBB23-1BEF-887A-8472-33C4A6939342}"/>
              </a:ext>
            </a:extLst>
          </p:cNvPr>
          <p:cNvSpPr/>
          <p:nvPr/>
        </p:nvSpPr>
        <p:spPr>
          <a:xfrm>
            <a:off x="3561178" y="410970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مكتب لجـان الأحيــاء</a:t>
            </a:r>
            <a:endParaRPr lang="ar-SA" altLang="ar-SY" dirty="0">
              <a:solidFill>
                <a:schemeClr val="tx1"/>
              </a:solidFill>
              <a:latin typeface="Arial" panose="020B0604020202020204" pitchFamily="34" charset="0"/>
            </a:endParaRPr>
          </a:p>
        </p:txBody>
      </p:sp>
      <p:sp>
        <p:nvSpPr>
          <p:cNvPr id="20" name="مستطيل 12">
            <a:extLst>
              <a:ext uri="{FF2B5EF4-FFF2-40B4-BE49-F238E27FC236}">
                <a16:creationId xmlns:a16="http://schemas.microsoft.com/office/drawing/2014/main" id="{A8DE6087-7045-EB1A-810B-EA045C036BDE}"/>
              </a:ext>
            </a:extLst>
          </p:cNvPr>
          <p:cNvSpPr/>
          <p:nvPr/>
        </p:nvSpPr>
        <p:spPr>
          <a:xfrm>
            <a:off x="8198125" y="411471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مجلس المحافظة</a:t>
            </a:r>
            <a:endParaRPr lang="ar-SA" altLang="ar-SY" dirty="0">
              <a:solidFill>
                <a:schemeClr val="tx1"/>
              </a:solidFill>
              <a:latin typeface="Arial" panose="020B0604020202020204" pitchFamily="34" charset="0"/>
            </a:endParaRPr>
          </a:p>
        </p:txBody>
      </p:sp>
      <p:cxnSp>
        <p:nvCxnSpPr>
          <p:cNvPr id="22" name="موصل: على شكل مرفق 203">
            <a:extLst>
              <a:ext uri="{FF2B5EF4-FFF2-40B4-BE49-F238E27FC236}">
                <a16:creationId xmlns:a16="http://schemas.microsoft.com/office/drawing/2014/main" id="{F61B6EF2-A06E-DB47-F897-81764E58920C}"/>
              </a:ext>
            </a:extLst>
          </p:cNvPr>
          <p:cNvCxnSpPr>
            <a:cxnSpLocks/>
            <a:stCxn id="4" idx="2"/>
            <a:endCxn id="20" idx="0"/>
          </p:cNvCxnSpPr>
          <p:nvPr/>
        </p:nvCxnSpPr>
        <p:spPr>
          <a:xfrm rot="16200000" flipH="1">
            <a:off x="6804847" y="2109433"/>
            <a:ext cx="1605144" cy="240541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 name="Date Placeholder 6">
            <a:extLst>
              <a:ext uri="{FF2B5EF4-FFF2-40B4-BE49-F238E27FC236}">
                <a16:creationId xmlns:a16="http://schemas.microsoft.com/office/drawing/2014/main" id="{8890949D-FE96-5A98-B3D4-C1E00FDB20FB}"/>
              </a:ext>
            </a:extLst>
          </p:cNvPr>
          <p:cNvSpPr>
            <a:spLocks noGrp="1"/>
          </p:cNvSpPr>
          <p:nvPr>
            <p:ph type="dt" sz="half" idx="10"/>
          </p:nvPr>
        </p:nvSpPr>
        <p:spPr/>
        <p:txBody>
          <a:bodyPr/>
          <a:lstStyle/>
          <a:p>
            <a:fld id="{74E8C331-6E1E-4385-86D8-5A366A19C603}" type="datetime8">
              <a:rPr lang="ar-SY" smtClean="0"/>
              <a:t>28 تشرين الأول، 26</a:t>
            </a:fld>
            <a:endParaRPr lang="ar-SY" dirty="0"/>
          </a:p>
        </p:txBody>
      </p:sp>
      <p:sp>
        <p:nvSpPr>
          <p:cNvPr id="8" name="Footer Placeholder 7">
            <a:extLst>
              <a:ext uri="{FF2B5EF4-FFF2-40B4-BE49-F238E27FC236}">
                <a16:creationId xmlns:a16="http://schemas.microsoft.com/office/drawing/2014/main" id="{A1D921ED-9DA2-51BC-D970-DE42205C95C4}"/>
              </a:ext>
            </a:extLst>
          </p:cNvPr>
          <p:cNvSpPr>
            <a:spLocks noGrp="1"/>
          </p:cNvSpPr>
          <p:nvPr>
            <p:ph type="ftr" sz="quarter" idx="11"/>
          </p:nvPr>
        </p:nvSpPr>
        <p:spPr/>
        <p:txBody>
          <a:bodyPr/>
          <a:lstStyle/>
          <a:p>
            <a:r>
              <a:rPr lang="ar-SY"/>
              <a:t>التعريف العام بمحافظة دمشق</a:t>
            </a:r>
          </a:p>
        </p:txBody>
      </p:sp>
      <p:sp>
        <p:nvSpPr>
          <p:cNvPr id="9" name="Slide Number Placeholder 8">
            <a:extLst>
              <a:ext uri="{FF2B5EF4-FFF2-40B4-BE49-F238E27FC236}">
                <a16:creationId xmlns:a16="http://schemas.microsoft.com/office/drawing/2014/main" id="{1224ABF7-2BB5-6C34-AF46-0884C6795C6C}"/>
              </a:ext>
            </a:extLst>
          </p:cNvPr>
          <p:cNvSpPr>
            <a:spLocks noGrp="1"/>
          </p:cNvSpPr>
          <p:nvPr>
            <p:ph type="sldNum" sz="quarter" idx="12"/>
          </p:nvPr>
        </p:nvSpPr>
        <p:spPr/>
        <p:txBody>
          <a:bodyPr/>
          <a:lstStyle/>
          <a:p>
            <a:fld id="{065EBCF0-071A-41B4-9C48-9ADF70E893B6}" type="slidenum">
              <a:rPr lang="ar-SY" smtClean="0"/>
              <a:pPr/>
              <a:t>60</a:t>
            </a:fld>
            <a:endParaRPr lang="ar-SY" dirty="0"/>
          </a:p>
        </p:txBody>
      </p:sp>
    </p:spTree>
    <p:extLst>
      <p:ext uri="{BB962C8B-B14F-4D97-AF65-F5344CB8AC3E}">
        <p14:creationId xmlns:p14="http://schemas.microsoft.com/office/powerpoint/2010/main" val="29812996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74AA1D-AD2E-D744-B057-294978F935B9}"/>
              </a:ext>
            </a:extLst>
          </p:cNvPr>
          <p:cNvSpPr>
            <a:spLocks noGrp="1"/>
          </p:cNvSpPr>
          <p:nvPr>
            <p:ph type="title"/>
          </p:nvPr>
        </p:nvSpPr>
        <p:spPr/>
        <p:txBody>
          <a:bodyPr/>
          <a:lstStyle/>
          <a:p>
            <a:r>
              <a:rPr lang="ar-SY" dirty="0"/>
              <a:t>مديرية هندسة المرور والنقل</a:t>
            </a:r>
          </a:p>
        </p:txBody>
      </p:sp>
      <p:sp>
        <p:nvSpPr>
          <p:cNvPr id="6" name="Content Placeholder 5">
            <a:extLst>
              <a:ext uri="{FF2B5EF4-FFF2-40B4-BE49-F238E27FC236}">
                <a16:creationId xmlns:a16="http://schemas.microsoft.com/office/drawing/2014/main" id="{B89DF5DB-7876-FA10-D7C4-47A19DA84FF8}"/>
              </a:ext>
            </a:extLst>
          </p:cNvPr>
          <p:cNvSpPr>
            <a:spLocks noGrp="1"/>
          </p:cNvSpPr>
          <p:nvPr>
            <p:ph idx="1"/>
          </p:nvPr>
        </p:nvSpPr>
        <p:spPr/>
        <p:txBody>
          <a:bodyPr>
            <a:normAutofit fontScale="77500" lnSpcReduction="20000"/>
          </a:bodyPr>
          <a:lstStyle/>
          <a:p>
            <a:r>
              <a:rPr lang="ar-SY" dirty="0"/>
              <a:t>هي مديرية تخطيطية وتنفيذية تُعنى بتنظيم وتطوير منظومة النقل والمرور في مدينة دمشق، من خلال إعداد الدراسات المرورية والطرقية، ووضع الخطط الاستراتيجية والآنية لتحسين انسيابية الحركة والسلامة المرورية. تتولى تنسيق أعمال لجنة السير وتنفيذ قراراتها، ومعالجة المشكلات المرورية، والإشراف والتنفيذ المباشر لأعمال الإشارات الضوئية والشاخصات المرورية والدهان الطرقي وتقنيات السلامة المرورية. كما تشرف على مراكز الانطلاق، وتنظيم المرائب والمواقف، ومتابعة رخص اللوحات الإعلانية المرورية، والإشراف على المشاريع الطرقية أثناء التنفيذ، وإدارة مشاريع النقل الكبرى كالمترو، وذلك بالتنسيق مع الجهات المعنية، بما يخدم التنمية الحضرية المستدامة ويحسن جودة التنقل في المدينة.</a:t>
            </a:r>
          </a:p>
        </p:txBody>
      </p:sp>
      <p:sp>
        <p:nvSpPr>
          <p:cNvPr id="2" name="Date Placeholder 1">
            <a:extLst>
              <a:ext uri="{FF2B5EF4-FFF2-40B4-BE49-F238E27FC236}">
                <a16:creationId xmlns:a16="http://schemas.microsoft.com/office/drawing/2014/main" id="{99BBBCD4-F3A7-D22C-5AAF-47E5AA33B00C}"/>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777EDB88-C55D-3A3F-F096-E81AED42BFA6}"/>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2ACD5968-854C-EF43-C25F-4FE42F605FE2}"/>
              </a:ext>
            </a:extLst>
          </p:cNvPr>
          <p:cNvSpPr>
            <a:spLocks noGrp="1"/>
          </p:cNvSpPr>
          <p:nvPr>
            <p:ph type="sldNum" sz="quarter" idx="12"/>
          </p:nvPr>
        </p:nvSpPr>
        <p:spPr/>
        <p:txBody>
          <a:bodyPr/>
          <a:lstStyle/>
          <a:p>
            <a:fld id="{065EBCF0-071A-41B4-9C48-9ADF70E893B6}" type="slidenum">
              <a:rPr lang="ar-SY" smtClean="0"/>
              <a:pPr/>
              <a:t>61</a:t>
            </a:fld>
            <a:endParaRPr lang="ar-SY" dirty="0"/>
          </a:p>
        </p:txBody>
      </p:sp>
    </p:spTree>
    <p:extLst>
      <p:ext uri="{BB962C8B-B14F-4D97-AF65-F5344CB8AC3E}">
        <p14:creationId xmlns:p14="http://schemas.microsoft.com/office/powerpoint/2010/main" val="6868261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19C5-0D84-4BB8-A2B4-AD38E89D80CF}"/>
            </a:ext>
          </a:extLst>
        </p:cNvPr>
        <p:cNvGrpSpPr/>
        <p:nvPr/>
      </p:nvGrpSpPr>
      <p:grpSpPr>
        <a:xfrm>
          <a:off x="0" y="0"/>
          <a:ext cx="0" cy="0"/>
          <a:chOff x="0" y="0"/>
          <a:chExt cx="0" cy="0"/>
        </a:xfrm>
      </p:grpSpPr>
      <p:sp>
        <p:nvSpPr>
          <p:cNvPr id="2" name="مستطيل 12">
            <a:extLst>
              <a:ext uri="{FF2B5EF4-FFF2-40B4-BE49-F238E27FC236}">
                <a16:creationId xmlns:a16="http://schemas.microsoft.com/office/drawing/2014/main" id="{74460339-7EBB-9F7C-4253-9AEB301A50E1}"/>
              </a:ext>
            </a:extLst>
          </p:cNvPr>
          <p:cNvSpPr/>
          <p:nvPr/>
        </p:nvSpPr>
        <p:spPr>
          <a:xfrm>
            <a:off x="6731535" y="184703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100" b="1" dirty="0">
                <a:solidFill>
                  <a:schemeClr val="tx1"/>
                </a:solidFill>
                <a:latin typeface="Arial" panose="020B0604020202020204" pitchFamily="34" charset="0"/>
                <a:ea typeface="Times New Roman" panose="02020603050405020304" pitchFamily="18" charset="0"/>
              </a:rPr>
              <a:t>دائرة مراكز الانطلاق</a:t>
            </a:r>
            <a:endParaRPr lang="ar-SA" altLang="ar-SY" sz="1400" b="1" dirty="0">
              <a:solidFill>
                <a:schemeClr val="tx1"/>
              </a:solidFill>
              <a:latin typeface="Arial" panose="020B0604020202020204" pitchFamily="34" charset="0"/>
            </a:endParaRPr>
          </a:p>
          <a:p>
            <a:pPr algn="ctr"/>
            <a:r>
              <a:rPr lang="ar-SY" sz="1100" b="1" dirty="0">
                <a:ln w="0"/>
                <a:solidFill>
                  <a:schemeClr val="tx1"/>
                </a:solidFill>
                <a:effectLst>
                  <a:outerShdw blurRad="38100" dist="38100" dir="2700000" algn="tl">
                    <a:srgbClr val="000000">
                      <a:alpha val="43137"/>
                    </a:srgbClr>
                  </a:outerShdw>
                </a:effectLst>
                <a:cs typeface="Al-Jazeera-Arabic-Regular" panose="01000500000000020006"/>
              </a:rPr>
              <a:t>	 </a:t>
            </a:r>
          </a:p>
        </p:txBody>
      </p:sp>
      <p:sp>
        <p:nvSpPr>
          <p:cNvPr id="3" name="مستطيل 16">
            <a:extLst>
              <a:ext uri="{FF2B5EF4-FFF2-40B4-BE49-F238E27FC236}">
                <a16:creationId xmlns:a16="http://schemas.microsoft.com/office/drawing/2014/main" id="{82831E54-36CB-2A53-6AEB-8B65BEA58ED7}"/>
              </a:ext>
            </a:extLst>
          </p:cNvPr>
          <p:cNvSpPr/>
          <p:nvPr/>
        </p:nvSpPr>
        <p:spPr>
          <a:xfrm>
            <a:off x="7649512" y="2708338"/>
            <a:ext cx="1010345"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a:t>
            </a:r>
            <a:r>
              <a:rPr lang="ar-SA" altLang="ar-SY" sz="1200" dirty="0" err="1">
                <a:solidFill>
                  <a:schemeClr val="tx1"/>
                </a:solidFill>
                <a:latin typeface="Arial" panose="020B0604020202020204" pitchFamily="34" charset="0"/>
                <a:ea typeface="Times New Roman" panose="02020603050405020304" pitchFamily="18" charset="0"/>
              </a:rPr>
              <a:t>البولمان</a:t>
            </a:r>
            <a:endParaRPr lang="ar-SA" altLang="ar-SY" dirty="0">
              <a:solidFill>
                <a:schemeClr val="tx1"/>
              </a:solidFill>
              <a:latin typeface="Arial" panose="020B0604020202020204" pitchFamily="34" charset="0"/>
            </a:endParaRPr>
          </a:p>
        </p:txBody>
      </p:sp>
      <p:cxnSp>
        <p:nvCxnSpPr>
          <p:cNvPr id="4" name="موصل: على شكل مرفق 30">
            <a:extLst>
              <a:ext uri="{FF2B5EF4-FFF2-40B4-BE49-F238E27FC236}">
                <a16:creationId xmlns:a16="http://schemas.microsoft.com/office/drawing/2014/main" id="{ACD0236E-2B83-D363-EB97-FE148728F7E3}"/>
              </a:ext>
            </a:extLst>
          </p:cNvPr>
          <p:cNvCxnSpPr>
            <a:cxnSpLocks/>
            <a:stCxn id="2" idx="2"/>
            <a:endCxn id="3" idx="1"/>
          </p:cNvCxnSpPr>
          <p:nvPr/>
        </p:nvCxnSpPr>
        <p:spPr>
          <a:xfrm rot="16200000" flipH="1">
            <a:off x="7179249" y="2551324"/>
            <a:ext cx="634549" cy="30597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198">
            <a:extLst>
              <a:ext uri="{FF2B5EF4-FFF2-40B4-BE49-F238E27FC236}">
                <a16:creationId xmlns:a16="http://schemas.microsoft.com/office/drawing/2014/main" id="{E70AD8DC-C9E5-0AAA-87CC-87FA4FF2EB10}"/>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400" b="1" dirty="0">
                <a:solidFill>
                  <a:schemeClr val="tx1"/>
                </a:solidFill>
                <a:latin typeface="Arial" panose="020B0604020202020204" pitchFamily="34" charset="0"/>
                <a:ea typeface="Times New Roman" panose="02020603050405020304" pitchFamily="18" charset="0"/>
              </a:rPr>
              <a:t>مديرية هندسة المرور و النقل</a:t>
            </a:r>
            <a:endParaRPr lang="ar-SA" altLang="ar-SY" sz="1400" dirty="0">
              <a:solidFill>
                <a:schemeClr val="tx1"/>
              </a:solidFill>
              <a:latin typeface="Arial" panose="020B0604020202020204" pitchFamily="34" charset="0"/>
            </a:endParaRPr>
          </a:p>
        </p:txBody>
      </p:sp>
      <p:cxnSp>
        <p:nvCxnSpPr>
          <p:cNvPr id="7" name="موصل: على شكل مرفق 199">
            <a:extLst>
              <a:ext uri="{FF2B5EF4-FFF2-40B4-BE49-F238E27FC236}">
                <a16:creationId xmlns:a16="http://schemas.microsoft.com/office/drawing/2014/main" id="{F48CFC9C-D1F8-E244-CE92-568C58974918}"/>
              </a:ext>
            </a:extLst>
          </p:cNvPr>
          <p:cNvCxnSpPr>
            <a:cxnSpLocks/>
            <a:stCxn id="6" idx="2"/>
            <a:endCxn id="2" idx="0"/>
          </p:cNvCxnSpPr>
          <p:nvPr/>
        </p:nvCxnSpPr>
        <p:spPr>
          <a:xfrm rot="16200000" flipH="1">
            <a:off x="6150312" y="653816"/>
            <a:ext cx="1176320" cy="121012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A1835AB1-EDCE-EDDD-27CE-98CADFF1B6CB}"/>
              </a:ext>
            </a:extLst>
          </p:cNvPr>
          <p:cNvSpPr/>
          <p:nvPr/>
        </p:nvSpPr>
        <p:spPr>
          <a:xfrm>
            <a:off x="7638191" y="3571906"/>
            <a:ext cx="101034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الشمال</a:t>
            </a:r>
            <a:endParaRPr lang="ar-SA" altLang="ar-SY" dirty="0">
              <a:solidFill>
                <a:schemeClr val="tx1"/>
              </a:solidFill>
              <a:latin typeface="Arial" panose="020B0604020202020204" pitchFamily="34" charset="0"/>
            </a:endParaRPr>
          </a:p>
        </p:txBody>
      </p:sp>
      <p:cxnSp>
        <p:nvCxnSpPr>
          <p:cNvPr id="10" name="موصل: على شكل مرفق 76">
            <a:extLst>
              <a:ext uri="{FF2B5EF4-FFF2-40B4-BE49-F238E27FC236}">
                <a16:creationId xmlns:a16="http://schemas.microsoft.com/office/drawing/2014/main" id="{8517769B-B685-9E07-C8DA-953334AC6B2F}"/>
              </a:ext>
            </a:extLst>
          </p:cNvPr>
          <p:cNvCxnSpPr>
            <a:cxnSpLocks/>
            <a:stCxn id="2" idx="2"/>
            <a:endCxn id="9" idx="1"/>
          </p:cNvCxnSpPr>
          <p:nvPr/>
        </p:nvCxnSpPr>
        <p:spPr>
          <a:xfrm rot="16200000" flipH="1">
            <a:off x="6739153" y="2991421"/>
            <a:ext cx="1503421" cy="2946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5">
            <a:extLst>
              <a:ext uri="{FF2B5EF4-FFF2-40B4-BE49-F238E27FC236}">
                <a16:creationId xmlns:a16="http://schemas.microsoft.com/office/drawing/2014/main" id="{CF6F263D-4F46-16DF-71F0-F37D50FA1E92}"/>
              </a:ext>
            </a:extLst>
          </p:cNvPr>
          <p:cNvSpPr/>
          <p:nvPr/>
        </p:nvSpPr>
        <p:spPr>
          <a:xfrm>
            <a:off x="5045678" y="184824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الدائرة الإدارية</a:t>
            </a:r>
            <a:endParaRPr lang="ar-SA" altLang="ar-SY" sz="1600" b="1" dirty="0">
              <a:solidFill>
                <a:schemeClr val="tx1"/>
              </a:solidFill>
              <a:latin typeface="Arial" panose="020B0604020202020204" pitchFamily="34" charset="0"/>
            </a:endParaRPr>
          </a:p>
        </p:txBody>
      </p:sp>
      <p:sp>
        <p:nvSpPr>
          <p:cNvPr id="14" name="مستطيل 9">
            <a:extLst>
              <a:ext uri="{FF2B5EF4-FFF2-40B4-BE49-F238E27FC236}">
                <a16:creationId xmlns:a16="http://schemas.microsoft.com/office/drawing/2014/main" id="{7390BFDC-DB15-206B-8F0F-7CED4A325F9B}"/>
              </a:ext>
            </a:extLst>
          </p:cNvPr>
          <p:cNvSpPr/>
          <p:nvPr/>
        </p:nvSpPr>
        <p:spPr>
          <a:xfrm>
            <a:off x="136575" y="180477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دائرة المترو</a:t>
            </a:r>
            <a:endParaRPr lang="ar-SA" altLang="ar-SY" sz="1600" b="1" dirty="0">
              <a:solidFill>
                <a:schemeClr val="tx1"/>
              </a:solidFill>
              <a:latin typeface="Arial" panose="020B0604020202020204" pitchFamily="34" charset="0"/>
            </a:endParaRPr>
          </a:p>
        </p:txBody>
      </p:sp>
      <p:cxnSp>
        <p:nvCxnSpPr>
          <p:cNvPr id="15" name="موصل: على شكل مرفق 17">
            <a:extLst>
              <a:ext uri="{FF2B5EF4-FFF2-40B4-BE49-F238E27FC236}">
                <a16:creationId xmlns:a16="http://schemas.microsoft.com/office/drawing/2014/main" id="{F99D4CBF-8678-39D7-F188-4E60720444EF}"/>
              </a:ext>
            </a:extLst>
          </p:cNvPr>
          <p:cNvCxnSpPr>
            <a:cxnSpLocks/>
            <a:stCxn id="6" idx="2"/>
            <a:endCxn id="14" idx="0"/>
          </p:cNvCxnSpPr>
          <p:nvPr/>
        </p:nvCxnSpPr>
        <p:spPr>
          <a:xfrm rot="5400000">
            <a:off x="2873962" y="-1454668"/>
            <a:ext cx="1134060" cy="538483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8" name="مستطيل 72">
            <a:extLst>
              <a:ext uri="{FF2B5EF4-FFF2-40B4-BE49-F238E27FC236}">
                <a16:creationId xmlns:a16="http://schemas.microsoft.com/office/drawing/2014/main" id="{B2FDAAE6-3A05-BC5C-3519-43EB90B3575B}"/>
              </a:ext>
            </a:extLst>
          </p:cNvPr>
          <p:cNvSpPr/>
          <p:nvPr/>
        </p:nvSpPr>
        <p:spPr>
          <a:xfrm>
            <a:off x="8572399" y="1825281"/>
            <a:ext cx="1186432" cy="555443"/>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دائرة الورشات التنفيذية </a:t>
            </a:r>
            <a:endParaRPr lang="ar-SA" altLang="ar-SY" sz="1600" b="1" dirty="0">
              <a:solidFill>
                <a:schemeClr val="tx1"/>
              </a:solidFill>
              <a:latin typeface="Arial" panose="020B0604020202020204" pitchFamily="34" charset="0"/>
            </a:endParaRPr>
          </a:p>
        </p:txBody>
      </p:sp>
      <p:cxnSp>
        <p:nvCxnSpPr>
          <p:cNvPr id="19" name="موصل: على شكل مرفق 93">
            <a:extLst>
              <a:ext uri="{FF2B5EF4-FFF2-40B4-BE49-F238E27FC236}">
                <a16:creationId xmlns:a16="http://schemas.microsoft.com/office/drawing/2014/main" id="{8C613C66-DF1E-2E63-F7F8-2AFE2FD9BA6A}"/>
              </a:ext>
            </a:extLst>
          </p:cNvPr>
          <p:cNvCxnSpPr>
            <a:cxnSpLocks/>
            <a:stCxn id="6" idx="2"/>
            <a:endCxn id="18" idx="0"/>
          </p:cNvCxnSpPr>
          <p:nvPr/>
        </p:nvCxnSpPr>
        <p:spPr>
          <a:xfrm rot="16200000" flipH="1">
            <a:off x="7072231" y="-268103"/>
            <a:ext cx="1154562" cy="303220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موصل: على شكل مرفق 135">
            <a:extLst>
              <a:ext uri="{FF2B5EF4-FFF2-40B4-BE49-F238E27FC236}">
                <a16:creationId xmlns:a16="http://schemas.microsoft.com/office/drawing/2014/main" id="{12C478F3-76E0-120D-141F-B8B2F59B6D75}"/>
              </a:ext>
            </a:extLst>
          </p:cNvPr>
          <p:cNvCxnSpPr>
            <a:cxnSpLocks/>
            <a:stCxn id="6" idx="2"/>
            <a:endCxn id="12" idx="0"/>
          </p:cNvCxnSpPr>
          <p:nvPr/>
        </p:nvCxnSpPr>
        <p:spPr>
          <a:xfrm rot="5400000">
            <a:off x="5306782" y="1021616"/>
            <a:ext cx="1177525" cy="47573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6" name="موصل: على شكل مرفق 76">
            <a:extLst>
              <a:ext uri="{FF2B5EF4-FFF2-40B4-BE49-F238E27FC236}">
                <a16:creationId xmlns:a16="http://schemas.microsoft.com/office/drawing/2014/main" id="{F68E3E91-471B-5094-789E-C2721B9880E0}"/>
              </a:ext>
            </a:extLst>
          </p:cNvPr>
          <p:cNvCxnSpPr>
            <a:cxnSpLocks/>
            <a:stCxn id="2" idx="2"/>
            <a:endCxn id="116" idx="1"/>
          </p:cNvCxnSpPr>
          <p:nvPr/>
        </p:nvCxnSpPr>
        <p:spPr>
          <a:xfrm rot="16200000" flipH="1">
            <a:off x="6288681" y="3441893"/>
            <a:ext cx="2393299" cy="28359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8" name="مستطيل 34">
            <a:extLst>
              <a:ext uri="{FF2B5EF4-FFF2-40B4-BE49-F238E27FC236}">
                <a16:creationId xmlns:a16="http://schemas.microsoft.com/office/drawing/2014/main" id="{62DFB7A7-0B53-C6FC-EC6E-9243CC5F5587}"/>
              </a:ext>
            </a:extLst>
          </p:cNvPr>
          <p:cNvSpPr/>
          <p:nvPr/>
        </p:nvSpPr>
        <p:spPr>
          <a:xfrm>
            <a:off x="3828436" y="2781573"/>
            <a:ext cx="1217242" cy="45424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تصميم الأنظمة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50" name="مستطيل 34">
            <a:extLst>
              <a:ext uri="{FF2B5EF4-FFF2-40B4-BE49-F238E27FC236}">
                <a16:creationId xmlns:a16="http://schemas.microsoft.com/office/drawing/2014/main" id="{46AF304F-63AA-39F4-A8A8-59F6E36A0B49}"/>
              </a:ext>
            </a:extLst>
          </p:cNvPr>
          <p:cNvSpPr/>
          <p:nvPr/>
        </p:nvSpPr>
        <p:spPr>
          <a:xfrm>
            <a:off x="3861056" y="3384257"/>
            <a:ext cx="1184622"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الأنفاق</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05" name="مستطيل 72">
            <a:extLst>
              <a:ext uri="{FF2B5EF4-FFF2-40B4-BE49-F238E27FC236}">
                <a16:creationId xmlns:a16="http://schemas.microsoft.com/office/drawing/2014/main" id="{F11DD546-B83E-52D8-FA61-2C480A3B0F50}"/>
              </a:ext>
            </a:extLst>
          </p:cNvPr>
          <p:cNvSpPr/>
          <p:nvPr/>
        </p:nvSpPr>
        <p:spPr>
          <a:xfrm>
            <a:off x="10345550" y="1835688"/>
            <a:ext cx="1061519" cy="534627"/>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a:t>
            </a:r>
            <a:r>
              <a:rPr lang="ar-SA" altLang="ar-SY" sz="1200" b="1" dirty="0" bmk="">
                <a:solidFill>
                  <a:schemeClr val="tx1"/>
                </a:solidFill>
                <a:latin typeface="Arial" panose="020B0604020202020204" pitchFamily="34" charset="0"/>
                <a:ea typeface="Times New Roman" panose="02020603050405020304" pitchFamily="18" charset="0"/>
              </a:rPr>
              <a:t>ائرة السير و الدراسات الطرقية</a:t>
            </a:r>
            <a:endParaRPr lang="ar-SA" altLang="ar-SY" sz="1600" b="1" dirty="0">
              <a:solidFill>
                <a:schemeClr val="tx1"/>
              </a:solidFill>
              <a:latin typeface="Arial" panose="020B0604020202020204" pitchFamily="34" charset="0"/>
            </a:endParaRPr>
          </a:p>
        </p:txBody>
      </p:sp>
      <p:sp>
        <p:nvSpPr>
          <p:cNvPr id="112" name="مستطيل 16">
            <a:extLst>
              <a:ext uri="{FF2B5EF4-FFF2-40B4-BE49-F238E27FC236}">
                <a16:creationId xmlns:a16="http://schemas.microsoft.com/office/drawing/2014/main" id="{1F3B8D71-30E7-4BEC-94C5-6AE102A26B52}"/>
              </a:ext>
            </a:extLst>
          </p:cNvPr>
          <p:cNvSpPr/>
          <p:nvPr/>
        </p:nvSpPr>
        <p:spPr>
          <a:xfrm>
            <a:off x="1115110" y="4410869"/>
            <a:ext cx="12850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المرائب المدارة ذاتيا</a:t>
            </a:r>
            <a:endParaRPr lang="ar-SA" altLang="ar-SY" dirty="0">
              <a:solidFill>
                <a:schemeClr val="tx1"/>
              </a:solidFill>
              <a:latin typeface="Arial" panose="020B0604020202020204" pitchFamily="34" charset="0"/>
            </a:endParaRPr>
          </a:p>
        </p:txBody>
      </p:sp>
      <p:sp>
        <p:nvSpPr>
          <p:cNvPr id="113" name="مستطيل 16">
            <a:extLst>
              <a:ext uri="{FF2B5EF4-FFF2-40B4-BE49-F238E27FC236}">
                <a16:creationId xmlns:a16="http://schemas.microsoft.com/office/drawing/2014/main" id="{9E10837D-6FE1-592B-4C9F-6C314B2E5B3E}"/>
              </a:ext>
            </a:extLst>
          </p:cNvPr>
          <p:cNvSpPr/>
          <p:nvPr/>
        </p:nvSpPr>
        <p:spPr>
          <a:xfrm>
            <a:off x="11155503" y="3566799"/>
            <a:ext cx="958638" cy="77374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الدراسات الطرقية و الرسم و الارشيف</a:t>
            </a:r>
            <a:endParaRPr lang="ar-SA" altLang="ar-SY" dirty="0">
              <a:solidFill>
                <a:schemeClr val="tx1"/>
              </a:solidFill>
              <a:latin typeface="Arial" panose="020B0604020202020204" pitchFamily="34" charset="0"/>
            </a:endParaRPr>
          </a:p>
        </p:txBody>
      </p:sp>
      <p:sp>
        <p:nvSpPr>
          <p:cNvPr id="114" name="مستطيل 16">
            <a:extLst>
              <a:ext uri="{FF2B5EF4-FFF2-40B4-BE49-F238E27FC236}">
                <a16:creationId xmlns:a16="http://schemas.microsoft.com/office/drawing/2014/main" id="{34EDFF32-4C28-C203-A90A-89F534CF0899}"/>
              </a:ext>
            </a:extLst>
          </p:cNvPr>
          <p:cNvSpPr/>
          <p:nvPr/>
        </p:nvSpPr>
        <p:spPr>
          <a:xfrm>
            <a:off x="1097873" y="3437401"/>
            <a:ext cx="13023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المرائب المستثمرة بعقود استثمارية</a:t>
            </a:r>
            <a:endParaRPr lang="ar-SA" altLang="ar-SY" dirty="0">
              <a:solidFill>
                <a:schemeClr val="tx1"/>
              </a:solidFill>
              <a:latin typeface="Arial" panose="020B0604020202020204" pitchFamily="34" charset="0"/>
            </a:endParaRPr>
          </a:p>
        </p:txBody>
      </p:sp>
      <p:sp>
        <p:nvSpPr>
          <p:cNvPr id="115" name="مستطيل 16">
            <a:extLst>
              <a:ext uri="{FF2B5EF4-FFF2-40B4-BE49-F238E27FC236}">
                <a16:creationId xmlns:a16="http://schemas.microsoft.com/office/drawing/2014/main" id="{FC102D4A-C02B-B0BD-358B-4BB079A24245}"/>
              </a:ext>
            </a:extLst>
          </p:cNvPr>
          <p:cNvSpPr/>
          <p:nvPr/>
        </p:nvSpPr>
        <p:spPr>
          <a:xfrm>
            <a:off x="11143257" y="2695969"/>
            <a:ext cx="970884"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السير</a:t>
            </a:r>
            <a:endParaRPr lang="ar-SA" altLang="ar-SY" dirty="0">
              <a:solidFill>
                <a:schemeClr val="tx1"/>
              </a:solidFill>
              <a:latin typeface="Arial" panose="020B0604020202020204" pitchFamily="34" charset="0"/>
            </a:endParaRPr>
          </a:p>
        </p:txBody>
      </p:sp>
      <p:sp>
        <p:nvSpPr>
          <p:cNvPr id="116" name="مستطيل 34">
            <a:extLst>
              <a:ext uri="{FF2B5EF4-FFF2-40B4-BE49-F238E27FC236}">
                <a16:creationId xmlns:a16="http://schemas.microsoft.com/office/drawing/2014/main" id="{7AAD24BA-2EA4-969C-AB66-A0547652B949}"/>
              </a:ext>
            </a:extLst>
          </p:cNvPr>
          <p:cNvSpPr/>
          <p:nvPr/>
        </p:nvSpPr>
        <p:spPr>
          <a:xfrm>
            <a:off x="7627125" y="4452750"/>
            <a:ext cx="1198490" cy="65517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السومرية (البرامكة سابقا )</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17" name="مستطيل 34">
            <a:extLst>
              <a:ext uri="{FF2B5EF4-FFF2-40B4-BE49-F238E27FC236}">
                <a16:creationId xmlns:a16="http://schemas.microsoft.com/office/drawing/2014/main" id="{43BEAD06-34C9-BC1C-F2B8-93B30329C78B}"/>
              </a:ext>
            </a:extLst>
          </p:cNvPr>
          <p:cNvSpPr/>
          <p:nvPr/>
        </p:nvSpPr>
        <p:spPr>
          <a:xfrm>
            <a:off x="5870279" y="2746298"/>
            <a:ext cx="1142431" cy="48006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الديوان</a:t>
            </a:r>
            <a:endParaRPr lang="ar-SA" altLang="ar-SY" dirty="0">
              <a:solidFill>
                <a:schemeClr val="tx1"/>
              </a:solidFill>
              <a:latin typeface="Arial" panose="020B0604020202020204" pitchFamily="34" charset="0"/>
            </a:endParaRPr>
          </a:p>
        </p:txBody>
      </p:sp>
      <p:sp>
        <p:nvSpPr>
          <p:cNvPr id="119" name="مستطيل 34">
            <a:extLst>
              <a:ext uri="{FF2B5EF4-FFF2-40B4-BE49-F238E27FC236}">
                <a16:creationId xmlns:a16="http://schemas.microsoft.com/office/drawing/2014/main" id="{4E408D86-33F1-DFE9-5FB4-49A2B991E9E5}"/>
              </a:ext>
            </a:extLst>
          </p:cNvPr>
          <p:cNvSpPr/>
          <p:nvPr/>
        </p:nvSpPr>
        <p:spPr>
          <a:xfrm>
            <a:off x="9386826" y="4395024"/>
            <a:ext cx="1117479" cy="74975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ورشة الدهان الطرقي والمسامير الأرضية</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20" name="مستطيل 34">
            <a:extLst>
              <a:ext uri="{FF2B5EF4-FFF2-40B4-BE49-F238E27FC236}">
                <a16:creationId xmlns:a16="http://schemas.microsoft.com/office/drawing/2014/main" id="{569CD371-EDF1-E1AD-38F7-83E392B81FA2}"/>
              </a:ext>
            </a:extLst>
          </p:cNvPr>
          <p:cNvSpPr/>
          <p:nvPr/>
        </p:nvSpPr>
        <p:spPr>
          <a:xfrm>
            <a:off x="9307705" y="3588948"/>
            <a:ext cx="1196600" cy="5199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ورشة الحدادة و تركيب الشاخصات</a:t>
            </a:r>
            <a:endParaRPr lang="en-US" altLang="ar-SY" sz="800"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21" name="مستطيل 34">
            <a:extLst>
              <a:ext uri="{FF2B5EF4-FFF2-40B4-BE49-F238E27FC236}">
                <a16:creationId xmlns:a16="http://schemas.microsoft.com/office/drawing/2014/main" id="{FAF76937-04CB-9889-5B57-5A98B441B341}"/>
              </a:ext>
            </a:extLst>
          </p:cNvPr>
          <p:cNvSpPr/>
          <p:nvPr/>
        </p:nvSpPr>
        <p:spPr>
          <a:xfrm>
            <a:off x="9320815" y="2726994"/>
            <a:ext cx="1186432" cy="49656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ورشة الإشارات الضوئية</a:t>
            </a:r>
            <a:endParaRPr lang="en-US" altLang="ar-SY" sz="800"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65" name="موصل: على شكل مرفق 93">
            <a:extLst>
              <a:ext uri="{FF2B5EF4-FFF2-40B4-BE49-F238E27FC236}">
                <a16:creationId xmlns:a16="http://schemas.microsoft.com/office/drawing/2014/main" id="{224E2AAB-4906-FF16-4AD7-99B0EB9149FB}"/>
              </a:ext>
            </a:extLst>
          </p:cNvPr>
          <p:cNvCxnSpPr>
            <a:cxnSpLocks/>
            <a:stCxn id="6" idx="2"/>
            <a:endCxn id="105" idx="0"/>
          </p:cNvCxnSpPr>
          <p:nvPr/>
        </p:nvCxnSpPr>
        <p:spPr>
          <a:xfrm rot="16200000" flipH="1">
            <a:off x="7922375" y="-1118248"/>
            <a:ext cx="1164969" cy="474290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69" name="موصل: على شكل مرفق 93">
            <a:extLst>
              <a:ext uri="{FF2B5EF4-FFF2-40B4-BE49-F238E27FC236}">
                <a16:creationId xmlns:a16="http://schemas.microsoft.com/office/drawing/2014/main" id="{834E77D6-25E8-7312-C46A-14456CC3360C}"/>
              </a:ext>
            </a:extLst>
          </p:cNvPr>
          <p:cNvCxnSpPr>
            <a:cxnSpLocks/>
            <a:stCxn id="105" idx="2"/>
            <a:endCxn id="115" idx="1"/>
          </p:cNvCxnSpPr>
          <p:nvPr/>
        </p:nvCxnSpPr>
        <p:spPr>
          <a:xfrm rot="16200000" flipH="1">
            <a:off x="10690331" y="2556293"/>
            <a:ext cx="638904" cy="26694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2" name="موصل: على شكل مرفق 93">
            <a:extLst>
              <a:ext uri="{FF2B5EF4-FFF2-40B4-BE49-F238E27FC236}">
                <a16:creationId xmlns:a16="http://schemas.microsoft.com/office/drawing/2014/main" id="{3E186249-07C4-9E3C-25BB-0B1707233F9D}"/>
              </a:ext>
            </a:extLst>
          </p:cNvPr>
          <p:cNvCxnSpPr>
            <a:cxnSpLocks/>
            <a:stCxn id="105" idx="2"/>
            <a:endCxn id="113" idx="1"/>
          </p:cNvCxnSpPr>
          <p:nvPr/>
        </p:nvCxnSpPr>
        <p:spPr>
          <a:xfrm rot="16200000" flipH="1">
            <a:off x="10224228" y="3022396"/>
            <a:ext cx="1583356" cy="2791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2" name="موصل: على شكل مرفق 93">
            <a:extLst>
              <a:ext uri="{FF2B5EF4-FFF2-40B4-BE49-F238E27FC236}">
                <a16:creationId xmlns:a16="http://schemas.microsoft.com/office/drawing/2014/main" id="{B7480071-BBAF-958A-F5C7-5CEC3EEF07D0}"/>
              </a:ext>
            </a:extLst>
          </p:cNvPr>
          <p:cNvCxnSpPr>
            <a:cxnSpLocks/>
            <a:stCxn id="18" idx="2"/>
            <a:endCxn id="119" idx="1"/>
          </p:cNvCxnSpPr>
          <p:nvPr/>
        </p:nvCxnSpPr>
        <p:spPr>
          <a:xfrm rot="16200000" flipH="1">
            <a:off x="8081632" y="3464706"/>
            <a:ext cx="2389177" cy="22121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3" name="موصل: على شكل مرفق 93">
            <a:extLst>
              <a:ext uri="{FF2B5EF4-FFF2-40B4-BE49-F238E27FC236}">
                <a16:creationId xmlns:a16="http://schemas.microsoft.com/office/drawing/2014/main" id="{8C6F2E9D-3FB5-E8AE-DC9D-C95BFDAF0EB4}"/>
              </a:ext>
            </a:extLst>
          </p:cNvPr>
          <p:cNvCxnSpPr>
            <a:cxnSpLocks/>
            <a:stCxn id="18" idx="2"/>
            <a:endCxn id="120" idx="1"/>
          </p:cNvCxnSpPr>
          <p:nvPr/>
        </p:nvCxnSpPr>
        <p:spPr>
          <a:xfrm rot="16200000" flipH="1">
            <a:off x="8502571" y="3043768"/>
            <a:ext cx="1468178" cy="14209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4" name="موصل: على شكل مرفق 93">
            <a:extLst>
              <a:ext uri="{FF2B5EF4-FFF2-40B4-BE49-F238E27FC236}">
                <a16:creationId xmlns:a16="http://schemas.microsoft.com/office/drawing/2014/main" id="{0AA2CA5D-8EF4-033E-1B3F-339ECDC3B671}"/>
              </a:ext>
            </a:extLst>
          </p:cNvPr>
          <p:cNvCxnSpPr>
            <a:cxnSpLocks/>
            <a:stCxn id="18" idx="2"/>
            <a:endCxn id="121" idx="1"/>
          </p:cNvCxnSpPr>
          <p:nvPr/>
        </p:nvCxnSpPr>
        <p:spPr>
          <a:xfrm rot="16200000" flipH="1">
            <a:off x="8945939" y="2600400"/>
            <a:ext cx="594552" cy="1552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3" name="مستطيل 34">
            <a:extLst>
              <a:ext uri="{FF2B5EF4-FFF2-40B4-BE49-F238E27FC236}">
                <a16:creationId xmlns:a16="http://schemas.microsoft.com/office/drawing/2014/main" id="{D9357281-F799-D40A-E81D-AFF50AAE7FDD}"/>
              </a:ext>
            </a:extLst>
          </p:cNvPr>
          <p:cNvSpPr/>
          <p:nvPr/>
        </p:nvSpPr>
        <p:spPr>
          <a:xfrm>
            <a:off x="3848590" y="5812242"/>
            <a:ext cx="1220857" cy="45424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التصميم المعماري</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87" name="مستطيل 34">
            <a:extLst>
              <a:ext uri="{FF2B5EF4-FFF2-40B4-BE49-F238E27FC236}">
                <a16:creationId xmlns:a16="http://schemas.microsoft.com/office/drawing/2014/main" id="{BB576351-7417-DEE1-C3C3-F21F3B742F54}"/>
              </a:ext>
            </a:extLst>
          </p:cNvPr>
          <p:cNvSpPr/>
          <p:nvPr/>
        </p:nvSpPr>
        <p:spPr>
          <a:xfrm>
            <a:off x="1085873" y="2781573"/>
            <a:ext cx="1314334" cy="45424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المواقف المأجورة(</a:t>
            </a:r>
            <a:r>
              <a:rPr lang="ar-SA" altLang="ar-SY" sz="1200" dirty="0" err="1">
                <a:solidFill>
                  <a:schemeClr val="tx1"/>
                </a:solidFill>
                <a:latin typeface="Arial" panose="020B0604020202020204" pitchFamily="34" charset="0"/>
                <a:ea typeface="Times New Roman" panose="02020603050405020304" pitchFamily="18" charset="0"/>
              </a:rPr>
              <a:t>الباركميتر</a:t>
            </a:r>
            <a:r>
              <a:rPr lang="ar-SA" altLang="ar-SY" sz="1200" dirty="0">
                <a:solidFill>
                  <a:schemeClr val="tx1"/>
                </a:solidFill>
                <a:latin typeface="Arial" panose="020B0604020202020204" pitchFamily="34" charset="0"/>
                <a:ea typeface="Times New Roman" panose="02020603050405020304" pitchFamily="18" charset="0"/>
              </a:rPr>
              <a:t>)</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28" name="مستطيل 16">
            <a:extLst>
              <a:ext uri="{FF2B5EF4-FFF2-40B4-BE49-F238E27FC236}">
                <a16:creationId xmlns:a16="http://schemas.microsoft.com/office/drawing/2014/main" id="{9B1C3851-4B1F-EA5B-8992-3A5D4CBB7724}"/>
              </a:ext>
            </a:extLst>
          </p:cNvPr>
          <p:cNvSpPr/>
          <p:nvPr/>
        </p:nvSpPr>
        <p:spPr>
          <a:xfrm>
            <a:off x="3848590" y="4162886"/>
            <a:ext cx="1220857" cy="55528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التخطيط النقلي</a:t>
            </a:r>
            <a:endParaRPr lang="ar-SA" altLang="ar-SY" dirty="0">
              <a:solidFill>
                <a:schemeClr val="tx1"/>
              </a:solidFill>
              <a:latin typeface="Arial" panose="020B0604020202020204" pitchFamily="34" charset="0"/>
            </a:endParaRPr>
          </a:p>
        </p:txBody>
      </p:sp>
      <p:sp>
        <p:nvSpPr>
          <p:cNvPr id="129" name="مستطيل 16">
            <a:extLst>
              <a:ext uri="{FF2B5EF4-FFF2-40B4-BE49-F238E27FC236}">
                <a16:creationId xmlns:a16="http://schemas.microsoft.com/office/drawing/2014/main" id="{25030D55-2B89-A6D3-D452-DCBF38AA8992}"/>
              </a:ext>
            </a:extLst>
          </p:cNvPr>
          <p:cNvSpPr/>
          <p:nvPr/>
        </p:nvSpPr>
        <p:spPr>
          <a:xfrm>
            <a:off x="3861056" y="4980037"/>
            <a:ext cx="1198490" cy="51096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شعبة تمويل المشروع</a:t>
            </a:r>
            <a:endParaRPr lang="ar-SA" altLang="ar-SY" dirty="0">
              <a:solidFill>
                <a:schemeClr val="tx1"/>
              </a:solidFill>
              <a:latin typeface="Arial" panose="020B0604020202020204" pitchFamily="34" charset="0"/>
            </a:endParaRPr>
          </a:p>
        </p:txBody>
      </p:sp>
      <p:sp>
        <p:nvSpPr>
          <p:cNvPr id="130" name="مستطيل 16">
            <a:extLst>
              <a:ext uri="{FF2B5EF4-FFF2-40B4-BE49-F238E27FC236}">
                <a16:creationId xmlns:a16="http://schemas.microsoft.com/office/drawing/2014/main" id="{A6E6BF78-4B81-035E-9D8F-10ADD7EAB3F1}"/>
              </a:ext>
            </a:extLst>
          </p:cNvPr>
          <p:cNvSpPr/>
          <p:nvPr/>
        </p:nvSpPr>
        <p:spPr>
          <a:xfrm>
            <a:off x="7602924" y="5337187"/>
            <a:ext cx="1198490" cy="51096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الانطلاق الجنوبي</a:t>
            </a:r>
            <a:endParaRPr lang="ar-SA" altLang="ar-SY" dirty="0">
              <a:solidFill>
                <a:schemeClr val="tx1"/>
              </a:solidFill>
              <a:latin typeface="Arial" panose="020B0604020202020204" pitchFamily="34" charset="0"/>
            </a:endParaRPr>
          </a:p>
        </p:txBody>
      </p:sp>
      <p:sp>
        <p:nvSpPr>
          <p:cNvPr id="133" name="مستطيل 16">
            <a:extLst>
              <a:ext uri="{FF2B5EF4-FFF2-40B4-BE49-F238E27FC236}">
                <a16:creationId xmlns:a16="http://schemas.microsoft.com/office/drawing/2014/main" id="{80C2715A-854C-5201-FE2C-4FA55FA82859}"/>
              </a:ext>
            </a:extLst>
          </p:cNvPr>
          <p:cNvSpPr/>
          <p:nvPr/>
        </p:nvSpPr>
        <p:spPr>
          <a:xfrm>
            <a:off x="7649512" y="6046051"/>
            <a:ext cx="1220856" cy="55528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الخليج</a:t>
            </a:r>
            <a:endParaRPr lang="ar-SA" altLang="ar-SY" dirty="0">
              <a:solidFill>
                <a:schemeClr val="tx1"/>
              </a:solidFill>
              <a:latin typeface="Arial" panose="020B0604020202020204" pitchFamily="34" charset="0"/>
            </a:endParaRPr>
          </a:p>
        </p:txBody>
      </p:sp>
      <p:cxnSp>
        <p:nvCxnSpPr>
          <p:cNvPr id="89" name="موصل: على شكل مرفق 76">
            <a:extLst>
              <a:ext uri="{FF2B5EF4-FFF2-40B4-BE49-F238E27FC236}">
                <a16:creationId xmlns:a16="http://schemas.microsoft.com/office/drawing/2014/main" id="{483863E5-C4A9-5719-01A1-63A208669525}"/>
              </a:ext>
            </a:extLst>
          </p:cNvPr>
          <p:cNvCxnSpPr>
            <a:cxnSpLocks/>
            <a:stCxn id="2" idx="2"/>
            <a:endCxn id="133" idx="1"/>
          </p:cNvCxnSpPr>
          <p:nvPr/>
        </p:nvCxnSpPr>
        <p:spPr>
          <a:xfrm rot="16200000" flipH="1">
            <a:off x="5528197" y="4202376"/>
            <a:ext cx="3936652" cy="30597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0" name="موصل: على شكل مرفق 76">
            <a:extLst>
              <a:ext uri="{FF2B5EF4-FFF2-40B4-BE49-F238E27FC236}">
                <a16:creationId xmlns:a16="http://schemas.microsoft.com/office/drawing/2014/main" id="{A0C05A4A-DF6F-3EAD-B125-727BFBBC2842}"/>
              </a:ext>
            </a:extLst>
          </p:cNvPr>
          <p:cNvCxnSpPr>
            <a:cxnSpLocks/>
            <a:stCxn id="2" idx="2"/>
            <a:endCxn id="130" idx="1"/>
          </p:cNvCxnSpPr>
          <p:nvPr/>
        </p:nvCxnSpPr>
        <p:spPr>
          <a:xfrm rot="16200000" flipH="1">
            <a:off x="5870415" y="3860158"/>
            <a:ext cx="3205629" cy="25938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06" name="موصل: على شكل مرفق 76">
            <a:extLst>
              <a:ext uri="{FF2B5EF4-FFF2-40B4-BE49-F238E27FC236}">
                <a16:creationId xmlns:a16="http://schemas.microsoft.com/office/drawing/2014/main" id="{FC2D2CB2-F135-B76E-C6D4-E3FD2824906B}"/>
              </a:ext>
            </a:extLst>
          </p:cNvPr>
          <p:cNvCxnSpPr>
            <a:cxnSpLocks/>
            <a:stCxn id="12" idx="2"/>
            <a:endCxn id="117" idx="1"/>
          </p:cNvCxnSpPr>
          <p:nvPr/>
        </p:nvCxnSpPr>
        <p:spPr>
          <a:xfrm rot="16200000" flipH="1">
            <a:off x="5464936" y="2580985"/>
            <a:ext cx="598085" cy="21260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09" name="مستطيل 9">
            <a:extLst>
              <a:ext uri="{FF2B5EF4-FFF2-40B4-BE49-F238E27FC236}">
                <a16:creationId xmlns:a16="http://schemas.microsoft.com/office/drawing/2014/main" id="{05F2C181-4F1B-9024-6A97-6E3285B20CA6}"/>
              </a:ext>
            </a:extLst>
          </p:cNvPr>
          <p:cNvSpPr/>
          <p:nvPr/>
        </p:nvSpPr>
        <p:spPr>
          <a:xfrm>
            <a:off x="2527371" y="182528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Arial" panose="020B0604020202020204" pitchFamily="34" charset="0"/>
                <a:ea typeface="Times New Roman" panose="02020603050405020304" pitchFamily="18" charset="0"/>
              </a:rPr>
              <a:t>دائرة المترو</a:t>
            </a:r>
            <a:endParaRPr lang="ar-SA" altLang="ar-SY" sz="1600" b="1" dirty="0">
              <a:solidFill>
                <a:schemeClr val="tx1"/>
              </a:solidFill>
              <a:latin typeface="Arial" panose="020B0604020202020204" pitchFamily="34" charset="0"/>
            </a:endParaRPr>
          </a:p>
        </p:txBody>
      </p:sp>
      <p:cxnSp>
        <p:nvCxnSpPr>
          <p:cNvPr id="110" name="موصل: على شكل مرفق 76">
            <a:extLst>
              <a:ext uri="{FF2B5EF4-FFF2-40B4-BE49-F238E27FC236}">
                <a16:creationId xmlns:a16="http://schemas.microsoft.com/office/drawing/2014/main" id="{2D96AD41-329F-23AF-38FA-0CE394E812F8}"/>
              </a:ext>
            </a:extLst>
          </p:cNvPr>
          <p:cNvCxnSpPr>
            <a:cxnSpLocks/>
            <a:stCxn id="109" idx="2"/>
            <a:endCxn id="73" idx="1"/>
          </p:cNvCxnSpPr>
          <p:nvPr/>
        </p:nvCxnSpPr>
        <p:spPr>
          <a:xfrm rot="16200000" flipH="1">
            <a:off x="1656938" y="3847713"/>
            <a:ext cx="3674084" cy="70921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1" name="موصل: على شكل مرفق 76">
            <a:extLst>
              <a:ext uri="{FF2B5EF4-FFF2-40B4-BE49-F238E27FC236}">
                <a16:creationId xmlns:a16="http://schemas.microsoft.com/office/drawing/2014/main" id="{A2726217-CF21-5E09-3905-F72A14082F87}"/>
              </a:ext>
            </a:extLst>
          </p:cNvPr>
          <p:cNvCxnSpPr>
            <a:cxnSpLocks/>
            <a:stCxn id="109" idx="2"/>
            <a:endCxn id="129" idx="1"/>
          </p:cNvCxnSpPr>
          <p:nvPr/>
        </p:nvCxnSpPr>
        <p:spPr>
          <a:xfrm rot="16200000" flipH="1">
            <a:off x="2065095" y="3439556"/>
            <a:ext cx="2870237" cy="72168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2" name="موصل: على شكل مرفق 76">
            <a:extLst>
              <a:ext uri="{FF2B5EF4-FFF2-40B4-BE49-F238E27FC236}">
                <a16:creationId xmlns:a16="http://schemas.microsoft.com/office/drawing/2014/main" id="{1FDE9803-4A42-DC3C-4538-171E3BF535E0}"/>
              </a:ext>
            </a:extLst>
          </p:cNvPr>
          <p:cNvCxnSpPr>
            <a:cxnSpLocks/>
            <a:stCxn id="109" idx="2"/>
            <a:endCxn id="128" idx="1"/>
          </p:cNvCxnSpPr>
          <p:nvPr/>
        </p:nvCxnSpPr>
        <p:spPr>
          <a:xfrm rot="16200000" flipH="1">
            <a:off x="2456358" y="3048293"/>
            <a:ext cx="2075245" cy="70921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3" name="موصل: على شكل مرفق 76">
            <a:extLst>
              <a:ext uri="{FF2B5EF4-FFF2-40B4-BE49-F238E27FC236}">
                <a16:creationId xmlns:a16="http://schemas.microsoft.com/office/drawing/2014/main" id="{49AEDA45-D019-32FB-0386-9521A2A353FD}"/>
              </a:ext>
            </a:extLst>
          </p:cNvPr>
          <p:cNvCxnSpPr>
            <a:cxnSpLocks/>
            <a:stCxn id="109" idx="2"/>
            <a:endCxn id="50" idx="1"/>
          </p:cNvCxnSpPr>
          <p:nvPr/>
        </p:nvCxnSpPr>
        <p:spPr>
          <a:xfrm rot="16200000" flipH="1">
            <a:off x="2837979" y="2666672"/>
            <a:ext cx="1324468" cy="72168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4" name="موصل: على شكل مرفق 76">
            <a:extLst>
              <a:ext uri="{FF2B5EF4-FFF2-40B4-BE49-F238E27FC236}">
                <a16:creationId xmlns:a16="http://schemas.microsoft.com/office/drawing/2014/main" id="{F31E35FB-CFA6-2F22-B672-BF4F5A444DF6}"/>
              </a:ext>
            </a:extLst>
          </p:cNvPr>
          <p:cNvCxnSpPr>
            <a:cxnSpLocks/>
            <a:stCxn id="109" idx="2"/>
            <a:endCxn id="48" idx="1"/>
          </p:cNvCxnSpPr>
          <p:nvPr/>
        </p:nvCxnSpPr>
        <p:spPr>
          <a:xfrm rot="16200000" flipH="1">
            <a:off x="3162196" y="2342455"/>
            <a:ext cx="643415" cy="68906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5" name="موصل: على شكل مرفق 17">
            <a:extLst>
              <a:ext uri="{FF2B5EF4-FFF2-40B4-BE49-F238E27FC236}">
                <a16:creationId xmlns:a16="http://schemas.microsoft.com/office/drawing/2014/main" id="{D5DB655F-9E36-82AD-046C-C8279A97B917}"/>
              </a:ext>
            </a:extLst>
          </p:cNvPr>
          <p:cNvCxnSpPr>
            <a:cxnSpLocks/>
            <a:stCxn id="6" idx="2"/>
            <a:endCxn id="109" idx="0"/>
          </p:cNvCxnSpPr>
          <p:nvPr/>
        </p:nvCxnSpPr>
        <p:spPr>
          <a:xfrm rot="5400000">
            <a:off x="4059109" y="-249019"/>
            <a:ext cx="1154562" cy="299403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49" name="موصل: على شكل مرفق 76">
            <a:extLst>
              <a:ext uri="{FF2B5EF4-FFF2-40B4-BE49-F238E27FC236}">
                <a16:creationId xmlns:a16="http://schemas.microsoft.com/office/drawing/2014/main" id="{44C6D832-13FB-25BC-9D95-CBFD42C0FFFD}"/>
              </a:ext>
            </a:extLst>
          </p:cNvPr>
          <p:cNvCxnSpPr>
            <a:cxnSpLocks/>
            <a:stCxn id="14" idx="2"/>
            <a:endCxn id="112" idx="1"/>
          </p:cNvCxnSpPr>
          <p:nvPr/>
        </p:nvCxnSpPr>
        <p:spPr>
          <a:xfrm rot="16200000" flipH="1">
            <a:off x="-257828" y="3351181"/>
            <a:ext cx="2379340" cy="36653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50" name="موصل: على شكل مرفق 76">
            <a:extLst>
              <a:ext uri="{FF2B5EF4-FFF2-40B4-BE49-F238E27FC236}">
                <a16:creationId xmlns:a16="http://schemas.microsoft.com/office/drawing/2014/main" id="{AEC6DB00-5311-F6A2-B122-E0FEFC0DF5D5}"/>
              </a:ext>
            </a:extLst>
          </p:cNvPr>
          <p:cNvCxnSpPr>
            <a:cxnSpLocks/>
            <a:stCxn id="14" idx="2"/>
            <a:endCxn id="114" idx="1"/>
          </p:cNvCxnSpPr>
          <p:nvPr/>
        </p:nvCxnSpPr>
        <p:spPr>
          <a:xfrm rot="16200000" flipH="1">
            <a:off x="220288" y="2873066"/>
            <a:ext cx="1405872" cy="34929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51" name="موصل: على شكل مرفق 76">
            <a:extLst>
              <a:ext uri="{FF2B5EF4-FFF2-40B4-BE49-F238E27FC236}">
                <a16:creationId xmlns:a16="http://schemas.microsoft.com/office/drawing/2014/main" id="{A734D6BC-49CA-8FA9-F776-80DE47D65FD6}"/>
              </a:ext>
            </a:extLst>
          </p:cNvPr>
          <p:cNvCxnSpPr>
            <a:cxnSpLocks/>
            <a:stCxn id="14" idx="2"/>
            <a:endCxn id="87" idx="1"/>
          </p:cNvCxnSpPr>
          <p:nvPr/>
        </p:nvCxnSpPr>
        <p:spPr>
          <a:xfrm rot="16200000" flipH="1">
            <a:off x="585266" y="2508088"/>
            <a:ext cx="663917" cy="33729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 name="Date Placeholder 4">
            <a:extLst>
              <a:ext uri="{FF2B5EF4-FFF2-40B4-BE49-F238E27FC236}">
                <a16:creationId xmlns:a16="http://schemas.microsoft.com/office/drawing/2014/main" id="{C07D4FCD-3AC3-9A5C-75D8-343BB85D87B8}"/>
              </a:ext>
            </a:extLst>
          </p:cNvPr>
          <p:cNvSpPr>
            <a:spLocks noGrp="1"/>
          </p:cNvSpPr>
          <p:nvPr>
            <p:ph type="dt" sz="half" idx="10"/>
          </p:nvPr>
        </p:nvSpPr>
        <p:spPr/>
        <p:txBody>
          <a:bodyPr/>
          <a:lstStyle/>
          <a:p>
            <a:fld id="{0A892B4C-72BA-4C8C-A2FF-4A74788CC455}" type="datetime8">
              <a:rPr lang="ar-SY" smtClean="0"/>
              <a:t>28 تشرين الأول، 26</a:t>
            </a:fld>
            <a:endParaRPr lang="ar-SY" dirty="0"/>
          </a:p>
        </p:txBody>
      </p:sp>
      <p:sp>
        <p:nvSpPr>
          <p:cNvPr id="8" name="Footer Placeholder 7">
            <a:extLst>
              <a:ext uri="{FF2B5EF4-FFF2-40B4-BE49-F238E27FC236}">
                <a16:creationId xmlns:a16="http://schemas.microsoft.com/office/drawing/2014/main" id="{04BCF19F-A7C0-6DB9-53E9-BE722ACD8D94}"/>
              </a:ext>
            </a:extLst>
          </p:cNvPr>
          <p:cNvSpPr>
            <a:spLocks noGrp="1"/>
          </p:cNvSpPr>
          <p:nvPr>
            <p:ph type="ftr" sz="quarter" idx="11"/>
          </p:nvPr>
        </p:nvSpPr>
        <p:spPr/>
        <p:txBody>
          <a:bodyPr/>
          <a:lstStyle/>
          <a:p>
            <a:r>
              <a:rPr lang="ar-SY"/>
              <a:t>التعريف العام بمحافظة دمشق</a:t>
            </a:r>
          </a:p>
        </p:txBody>
      </p:sp>
      <p:sp>
        <p:nvSpPr>
          <p:cNvPr id="11" name="Slide Number Placeholder 10">
            <a:extLst>
              <a:ext uri="{FF2B5EF4-FFF2-40B4-BE49-F238E27FC236}">
                <a16:creationId xmlns:a16="http://schemas.microsoft.com/office/drawing/2014/main" id="{82AABC3B-94E7-02B0-FBF8-30D4DB387E1B}"/>
              </a:ext>
            </a:extLst>
          </p:cNvPr>
          <p:cNvSpPr>
            <a:spLocks noGrp="1"/>
          </p:cNvSpPr>
          <p:nvPr>
            <p:ph type="sldNum" sz="quarter" idx="12"/>
          </p:nvPr>
        </p:nvSpPr>
        <p:spPr/>
        <p:txBody>
          <a:bodyPr/>
          <a:lstStyle/>
          <a:p>
            <a:fld id="{065EBCF0-071A-41B4-9C48-9ADF70E893B6}" type="slidenum">
              <a:rPr lang="ar-SY" smtClean="0"/>
              <a:pPr/>
              <a:t>62</a:t>
            </a:fld>
            <a:endParaRPr lang="ar-SY" dirty="0"/>
          </a:p>
        </p:txBody>
      </p:sp>
    </p:spTree>
    <p:extLst>
      <p:ext uri="{BB962C8B-B14F-4D97-AF65-F5344CB8AC3E}">
        <p14:creationId xmlns:p14="http://schemas.microsoft.com/office/powerpoint/2010/main" val="19378033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FFF92F-BD97-9712-8B10-0EB4B3876DE5}"/>
              </a:ext>
            </a:extLst>
          </p:cNvPr>
          <p:cNvSpPr>
            <a:spLocks noGrp="1"/>
          </p:cNvSpPr>
          <p:nvPr>
            <p:ph type="title"/>
          </p:nvPr>
        </p:nvSpPr>
        <p:spPr/>
        <p:txBody>
          <a:bodyPr/>
          <a:lstStyle/>
          <a:p>
            <a:r>
              <a:rPr lang="ar-SY" dirty="0"/>
              <a:t>مديرية دعم القرار والتخطيط الاقليمي</a:t>
            </a:r>
          </a:p>
        </p:txBody>
      </p:sp>
      <p:sp>
        <p:nvSpPr>
          <p:cNvPr id="6" name="Content Placeholder 5">
            <a:extLst>
              <a:ext uri="{FF2B5EF4-FFF2-40B4-BE49-F238E27FC236}">
                <a16:creationId xmlns:a16="http://schemas.microsoft.com/office/drawing/2014/main" id="{5ADA5D6C-3719-6677-1CFB-D687E2955CA4}"/>
              </a:ext>
            </a:extLst>
          </p:cNvPr>
          <p:cNvSpPr>
            <a:spLocks noGrp="1"/>
          </p:cNvSpPr>
          <p:nvPr>
            <p:ph idx="1"/>
          </p:nvPr>
        </p:nvSpPr>
        <p:spPr/>
        <p:txBody>
          <a:bodyPr>
            <a:normAutofit fontScale="85000" lnSpcReduction="10000"/>
          </a:bodyPr>
          <a:lstStyle/>
          <a:p>
            <a:r>
              <a:rPr lang="ar-SY" dirty="0"/>
              <a:t>هي الجهة المختصة بجمع وتحليل البيانات والمعلومات من مختلف مصادرها، وإعداد الدراسات والتقارير والمؤشرات التي تسهم في دعم عملية اتخاذ القرار على مستوى المحافظة. تتولى المديرية إعداد الخطط الإقليمية والمكانية، وتحليل السياسات والتوجهات التنموية، وبناء السيناريوهات والبدائل الاستراتيجية، إضافة إلى إدارة وتحليل البيانات الجغرافية (</a:t>
            </a:r>
            <a:r>
              <a:rPr lang="en-US" dirty="0"/>
              <a:t>GIS) </a:t>
            </a:r>
            <a:r>
              <a:rPr lang="ar-SY" dirty="0"/>
              <a:t>وإعداد التقارير والخرائط الداعمة للتخطيط والتنمية المستدامة، بما يضمن توافق القرارات مع الخطط الاستراتيجية الوطنية ومتطلبات التنمية المستقبلية.</a:t>
            </a:r>
          </a:p>
        </p:txBody>
      </p:sp>
      <p:sp>
        <p:nvSpPr>
          <p:cNvPr id="2" name="Date Placeholder 1">
            <a:extLst>
              <a:ext uri="{FF2B5EF4-FFF2-40B4-BE49-F238E27FC236}">
                <a16:creationId xmlns:a16="http://schemas.microsoft.com/office/drawing/2014/main" id="{AEB3D5A2-689C-B6E2-2FBC-CAFFC7BAF55F}"/>
              </a:ext>
            </a:extLst>
          </p:cNvPr>
          <p:cNvSpPr>
            <a:spLocks noGrp="1"/>
          </p:cNvSpPr>
          <p:nvPr>
            <p:ph type="dt" sz="half" idx="10"/>
          </p:nvPr>
        </p:nvSpPr>
        <p:spPr/>
        <p:txBody>
          <a:bodyPr/>
          <a:lstStyle/>
          <a:p>
            <a:fld id="{39A2E36B-4C11-4F73-9089-78F4261E824C}"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C04E1FDD-DB3D-299A-7227-BFF140EBE2D1}"/>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50D85783-1606-26FC-D904-F7896486127B}"/>
              </a:ext>
            </a:extLst>
          </p:cNvPr>
          <p:cNvSpPr>
            <a:spLocks noGrp="1"/>
          </p:cNvSpPr>
          <p:nvPr>
            <p:ph type="sldNum" sz="quarter" idx="12"/>
          </p:nvPr>
        </p:nvSpPr>
        <p:spPr/>
        <p:txBody>
          <a:bodyPr/>
          <a:lstStyle/>
          <a:p>
            <a:fld id="{065EBCF0-071A-41B4-9C48-9ADF70E893B6}" type="slidenum">
              <a:rPr lang="ar-SY" smtClean="0"/>
              <a:pPr/>
              <a:t>63</a:t>
            </a:fld>
            <a:endParaRPr lang="ar-SY" dirty="0"/>
          </a:p>
        </p:txBody>
      </p:sp>
    </p:spTree>
    <p:extLst>
      <p:ext uri="{BB962C8B-B14F-4D97-AF65-F5344CB8AC3E}">
        <p14:creationId xmlns:p14="http://schemas.microsoft.com/office/powerpoint/2010/main" val="21418933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FFC6F-FE9A-1241-91C2-BD50940F864C}"/>
            </a:ext>
          </a:extLst>
        </p:cNvPr>
        <p:cNvGrpSpPr/>
        <p:nvPr/>
      </p:nvGrpSpPr>
      <p:grpSpPr>
        <a:xfrm>
          <a:off x="0" y="0"/>
          <a:ext cx="0" cy="0"/>
          <a:chOff x="0" y="0"/>
          <a:chExt cx="0" cy="0"/>
        </a:xfrm>
      </p:grpSpPr>
      <p:sp>
        <p:nvSpPr>
          <p:cNvPr id="2" name="مستطيل 12">
            <a:extLst>
              <a:ext uri="{FF2B5EF4-FFF2-40B4-BE49-F238E27FC236}">
                <a16:creationId xmlns:a16="http://schemas.microsoft.com/office/drawing/2014/main" id="{BAD26418-040F-05EA-AA2D-2C15CC38932B}"/>
              </a:ext>
            </a:extLst>
          </p:cNvPr>
          <p:cNvSpPr/>
          <p:nvPr/>
        </p:nvSpPr>
        <p:spPr>
          <a:xfrm>
            <a:off x="8508622" y="3429000"/>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Y" sz="1200" b="1" dirty="0">
                <a:solidFill>
                  <a:schemeClr val="tx1"/>
                </a:solidFill>
                <a:latin typeface="Al-Jazeera-Arabic-Bold" panose="01000500000000020006" pitchFamily="2" charset="-78"/>
              </a:rPr>
              <a:t>دائرة دعم القرار وتحليل البيانات</a:t>
            </a:r>
            <a:endParaRPr lang="en-US" sz="1200" b="1" dirty="0">
              <a:solidFill>
                <a:schemeClr val="tx1"/>
              </a:solidFill>
              <a:latin typeface="Arial" panose="020B0604020202020204" pitchFamily="34" charset="0"/>
            </a:endParaRPr>
          </a:p>
        </p:txBody>
      </p:sp>
      <p:sp>
        <p:nvSpPr>
          <p:cNvPr id="3" name="مستطيل 16">
            <a:extLst>
              <a:ext uri="{FF2B5EF4-FFF2-40B4-BE49-F238E27FC236}">
                <a16:creationId xmlns:a16="http://schemas.microsoft.com/office/drawing/2014/main" id="{A79C36E1-675A-0497-0E71-5AFADFB4017A}"/>
              </a:ext>
            </a:extLst>
          </p:cNvPr>
          <p:cNvSpPr/>
          <p:nvPr/>
        </p:nvSpPr>
        <p:spPr>
          <a:xfrm>
            <a:off x="10016501" y="4436643"/>
            <a:ext cx="1228127"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rtl="1"/>
            <a:r>
              <a:rPr lang="ar-SY" sz="1200" dirty="0">
                <a:solidFill>
                  <a:schemeClr val="tx1"/>
                </a:solidFill>
              </a:rPr>
              <a:t>شعبة جمع</a:t>
            </a:r>
            <a:r>
              <a:rPr lang="ar-SA" sz="1200" dirty="0">
                <a:solidFill>
                  <a:schemeClr val="tx1"/>
                </a:solidFill>
              </a:rPr>
              <a:t> وإدخال وتحليل </a:t>
            </a:r>
            <a:r>
              <a:rPr lang="ar-SY" sz="1200" dirty="0">
                <a:solidFill>
                  <a:schemeClr val="tx1"/>
                </a:solidFill>
              </a:rPr>
              <a:t>البيانات</a:t>
            </a:r>
            <a:endParaRPr lang="ar-SA" sz="1200" dirty="0">
              <a:solidFill>
                <a:schemeClr val="tx1"/>
              </a:solidFill>
            </a:endParaRPr>
          </a:p>
        </p:txBody>
      </p:sp>
      <p:cxnSp>
        <p:nvCxnSpPr>
          <p:cNvPr id="4" name="موصل: على شكل مرفق 30">
            <a:extLst>
              <a:ext uri="{FF2B5EF4-FFF2-40B4-BE49-F238E27FC236}">
                <a16:creationId xmlns:a16="http://schemas.microsoft.com/office/drawing/2014/main" id="{E9639334-BBA4-072C-00AD-CFEF322D1960}"/>
              </a:ext>
            </a:extLst>
          </p:cNvPr>
          <p:cNvCxnSpPr>
            <a:cxnSpLocks/>
            <a:stCxn id="2" idx="2"/>
            <a:endCxn id="3" idx="0"/>
          </p:cNvCxnSpPr>
          <p:nvPr/>
        </p:nvCxnSpPr>
        <p:spPr>
          <a:xfrm rot="16200000" flipH="1">
            <a:off x="9641772" y="3447849"/>
            <a:ext cx="467643" cy="150994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50">
            <a:extLst>
              <a:ext uri="{FF2B5EF4-FFF2-40B4-BE49-F238E27FC236}">
                <a16:creationId xmlns:a16="http://schemas.microsoft.com/office/drawing/2014/main" id="{867C6ECF-9D39-9ADA-9CD6-645A633F012D}"/>
              </a:ext>
            </a:extLst>
          </p:cNvPr>
          <p:cNvSpPr/>
          <p:nvPr/>
        </p:nvSpPr>
        <p:spPr>
          <a:xfrm>
            <a:off x="1674117" y="3429000"/>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Y" sz="1200" b="1" dirty="0">
                <a:solidFill>
                  <a:schemeClr val="tx1"/>
                </a:solidFill>
                <a:latin typeface="Al-Jazeera-Arabic-Bold" panose="01000500000000020006" pitchFamily="2" charset="-78"/>
              </a:rPr>
              <a:t>دائرة التخطيط الاستراتيجي والسياسات</a:t>
            </a:r>
            <a:endParaRPr lang="en-US" sz="1200" b="1" dirty="0">
              <a:solidFill>
                <a:schemeClr val="tx1"/>
              </a:solidFill>
              <a:latin typeface="Arial" panose="020B0604020202020204" pitchFamily="34" charset="0"/>
            </a:endParaRPr>
          </a:p>
        </p:txBody>
      </p:sp>
      <p:sp>
        <p:nvSpPr>
          <p:cNvPr id="6" name="مستطيل 198">
            <a:extLst>
              <a:ext uri="{FF2B5EF4-FFF2-40B4-BE49-F238E27FC236}">
                <a16:creationId xmlns:a16="http://schemas.microsoft.com/office/drawing/2014/main" id="{418E2772-13C7-2F62-2390-744FEF754451}"/>
              </a:ext>
            </a:extLst>
          </p:cNvPr>
          <p:cNvSpPr/>
          <p:nvPr/>
        </p:nvSpPr>
        <p:spPr>
          <a:xfrm>
            <a:off x="5072198" y="1215472"/>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ar-SY" sz="1400" b="1" dirty="0">
                <a:solidFill>
                  <a:schemeClr val="accent1">
                    <a:lumMod val="50000"/>
                  </a:schemeClr>
                </a:solidFill>
                <a:latin typeface="Al-Jazeera-Arabic-Bold" panose="01000500000000020006" pitchFamily="2" charset="-78"/>
              </a:rPr>
              <a:t>مديرية دعم القرار والتخطيط الإقليمي</a:t>
            </a:r>
            <a:endParaRPr lang="en-US" sz="1400" b="1" dirty="0">
              <a:solidFill>
                <a:schemeClr val="accent1">
                  <a:lumMod val="50000"/>
                </a:schemeClr>
              </a:solidFill>
              <a:latin typeface="Al-Jazeera-Arabic-Bold" panose="01000500000000020006" pitchFamily="2" charset="-78"/>
            </a:endParaRPr>
          </a:p>
        </p:txBody>
      </p:sp>
      <p:cxnSp>
        <p:nvCxnSpPr>
          <p:cNvPr id="7" name="موصل: على شكل مرفق 199">
            <a:extLst>
              <a:ext uri="{FF2B5EF4-FFF2-40B4-BE49-F238E27FC236}">
                <a16:creationId xmlns:a16="http://schemas.microsoft.com/office/drawing/2014/main" id="{86CF2D81-65E8-B907-C559-8398BFBCE31E}"/>
              </a:ext>
            </a:extLst>
          </p:cNvPr>
          <p:cNvCxnSpPr>
            <a:cxnSpLocks/>
            <a:stCxn id="6" idx="2"/>
            <a:endCxn id="2" idx="0"/>
          </p:cNvCxnSpPr>
          <p:nvPr/>
        </p:nvCxnSpPr>
        <p:spPr>
          <a:xfrm rot="16200000" flipH="1">
            <a:off x="6930928" y="1239306"/>
            <a:ext cx="1673528" cy="270585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203">
            <a:extLst>
              <a:ext uri="{FF2B5EF4-FFF2-40B4-BE49-F238E27FC236}">
                <a16:creationId xmlns:a16="http://schemas.microsoft.com/office/drawing/2014/main" id="{9E291940-17C1-14C1-8345-C78BFE921E7D}"/>
              </a:ext>
            </a:extLst>
          </p:cNvPr>
          <p:cNvCxnSpPr>
            <a:cxnSpLocks/>
            <a:stCxn id="6" idx="2"/>
            <a:endCxn id="5" idx="0"/>
          </p:cNvCxnSpPr>
          <p:nvPr/>
        </p:nvCxnSpPr>
        <p:spPr>
          <a:xfrm rot="5400000">
            <a:off x="3548911" y="563148"/>
            <a:ext cx="1673528" cy="405817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44BAB5F1-8F7E-43A1-E8E4-4E9449B754FA}"/>
              </a:ext>
            </a:extLst>
          </p:cNvPr>
          <p:cNvSpPr/>
          <p:nvPr/>
        </p:nvSpPr>
        <p:spPr>
          <a:xfrm>
            <a:off x="7470396" y="4397205"/>
            <a:ext cx="1038226"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rtl="1"/>
            <a:r>
              <a:rPr lang="ar-SY" sz="1200" dirty="0">
                <a:solidFill>
                  <a:schemeClr val="tx1"/>
                </a:solidFill>
              </a:rPr>
              <a:t>شعبة مشاركة </a:t>
            </a:r>
            <a:r>
              <a:rPr lang="ar-SA" sz="1200" dirty="0">
                <a:solidFill>
                  <a:schemeClr val="tx1"/>
                </a:solidFill>
              </a:rPr>
              <a:t>وإتاحة البيانات</a:t>
            </a:r>
          </a:p>
        </p:txBody>
      </p:sp>
      <p:sp>
        <p:nvSpPr>
          <p:cNvPr id="16" name="مستطيل 65">
            <a:extLst>
              <a:ext uri="{FF2B5EF4-FFF2-40B4-BE49-F238E27FC236}">
                <a16:creationId xmlns:a16="http://schemas.microsoft.com/office/drawing/2014/main" id="{CF6BC860-8303-7615-FFB4-E3BC21EAC36F}"/>
              </a:ext>
            </a:extLst>
          </p:cNvPr>
          <p:cNvSpPr/>
          <p:nvPr/>
        </p:nvSpPr>
        <p:spPr>
          <a:xfrm>
            <a:off x="3756190" y="1934577"/>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Y" sz="1200" b="1" dirty="0">
                <a:solidFill>
                  <a:schemeClr val="accent1">
                    <a:lumMod val="50000"/>
                  </a:schemeClr>
                </a:solidFill>
                <a:latin typeface="Arial" panose="020B0604020202020204" pitchFamily="34" charset="0"/>
              </a:rPr>
              <a:t>مكتب المدير</a:t>
            </a:r>
            <a:endParaRPr lang="ar-SA" sz="1200" dirty="0"/>
          </a:p>
        </p:txBody>
      </p:sp>
      <p:cxnSp>
        <p:nvCxnSpPr>
          <p:cNvPr id="17" name="موصل: على شكل مرفق 66">
            <a:extLst>
              <a:ext uri="{FF2B5EF4-FFF2-40B4-BE49-F238E27FC236}">
                <a16:creationId xmlns:a16="http://schemas.microsoft.com/office/drawing/2014/main" id="{235FE76B-6D37-2F19-9E13-1334C508191C}"/>
              </a:ext>
            </a:extLst>
          </p:cNvPr>
          <p:cNvCxnSpPr>
            <a:cxnSpLocks/>
            <a:stCxn id="6" idx="2"/>
            <a:endCxn id="16" idx="3"/>
          </p:cNvCxnSpPr>
          <p:nvPr/>
        </p:nvCxnSpPr>
        <p:spPr>
          <a:xfrm rot="5400000">
            <a:off x="5472925" y="1262738"/>
            <a:ext cx="449105" cy="143457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3" name="مستطيل 9">
            <a:extLst>
              <a:ext uri="{FF2B5EF4-FFF2-40B4-BE49-F238E27FC236}">
                <a16:creationId xmlns:a16="http://schemas.microsoft.com/office/drawing/2014/main" id="{1CF02934-E5EB-A355-48B9-EB6C437A2C91}"/>
              </a:ext>
            </a:extLst>
          </p:cNvPr>
          <p:cNvSpPr/>
          <p:nvPr/>
        </p:nvSpPr>
        <p:spPr>
          <a:xfrm>
            <a:off x="945212" y="4417379"/>
            <a:ext cx="1178931"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rtl="1"/>
            <a:r>
              <a:rPr lang="ar-SY" sz="1200" dirty="0">
                <a:solidFill>
                  <a:schemeClr val="tx1"/>
                </a:solidFill>
              </a:rPr>
              <a:t>شعبة تتبع مؤشرات الأداء</a:t>
            </a:r>
            <a:endParaRPr lang="ar-SA" sz="1200" dirty="0">
              <a:solidFill>
                <a:schemeClr val="tx1"/>
              </a:solidFill>
            </a:endParaRPr>
          </a:p>
        </p:txBody>
      </p:sp>
      <p:cxnSp>
        <p:nvCxnSpPr>
          <p:cNvPr id="24" name="موصل: على شكل مرفق 17">
            <a:extLst>
              <a:ext uri="{FF2B5EF4-FFF2-40B4-BE49-F238E27FC236}">
                <a16:creationId xmlns:a16="http://schemas.microsoft.com/office/drawing/2014/main" id="{1A96B024-7D16-90D1-AAD9-5AFA8173E79F}"/>
              </a:ext>
            </a:extLst>
          </p:cNvPr>
          <p:cNvCxnSpPr>
            <a:cxnSpLocks/>
            <a:stCxn id="5" idx="2"/>
            <a:endCxn id="23" idx="0"/>
          </p:cNvCxnSpPr>
          <p:nvPr/>
        </p:nvCxnSpPr>
        <p:spPr>
          <a:xfrm rot="5400000">
            <a:off x="1721442" y="3782235"/>
            <a:ext cx="448380" cy="82190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5" name="مستطيل 72">
            <a:extLst>
              <a:ext uri="{FF2B5EF4-FFF2-40B4-BE49-F238E27FC236}">
                <a16:creationId xmlns:a16="http://schemas.microsoft.com/office/drawing/2014/main" id="{1071AA7B-185E-B5BF-38BC-5241542FDAC8}"/>
              </a:ext>
            </a:extLst>
          </p:cNvPr>
          <p:cNvSpPr/>
          <p:nvPr/>
        </p:nvSpPr>
        <p:spPr>
          <a:xfrm>
            <a:off x="2738206" y="4417379"/>
            <a:ext cx="1017984"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rtl="1"/>
            <a:r>
              <a:rPr lang="ar-SY" sz="1200" dirty="0">
                <a:solidFill>
                  <a:schemeClr val="tx1"/>
                </a:solidFill>
              </a:rPr>
              <a:t>شعبة المشاريع والتنمية الإقليمية</a:t>
            </a:r>
            <a:endParaRPr lang="ar-SA" sz="1200" dirty="0">
              <a:solidFill>
                <a:schemeClr val="tx1"/>
              </a:solidFill>
            </a:endParaRPr>
          </a:p>
        </p:txBody>
      </p:sp>
      <p:cxnSp>
        <p:nvCxnSpPr>
          <p:cNvPr id="27" name="موصل: على شكل مرفق 17">
            <a:extLst>
              <a:ext uri="{FF2B5EF4-FFF2-40B4-BE49-F238E27FC236}">
                <a16:creationId xmlns:a16="http://schemas.microsoft.com/office/drawing/2014/main" id="{C4F8A632-AEEC-B67F-DCAC-212F5A0688C0}"/>
              </a:ext>
            </a:extLst>
          </p:cNvPr>
          <p:cNvCxnSpPr>
            <a:cxnSpLocks/>
            <a:stCxn id="2" idx="2"/>
            <a:endCxn id="9" idx="0"/>
          </p:cNvCxnSpPr>
          <p:nvPr/>
        </p:nvCxnSpPr>
        <p:spPr>
          <a:xfrm rot="5400000">
            <a:off x="8340964" y="3617546"/>
            <a:ext cx="428205" cy="113111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8" name="موصل: على شكل مرفق 93">
            <a:extLst>
              <a:ext uri="{FF2B5EF4-FFF2-40B4-BE49-F238E27FC236}">
                <a16:creationId xmlns:a16="http://schemas.microsoft.com/office/drawing/2014/main" id="{F8EAC662-10F4-9698-6F69-3E9F785D903B}"/>
              </a:ext>
            </a:extLst>
          </p:cNvPr>
          <p:cNvCxnSpPr>
            <a:cxnSpLocks/>
            <a:stCxn id="5" idx="2"/>
            <a:endCxn id="25" idx="0"/>
          </p:cNvCxnSpPr>
          <p:nvPr/>
        </p:nvCxnSpPr>
        <p:spPr>
          <a:xfrm rot="16200000" flipH="1">
            <a:off x="2577702" y="3747883"/>
            <a:ext cx="448380" cy="89061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0" name="Date Placeholder 9">
            <a:extLst>
              <a:ext uri="{FF2B5EF4-FFF2-40B4-BE49-F238E27FC236}">
                <a16:creationId xmlns:a16="http://schemas.microsoft.com/office/drawing/2014/main" id="{23B0ABA3-1E2B-3EC2-43EE-EE6A2C824302}"/>
              </a:ext>
            </a:extLst>
          </p:cNvPr>
          <p:cNvSpPr>
            <a:spLocks noGrp="1"/>
          </p:cNvSpPr>
          <p:nvPr>
            <p:ph type="dt" sz="half" idx="10"/>
          </p:nvPr>
        </p:nvSpPr>
        <p:spPr/>
        <p:txBody>
          <a:bodyPr/>
          <a:lstStyle/>
          <a:p>
            <a:fld id="{2713A333-8C13-4A20-8499-B8A484E49C73}" type="datetime8">
              <a:rPr lang="ar-SY" smtClean="0"/>
              <a:t>28 تشرين الأول، 26</a:t>
            </a:fld>
            <a:endParaRPr lang="ar-SY" dirty="0"/>
          </a:p>
        </p:txBody>
      </p:sp>
      <p:sp>
        <p:nvSpPr>
          <p:cNvPr id="11" name="Footer Placeholder 10">
            <a:extLst>
              <a:ext uri="{FF2B5EF4-FFF2-40B4-BE49-F238E27FC236}">
                <a16:creationId xmlns:a16="http://schemas.microsoft.com/office/drawing/2014/main" id="{1D54C5A5-4AD7-C5B7-F0AE-B574B7A93E05}"/>
              </a:ext>
            </a:extLst>
          </p:cNvPr>
          <p:cNvSpPr>
            <a:spLocks noGrp="1"/>
          </p:cNvSpPr>
          <p:nvPr>
            <p:ph type="ftr" sz="quarter" idx="11"/>
          </p:nvPr>
        </p:nvSpPr>
        <p:spPr/>
        <p:txBody>
          <a:bodyPr/>
          <a:lstStyle/>
          <a:p>
            <a:r>
              <a:rPr lang="ar-SY"/>
              <a:t>التعريف العام بمحافظة دمشق</a:t>
            </a:r>
          </a:p>
        </p:txBody>
      </p:sp>
      <p:sp>
        <p:nvSpPr>
          <p:cNvPr id="12" name="Slide Number Placeholder 11">
            <a:extLst>
              <a:ext uri="{FF2B5EF4-FFF2-40B4-BE49-F238E27FC236}">
                <a16:creationId xmlns:a16="http://schemas.microsoft.com/office/drawing/2014/main" id="{D7217B71-2D56-DC36-2514-FFB4735B3248}"/>
              </a:ext>
            </a:extLst>
          </p:cNvPr>
          <p:cNvSpPr>
            <a:spLocks noGrp="1"/>
          </p:cNvSpPr>
          <p:nvPr>
            <p:ph type="sldNum" sz="quarter" idx="12"/>
          </p:nvPr>
        </p:nvSpPr>
        <p:spPr/>
        <p:txBody>
          <a:bodyPr/>
          <a:lstStyle/>
          <a:p>
            <a:fld id="{065EBCF0-071A-41B4-9C48-9ADF70E893B6}" type="slidenum">
              <a:rPr lang="ar-SY" smtClean="0"/>
              <a:pPr/>
              <a:t>64</a:t>
            </a:fld>
            <a:endParaRPr lang="ar-SY" dirty="0"/>
          </a:p>
        </p:txBody>
      </p:sp>
    </p:spTree>
    <p:extLst>
      <p:ext uri="{BB962C8B-B14F-4D97-AF65-F5344CB8AC3E}">
        <p14:creationId xmlns:p14="http://schemas.microsoft.com/office/powerpoint/2010/main" val="20978207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759D-6B5C-08A9-4648-137A0C146F3E}"/>
              </a:ext>
            </a:extLst>
          </p:cNvPr>
          <p:cNvSpPr>
            <a:spLocks noGrp="1"/>
          </p:cNvSpPr>
          <p:nvPr>
            <p:ph type="title"/>
          </p:nvPr>
        </p:nvSpPr>
        <p:spPr/>
        <p:txBody>
          <a:bodyPr/>
          <a:lstStyle/>
          <a:p>
            <a:r>
              <a:rPr lang="ar-SY" dirty="0"/>
              <a:t>مديرية التنظيم والتخطيط العمراني</a:t>
            </a:r>
          </a:p>
        </p:txBody>
      </p:sp>
      <p:sp>
        <p:nvSpPr>
          <p:cNvPr id="3" name="Content Placeholder 2">
            <a:extLst>
              <a:ext uri="{FF2B5EF4-FFF2-40B4-BE49-F238E27FC236}">
                <a16:creationId xmlns:a16="http://schemas.microsoft.com/office/drawing/2014/main" id="{3C308927-DB22-7766-38E0-A78DC294D703}"/>
              </a:ext>
            </a:extLst>
          </p:cNvPr>
          <p:cNvSpPr>
            <a:spLocks noGrp="1"/>
          </p:cNvSpPr>
          <p:nvPr>
            <p:ph idx="1"/>
          </p:nvPr>
        </p:nvSpPr>
        <p:spPr/>
        <p:txBody>
          <a:bodyPr>
            <a:normAutofit fontScale="77500" lnSpcReduction="20000"/>
          </a:bodyPr>
          <a:lstStyle/>
          <a:p>
            <a:r>
              <a:rPr lang="ar-SY" dirty="0"/>
              <a:t>هي الجهة المختصة بإعداد وتطوير وتنفيذ المصور التنظيمي العام لمدينة دمشق، والمصورات التنظيمية والتخطيطية </a:t>
            </a:r>
            <a:r>
              <a:rPr lang="ar-SY" dirty="0" err="1"/>
              <a:t>والاستملاكية</a:t>
            </a:r>
            <a:r>
              <a:rPr lang="ar-SY" dirty="0"/>
              <a:t>، بما ينسجم مع التطور العمراني والسكاني والاقتصادي للمدينة. تتولى دراسة طلبات تراخيص البناء والهدم والتعديل ومنحها أصولًا، وحساب الرسوم المترتبة ومقابل التحسين، إضافة إلى إعداد الدراسات العمرانية والبيئية، وتنفيذ مشاريع التنظيم والاستملاك والتوزيع، وتأمين السكن البديل للمستحقين. كما تشرف على الأعمال المساحية، وحفظ وتحديث المصورات والبيانات العقارية، بما يضمن حسن التخطيط العمراني وتنظيم استخدام الأراضي وتحقيق المصلحة العامة.</a:t>
            </a:r>
          </a:p>
        </p:txBody>
      </p:sp>
      <p:sp>
        <p:nvSpPr>
          <p:cNvPr id="4" name="Date Placeholder 3">
            <a:extLst>
              <a:ext uri="{FF2B5EF4-FFF2-40B4-BE49-F238E27FC236}">
                <a16:creationId xmlns:a16="http://schemas.microsoft.com/office/drawing/2014/main" id="{DE33D2BE-2095-945A-EE66-DD989691B29A}"/>
              </a:ext>
            </a:extLst>
          </p:cNvPr>
          <p:cNvSpPr>
            <a:spLocks noGrp="1"/>
          </p:cNvSpPr>
          <p:nvPr>
            <p:ph type="dt" sz="half" idx="10"/>
          </p:nvPr>
        </p:nvSpPr>
        <p:spPr/>
        <p:txBody>
          <a:bodyPr/>
          <a:lstStyle/>
          <a:p>
            <a:fld id="{6315C61D-3637-4A1D-9545-B08880DFC658}" type="datetime8">
              <a:rPr lang="ar-SY" smtClean="0"/>
              <a:t>28 تشرين الأول، 26</a:t>
            </a:fld>
            <a:endParaRPr lang="ar-SY" dirty="0"/>
          </a:p>
        </p:txBody>
      </p:sp>
      <p:sp>
        <p:nvSpPr>
          <p:cNvPr id="5" name="Footer Placeholder 4">
            <a:extLst>
              <a:ext uri="{FF2B5EF4-FFF2-40B4-BE49-F238E27FC236}">
                <a16:creationId xmlns:a16="http://schemas.microsoft.com/office/drawing/2014/main" id="{C0D1B0F4-9C09-DD07-1EF0-BFF9C79A12DD}"/>
              </a:ext>
            </a:extLst>
          </p:cNvPr>
          <p:cNvSpPr>
            <a:spLocks noGrp="1"/>
          </p:cNvSpPr>
          <p:nvPr>
            <p:ph type="ftr" sz="quarter" idx="11"/>
          </p:nvPr>
        </p:nvSpPr>
        <p:spPr/>
        <p:txBody>
          <a:bodyPr/>
          <a:lstStyle/>
          <a:p>
            <a:r>
              <a:rPr lang="ar-SY"/>
              <a:t>التعريف العام بمحافظة دمشق</a:t>
            </a:r>
          </a:p>
        </p:txBody>
      </p:sp>
      <p:sp>
        <p:nvSpPr>
          <p:cNvPr id="6" name="Slide Number Placeholder 5">
            <a:extLst>
              <a:ext uri="{FF2B5EF4-FFF2-40B4-BE49-F238E27FC236}">
                <a16:creationId xmlns:a16="http://schemas.microsoft.com/office/drawing/2014/main" id="{94A3379D-A790-F93F-C7B2-0EC9D3A55CA0}"/>
              </a:ext>
            </a:extLst>
          </p:cNvPr>
          <p:cNvSpPr>
            <a:spLocks noGrp="1"/>
          </p:cNvSpPr>
          <p:nvPr>
            <p:ph type="sldNum" sz="quarter" idx="12"/>
          </p:nvPr>
        </p:nvSpPr>
        <p:spPr/>
        <p:txBody>
          <a:bodyPr/>
          <a:lstStyle/>
          <a:p>
            <a:fld id="{065EBCF0-071A-41B4-9C48-9ADF70E893B6}" type="slidenum">
              <a:rPr lang="ar-SY" smtClean="0"/>
              <a:pPr/>
              <a:t>65</a:t>
            </a:fld>
            <a:endParaRPr lang="ar-SY" dirty="0"/>
          </a:p>
        </p:txBody>
      </p:sp>
    </p:spTree>
    <p:extLst>
      <p:ext uri="{BB962C8B-B14F-4D97-AF65-F5344CB8AC3E}">
        <p14:creationId xmlns:p14="http://schemas.microsoft.com/office/powerpoint/2010/main" val="41347792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505B0-BF44-5F12-3A5F-662506D1B219}"/>
            </a:ext>
          </a:extLst>
        </p:cNvPr>
        <p:cNvGrpSpPr/>
        <p:nvPr/>
      </p:nvGrpSpPr>
      <p:grpSpPr>
        <a:xfrm>
          <a:off x="0" y="0"/>
          <a:ext cx="0" cy="0"/>
          <a:chOff x="0" y="0"/>
          <a:chExt cx="0" cy="0"/>
        </a:xfrm>
      </p:grpSpPr>
      <p:sp>
        <p:nvSpPr>
          <p:cNvPr id="2" name="مستطيل 12">
            <a:extLst>
              <a:ext uri="{FF2B5EF4-FFF2-40B4-BE49-F238E27FC236}">
                <a16:creationId xmlns:a16="http://schemas.microsoft.com/office/drawing/2014/main" id="{7E3B97D5-0171-6A05-8BBB-06E9114BF95E}"/>
              </a:ext>
            </a:extLst>
          </p:cNvPr>
          <p:cNvSpPr/>
          <p:nvPr/>
        </p:nvSpPr>
        <p:spPr>
          <a:xfrm>
            <a:off x="7772231" y="983035"/>
            <a:ext cx="1528123"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600" b="1" dirty="0">
                <a:solidFill>
                  <a:schemeClr val="tx1"/>
                </a:solidFill>
              </a:rPr>
              <a:t>دائـــرة المصــــور العـــــام </a:t>
            </a:r>
            <a:endParaRPr lang="en-US" sz="1100" b="1" dirty="0">
              <a:solidFill>
                <a:schemeClr val="tx1"/>
              </a:solidFill>
              <a:latin typeface="Arial" panose="020B0604020202020204" pitchFamily="34" charset="0"/>
            </a:endParaRPr>
          </a:p>
        </p:txBody>
      </p:sp>
      <p:sp>
        <p:nvSpPr>
          <p:cNvPr id="3" name="مستطيل 16">
            <a:extLst>
              <a:ext uri="{FF2B5EF4-FFF2-40B4-BE49-F238E27FC236}">
                <a16:creationId xmlns:a16="http://schemas.microsoft.com/office/drawing/2014/main" id="{85ED44BA-E620-B667-51C5-AFEBBCFB4FB7}"/>
              </a:ext>
            </a:extLst>
          </p:cNvPr>
          <p:cNvSpPr/>
          <p:nvPr/>
        </p:nvSpPr>
        <p:spPr>
          <a:xfrm>
            <a:off x="7050661" y="1789922"/>
            <a:ext cx="130432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dirty="0">
                <a:solidFill>
                  <a:schemeClr val="tx1"/>
                </a:solidFill>
              </a:rPr>
              <a:t>شعبة جمع المعلومات والإحصائيات </a:t>
            </a:r>
            <a:endParaRPr lang="ar-SA" sz="1000" dirty="0">
              <a:solidFill>
                <a:schemeClr val="tx1"/>
              </a:solidFill>
            </a:endParaRPr>
          </a:p>
        </p:txBody>
      </p:sp>
      <p:cxnSp>
        <p:nvCxnSpPr>
          <p:cNvPr id="4" name="موصل: على شكل مرفق 30">
            <a:extLst>
              <a:ext uri="{FF2B5EF4-FFF2-40B4-BE49-F238E27FC236}">
                <a16:creationId xmlns:a16="http://schemas.microsoft.com/office/drawing/2014/main" id="{13D341B4-750E-89D1-1936-152AA7DCF8FC}"/>
              </a:ext>
            </a:extLst>
          </p:cNvPr>
          <p:cNvCxnSpPr>
            <a:cxnSpLocks/>
            <a:stCxn id="2" idx="2"/>
            <a:endCxn id="3" idx="3"/>
          </p:cNvCxnSpPr>
          <p:nvPr/>
        </p:nvCxnSpPr>
        <p:spPr>
          <a:xfrm rot="5400000">
            <a:off x="8155573" y="1722451"/>
            <a:ext cx="580137" cy="18130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50">
            <a:extLst>
              <a:ext uri="{FF2B5EF4-FFF2-40B4-BE49-F238E27FC236}">
                <a16:creationId xmlns:a16="http://schemas.microsoft.com/office/drawing/2014/main" id="{A9782A30-C179-2542-F7CB-2A63ED76ABDF}"/>
              </a:ext>
            </a:extLst>
          </p:cNvPr>
          <p:cNvSpPr/>
          <p:nvPr/>
        </p:nvSpPr>
        <p:spPr>
          <a:xfrm>
            <a:off x="738882" y="993548"/>
            <a:ext cx="1528124" cy="474985"/>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r"/>
            <a:r>
              <a:rPr lang="ar-SA" sz="1200" b="1" dirty="0">
                <a:solidFill>
                  <a:schemeClr val="tx1"/>
                </a:solidFill>
              </a:rPr>
              <a:t>دائـــر</a:t>
            </a:r>
            <a:r>
              <a:rPr lang="ar-SY" sz="1200" b="1" dirty="0">
                <a:solidFill>
                  <a:schemeClr val="tx1"/>
                </a:solidFill>
              </a:rPr>
              <a:t>ة </a:t>
            </a:r>
            <a:r>
              <a:rPr lang="ar-SA" sz="1200" b="1" dirty="0">
                <a:solidFill>
                  <a:schemeClr val="tx1"/>
                </a:solidFill>
              </a:rPr>
              <a:t>الدراســـــات التنظيميـة</a:t>
            </a:r>
            <a:r>
              <a:rPr lang="ar-SY" sz="1200" b="1" dirty="0">
                <a:solidFill>
                  <a:schemeClr val="tx1"/>
                </a:solidFill>
              </a:rPr>
              <a:t> </a:t>
            </a:r>
            <a:r>
              <a:rPr lang="ar-SA" sz="1200" b="1" dirty="0">
                <a:solidFill>
                  <a:schemeClr val="tx1"/>
                </a:solidFill>
              </a:rPr>
              <a:t>وتنفيذ التنظيـــم </a:t>
            </a:r>
            <a:endParaRPr lang="en-US" sz="1000" b="1" dirty="0">
              <a:solidFill>
                <a:schemeClr val="tx1"/>
              </a:solidFill>
              <a:latin typeface="Arial" panose="020B0604020202020204" pitchFamily="34" charset="0"/>
            </a:endParaRPr>
          </a:p>
        </p:txBody>
      </p:sp>
      <p:sp>
        <p:nvSpPr>
          <p:cNvPr id="6" name="مستطيل 198">
            <a:extLst>
              <a:ext uri="{FF2B5EF4-FFF2-40B4-BE49-F238E27FC236}">
                <a16:creationId xmlns:a16="http://schemas.microsoft.com/office/drawing/2014/main" id="{4520FC2F-F586-7CD6-732A-7A894F6EBFCF}"/>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SA" b="1" dirty="0">
                <a:solidFill>
                  <a:schemeClr val="tx1"/>
                </a:solidFill>
              </a:rPr>
              <a:t>مديـــريـــة التنظيم والتخطيط العمراني</a:t>
            </a:r>
            <a:endParaRPr lang="en-US" dirty="0">
              <a:solidFill>
                <a:schemeClr val="tx1"/>
              </a:solidFill>
            </a:endParaRPr>
          </a:p>
        </p:txBody>
      </p:sp>
      <p:cxnSp>
        <p:nvCxnSpPr>
          <p:cNvPr id="7" name="موصل: على شكل مرفق 199">
            <a:extLst>
              <a:ext uri="{FF2B5EF4-FFF2-40B4-BE49-F238E27FC236}">
                <a16:creationId xmlns:a16="http://schemas.microsoft.com/office/drawing/2014/main" id="{86762868-0976-C3F8-32F9-BF34FCBCE984}"/>
              </a:ext>
            </a:extLst>
          </p:cNvPr>
          <p:cNvCxnSpPr>
            <a:cxnSpLocks/>
            <a:stCxn id="107" idx="2"/>
            <a:endCxn id="119" idx="3"/>
          </p:cNvCxnSpPr>
          <p:nvPr/>
        </p:nvCxnSpPr>
        <p:spPr>
          <a:xfrm rot="5400000">
            <a:off x="9703357" y="1717243"/>
            <a:ext cx="597500" cy="17435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203">
            <a:extLst>
              <a:ext uri="{FF2B5EF4-FFF2-40B4-BE49-F238E27FC236}">
                <a16:creationId xmlns:a16="http://schemas.microsoft.com/office/drawing/2014/main" id="{02A3775F-3AE5-59A7-C1C7-CDE19E3E8C6F}"/>
              </a:ext>
            </a:extLst>
          </p:cNvPr>
          <p:cNvCxnSpPr>
            <a:cxnSpLocks/>
            <a:stCxn id="6" idx="2"/>
            <a:endCxn id="5" idx="0"/>
          </p:cNvCxnSpPr>
          <p:nvPr/>
        </p:nvCxnSpPr>
        <p:spPr>
          <a:xfrm rot="5400000">
            <a:off x="3656763" y="-1483099"/>
            <a:ext cx="322829" cy="463046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216DE635-EA4F-CC56-E5D7-F520974DCDBD}"/>
              </a:ext>
            </a:extLst>
          </p:cNvPr>
          <p:cNvSpPr/>
          <p:nvPr/>
        </p:nvSpPr>
        <p:spPr>
          <a:xfrm>
            <a:off x="7050661" y="2596121"/>
            <a:ext cx="1304328" cy="51835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rtl="1"/>
            <a:r>
              <a:rPr lang="ar-SA" sz="1200" dirty="0">
                <a:solidFill>
                  <a:schemeClr val="tx1"/>
                </a:solidFill>
              </a:rPr>
              <a:t>شعبة الدراسات والطرق والمواصلات </a:t>
            </a:r>
            <a:endParaRPr lang="ar-SA" sz="1000" dirty="0">
              <a:solidFill>
                <a:schemeClr val="tx1"/>
              </a:solidFill>
            </a:endParaRPr>
          </a:p>
        </p:txBody>
      </p:sp>
      <p:sp>
        <p:nvSpPr>
          <p:cNvPr id="23" name="مستطيل 9">
            <a:extLst>
              <a:ext uri="{FF2B5EF4-FFF2-40B4-BE49-F238E27FC236}">
                <a16:creationId xmlns:a16="http://schemas.microsoft.com/office/drawing/2014/main" id="{4DE7A45D-9EE8-9A5A-6C08-CE12EA2DB08A}"/>
              </a:ext>
            </a:extLst>
          </p:cNvPr>
          <p:cNvSpPr/>
          <p:nvPr/>
        </p:nvSpPr>
        <p:spPr>
          <a:xfrm>
            <a:off x="1990145" y="4049480"/>
            <a:ext cx="1408966" cy="58098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r" rtl="1"/>
            <a:r>
              <a:rPr lang="ar-SA" sz="1200" b="1" dirty="0">
                <a:solidFill>
                  <a:schemeClr val="tx1"/>
                </a:solidFill>
              </a:rPr>
              <a:t>شعبة دراسة المصورات التخطيطية والتفصيلية </a:t>
            </a:r>
            <a:endParaRPr lang="ar-SA" sz="1000" dirty="0">
              <a:solidFill>
                <a:schemeClr val="tx1"/>
              </a:solidFill>
            </a:endParaRPr>
          </a:p>
        </p:txBody>
      </p:sp>
      <p:cxnSp>
        <p:nvCxnSpPr>
          <p:cNvPr id="24" name="موصل: على شكل مرفق 17">
            <a:extLst>
              <a:ext uri="{FF2B5EF4-FFF2-40B4-BE49-F238E27FC236}">
                <a16:creationId xmlns:a16="http://schemas.microsoft.com/office/drawing/2014/main" id="{0F8555EA-E940-D3AD-7AFB-CBF44F3D4BD6}"/>
              </a:ext>
            </a:extLst>
          </p:cNvPr>
          <p:cNvCxnSpPr>
            <a:cxnSpLocks/>
            <a:stCxn id="5" idx="2"/>
            <a:endCxn id="23" idx="1"/>
          </p:cNvCxnSpPr>
          <p:nvPr/>
        </p:nvCxnSpPr>
        <p:spPr>
          <a:xfrm rot="16200000" flipH="1">
            <a:off x="310823" y="2660653"/>
            <a:ext cx="2871442" cy="48720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5" name="مستطيل 72">
            <a:extLst>
              <a:ext uri="{FF2B5EF4-FFF2-40B4-BE49-F238E27FC236}">
                <a16:creationId xmlns:a16="http://schemas.microsoft.com/office/drawing/2014/main" id="{8E5CFD33-DB23-2A5A-AC43-8BDC85A1725F}"/>
              </a:ext>
            </a:extLst>
          </p:cNvPr>
          <p:cNvSpPr/>
          <p:nvPr/>
        </p:nvSpPr>
        <p:spPr>
          <a:xfrm>
            <a:off x="1975444" y="3225165"/>
            <a:ext cx="1408966" cy="58098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r" rtl="1"/>
            <a:r>
              <a:rPr lang="ar-SA" sz="1200" b="1" dirty="0">
                <a:solidFill>
                  <a:schemeClr val="tx1"/>
                </a:solidFill>
              </a:rPr>
              <a:t>شعبة دراسـة المصـورات التنظيمية </a:t>
            </a:r>
            <a:r>
              <a:rPr lang="ar-SY" sz="1200" b="1" dirty="0">
                <a:solidFill>
                  <a:schemeClr val="tx1"/>
                </a:solidFill>
              </a:rPr>
              <a:t>و</a:t>
            </a:r>
            <a:r>
              <a:rPr lang="ar-SA" sz="1200" b="1" dirty="0">
                <a:solidFill>
                  <a:schemeClr val="tx1"/>
                </a:solidFill>
              </a:rPr>
              <a:t>التفصيلية </a:t>
            </a:r>
            <a:r>
              <a:rPr lang="ar-SY" sz="1200" b="1" dirty="0">
                <a:solidFill>
                  <a:schemeClr val="tx1"/>
                </a:solidFill>
              </a:rPr>
              <a:t>وتطويرها</a:t>
            </a:r>
            <a:endParaRPr lang="ar-SA" sz="1000" b="1" dirty="0">
              <a:solidFill>
                <a:schemeClr val="tx1"/>
              </a:solidFill>
            </a:endParaRPr>
          </a:p>
        </p:txBody>
      </p:sp>
      <p:cxnSp>
        <p:nvCxnSpPr>
          <p:cNvPr id="27" name="موصل: على شكل مرفق 17">
            <a:extLst>
              <a:ext uri="{FF2B5EF4-FFF2-40B4-BE49-F238E27FC236}">
                <a16:creationId xmlns:a16="http://schemas.microsoft.com/office/drawing/2014/main" id="{671775E7-5D16-153B-62CC-74F47C8741B6}"/>
              </a:ext>
            </a:extLst>
          </p:cNvPr>
          <p:cNvCxnSpPr>
            <a:cxnSpLocks/>
            <a:stCxn id="2" idx="2"/>
            <a:endCxn id="9" idx="3"/>
          </p:cNvCxnSpPr>
          <p:nvPr/>
        </p:nvCxnSpPr>
        <p:spPr>
          <a:xfrm rot="5400000">
            <a:off x="7779508" y="2098516"/>
            <a:ext cx="1332266" cy="18130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8" name="موصل: على شكل مرفق 93">
            <a:extLst>
              <a:ext uri="{FF2B5EF4-FFF2-40B4-BE49-F238E27FC236}">
                <a16:creationId xmlns:a16="http://schemas.microsoft.com/office/drawing/2014/main" id="{69301FDB-2479-E309-CD82-F2C688A80DC1}"/>
              </a:ext>
            </a:extLst>
          </p:cNvPr>
          <p:cNvCxnSpPr>
            <a:cxnSpLocks/>
            <a:stCxn id="5" idx="2"/>
            <a:endCxn id="25" idx="1"/>
          </p:cNvCxnSpPr>
          <p:nvPr/>
        </p:nvCxnSpPr>
        <p:spPr>
          <a:xfrm rot="16200000" flipH="1">
            <a:off x="715631" y="2255846"/>
            <a:ext cx="2047127" cy="4725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1" name="مستطيل 75">
            <a:extLst>
              <a:ext uri="{FF2B5EF4-FFF2-40B4-BE49-F238E27FC236}">
                <a16:creationId xmlns:a16="http://schemas.microsoft.com/office/drawing/2014/main" id="{BBEA5125-515E-B06A-5C4D-5DB2280B57B4}"/>
              </a:ext>
            </a:extLst>
          </p:cNvPr>
          <p:cNvSpPr/>
          <p:nvPr/>
        </p:nvSpPr>
        <p:spPr>
          <a:xfrm>
            <a:off x="7078723" y="3305386"/>
            <a:ext cx="1287948" cy="51835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600" dirty="0">
                <a:solidFill>
                  <a:schemeClr val="tx1"/>
                </a:solidFill>
              </a:rPr>
              <a:t>شعبة الديوان </a:t>
            </a:r>
            <a:endParaRPr lang="ar-SA" sz="1000" dirty="0">
              <a:solidFill>
                <a:schemeClr val="tx1"/>
              </a:solidFill>
            </a:endParaRPr>
          </a:p>
        </p:txBody>
      </p:sp>
      <p:cxnSp>
        <p:nvCxnSpPr>
          <p:cNvPr id="22" name="موصل: على شكل مرفق 17">
            <a:extLst>
              <a:ext uri="{FF2B5EF4-FFF2-40B4-BE49-F238E27FC236}">
                <a16:creationId xmlns:a16="http://schemas.microsoft.com/office/drawing/2014/main" id="{A2EE784E-870C-B38E-1863-100A3E50C393}"/>
              </a:ext>
            </a:extLst>
          </p:cNvPr>
          <p:cNvCxnSpPr>
            <a:cxnSpLocks/>
            <a:stCxn id="2" idx="2"/>
            <a:endCxn id="21" idx="3"/>
          </p:cNvCxnSpPr>
          <p:nvPr/>
        </p:nvCxnSpPr>
        <p:spPr>
          <a:xfrm rot="5400000">
            <a:off x="7430717" y="2458989"/>
            <a:ext cx="2041531" cy="16962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9" name="مستطيل 9">
            <a:extLst>
              <a:ext uri="{FF2B5EF4-FFF2-40B4-BE49-F238E27FC236}">
                <a16:creationId xmlns:a16="http://schemas.microsoft.com/office/drawing/2014/main" id="{C52337A7-29E3-62C8-FCC3-A568DC6FEA6D}"/>
              </a:ext>
            </a:extLst>
          </p:cNvPr>
          <p:cNvSpPr/>
          <p:nvPr/>
        </p:nvSpPr>
        <p:spPr>
          <a:xfrm>
            <a:off x="1969837" y="4968456"/>
            <a:ext cx="1408967" cy="67618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r" rtl="1"/>
            <a:r>
              <a:rPr lang="ar-SA" sz="1200" b="1" dirty="0">
                <a:solidFill>
                  <a:schemeClr val="tx1"/>
                </a:solidFill>
              </a:rPr>
              <a:t>شعبة دراسة المصورات الطرقية وتطويرها ودراسة الاعلانات وتجميل المدينة </a:t>
            </a:r>
            <a:endParaRPr lang="ar-SA" sz="800" dirty="0">
              <a:solidFill>
                <a:schemeClr val="tx1"/>
              </a:solidFill>
            </a:endParaRPr>
          </a:p>
        </p:txBody>
      </p:sp>
      <p:cxnSp>
        <p:nvCxnSpPr>
          <p:cNvPr id="42" name="موصل: على شكل مرفق 17">
            <a:extLst>
              <a:ext uri="{FF2B5EF4-FFF2-40B4-BE49-F238E27FC236}">
                <a16:creationId xmlns:a16="http://schemas.microsoft.com/office/drawing/2014/main" id="{0C92A723-D4F7-71DC-F57E-B641BD90CAB2}"/>
              </a:ext>
            </a:extLst>
          </p:cNvPr>
          <p:cNvCxnSpPr>
            <a:cxnSpLocks/>
            <a:stCxn id="5" idx="2"/>
            <a:endCxn id="39" idx="1"/>
          </p:cNvCxnSpPr>
          <p:nvPr/>
        </p:nvCxnSpPr>
        <p:spPr>
          <a:xfrm rot="16200000" flipH="1">
            <a:off x="-182617" y="3154093"/>
            <a:ext cx="3838014" cy="4668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5" name="مستطيل 75">
            <a:extLst>
              <a:ext uri="{FF2B5EF4-FFF2-40B4-BE49-F238E27FC236}">
                <a16:creationId xmlns:a16="http://schemas.microsoft.com/office/drawing/2014/main" id="{8443A237-64AF-E0A3-48CD-D21D079459FB}"/>
              </a:ext>
            </a:extLst>
          </p:cNvPr>
          <p:cNvSpPr/>
          <p:nvPr/>
        </p:nvSpPr>
        <p:spPr>
          <a:xfrm>
            <a:off x="2001426" y="1839877"/>
            <a:ext cx="1414572" cy="49865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شعبة دراسة مصورات تعديل الصفة العمرانية </a:t>
            </a:r>
            <a:endParaRPr lang="ar-SA" sz="700" dirty="0">
              <a:solidFill>
                <a:schemeClr val="tx1"/>
              </a:solidFill>
            </a:endParaRPr>
          </a:p>
        </p:txBody>
      </p:sp>
      <p:cxnSp>
        <p:nvCxnSpPr>
          <p:cNvPr id="46" name="موصل: على شكل مرفق 17">
            <a:extLst>
              <a:ext uri="{FF2B5EF4-FFF2-40B4-BE49-F238E27FC236}">
                <a16:creationId xmlns:a16="http://schemas.microsoft.com/office/drawing/2014/main" id="{03570B62-52F9-DD3F-C286-69F1DB40727F}"/>
              </a:ext>
            </a:extLst>
          </p:cNvPr>
          <p:cNvCxnSpPr>
            <a:cxnSpLocks/>
            <a:stCxn id="5" idx="2"/>
            <a:endCxn id="45" idx="1"/>
          </p:cNvCxnSpPr>
          <p:nvPr/>
        </p:nvCxnSpPr>
        <p:spPr>
          <a:xfrm rot="16200000" flipH="1">
            <a:off x="1441849" y="1529628"/>
            <a:ext cx="620673" cy="49848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0" name="مستطيل 75">
            <a:extLst>
              <a:ext uri="{FF2B5EF4-FFF2-40B4-BE49-F238E27FC236}">
                <a16:creationId xmlns:a16="http://schemas.microsoft.com/office/drawing/2014/main" id="{C9937F27-5C20-EFBC-C481-838E003E7E71}"/>
              </a:ext>
            </a:extLst>
          </p:cNvPr>
          <p:cNvSpPr/>
          <p:nvPr/>
        </p:nvSpPr>
        <p:spPr>
          <a:xfrm>
            <a:off x="33079" y="4118398"/>
            <a:ext cx="1238908" cy="47664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شعبة دراسة مصورات الكتل </a:t>
            </a:r>
            <a:endParaRPr lang="ar-SA" sz="500" b="1" dirty="0">
              <a:solidFill>
                <a:schemeClr val="tx1"/>
              </a:solidFill>
            </a:endParaRPr>
          </a:p>
        </p:txBody>
      </p:sp>
      <p:sp>
        <p:nvSpPr>
          <p:cNvPr id="51" name="مستطيل 75">
            <a:extLst>
              <a:ext uri="{FF2B5EF4-FFF2-40B4-BE49-F238E27FC236}">
                <a16:creationId xmlns:a16="http://schemas.microsoft.com/office/drawing/2014/main" id="{15ABDE1D-C81B-BDBB-0254-94F82D4925B4}"/>
              </a:ext>
            </a:extLst>
          </p:cNvPr>
          <p:cNvSpPr/>
          <p:nvPr/>
        </p:nvSpPr>
        <p:spPr>
          <a:xfrm>
            <a:off x="75626" y="3274693"/>
            <a:ext cx="1186889"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شعبة دراسة المصورات </a:t>
            </a:r>
            <a:r>
              <a:rPr lang="ar-SA" sz="1200" b="1" dirty="0" err="1">
                <a:solidFill>
                  <a:schemeClr val="tx1"/>
                </a:solidFill>
              </a:rPr>
              <a:t>الاستملاكية</a:t>
            </a:r>
            <a:r>
              <a:rPr lang="ar-SA" sz="1200" b="1" dirty="0">
                <a:solidFill>
                  <a:schemeClr val="tx1"/>
                </a:solidFill>
              </a:rPr>
              <a:t> </a:t>
            </a:r>
            <a:endParaRPr lang="ar-SA" sz="500" dirty="0">
              <a:solidFill>
                <a:schemeClr val="tx1"/>
              </a:solidFill>
            </a:endParaRPr>
          </a:p>
        </p:txBody>
      </p:sp>
      <p:cxnSp>
        <p:nvCxnSpPr>
          <p:cNvPr id="52" name="موصل: على شكل مرفق 17">
            <a:extLst>
              <a:ext uri="{FF2B5EF4-FFF2-40B4-BE49-F238E27FC236}">
                <a16:creationId xmlns:a16="http://schemas.microsoft.com/office/drawing/2014/main" id="{5A37F425-E702-76B5-FF7B-960075721B07}"/>
              </a:ext>
            </a:extLst>
          </p:cNvPr>
          <p:cNvCxnSpPr>
            <a:cxnSpLocks/>
            <a:stCxn id="5" idx="2"/>
            <a:endCxn id="50" idx="3"/>
          </p:cNvCxnSpPr>
          <p:nvPr/>
        </p:nvCxnSpPr>
        <p:spPr>
          <a:xfrm rot="5400000">
            <a:off x="-56626" y="2797147"/>
            <a:ext cx="2888185" cy="23095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3" name="موصل: على شكل مرفق 17">
            <a:extLst>
              <a:ext uri="{FF2B5EF4-FFF2-40B4-BE49-F238E27FC236}">
                <a16:creationId xmlns:a16="http://schemas.microsoft.com/office/drawing/2014/main" id="{1608C9E4-7378-8ABC-280A-AEA33F470B51}"/>
              </a:ext>
            </a:extLst>
          </p:cNvPr>
          <p:cNvCxnSpPr>
            <a:cxnSpLocks/>
            <a:stCxn id="5" idx="2"/>
            <a:endCxn id="51" idx="3"/>
          </p:cNvCxnSpPr>
          <p:nvPr/>
        </p:nvCxnSpPr>
        <p:spPr>
          <a:xfrm rot="5400000">
            <a:off x="320373" y="2410676"/>
            <a:ext cx="2124714" cy="24042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8" name="مستطيل 75">
            <a:extLst>
              <a:ext uri="{FF2B5EF4-FFF2-40B4-BE49-F238E27FC236}">
                <a16:creationId xmlns:a16="http://schemas.microsoft.com/office/drawing/2014/main" id="{66DA95C1-66A4-6870-AEF8-3248D54F47B7}"/>
              </a:ext>
            </a:extLst>
          </p:cNvPr>
          <p:cNvSpPr/>
          <p:nvPr/>
        </p:nvSpPr>
        <p:spPr>
          <a:xfrm>
            <a:off x="10149" y="4915601"/>
            <a:ext cx="1238908" cy="55689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شـعبة الـوجـائـب </a:t>
            </a:r>
            <a:endParaRPr lang="ar-SA" sz="400" dirty="0">
              <a:solidFill>
                <a:schemeClr val="tx1"/>
              </a:solidFill>
            </a:endParaRPr>
          </a:p>
        </p:txBody>
      </p:sp>
      <p:sp>
        <p:nvSpPr>
          <p:cNvPr id="59" name="مستطيل 75">
            <a:extLst>
              <a:ext uri="{FF2B5EF4-FFF2-40B4-BE49-F238E27FC236}">
                <a16:creationId xmlns:a16="http://schemas.microsoft.com/office/drawing/2014/main" id="{230FA163-53DC-E45F-DCA6-9A54B9EFB7B9}"/>
              </a:ext>
            </a:extLst>
          </p:cNvPr>
          <p:cNvSpPr/>
          <p:nvPr/>
        </p:nvSpPr>
        <p:spPr>
          <a:xfrm>
            <a:off x="23607" y="5738975"/>
            <a:ext cx="1238908" cy="47664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شعبة أمانة الخارطة </a:t>
            </a:r>
            <a:endParaRPr lang="ar-SA" sz="400" dirty="0">
              <a:solidFill>
                <a:schemeClr val="tx1"/>
              </a:solidFill>
            </a:endParaRPr>
          </a:p>
        </p:txBody>
      </p:sp>
      <p:cxnSp>
        <p:nvCxnSpPr>
          <p:cNvPr id="60" name="موصل: على شكل مرفق 17">
            <a:extLst>
              <a:ext uri="{FF2B5EF4-FFF2-40B4-BE49-F238E27FC236}">
                <a16:creationId xmlns:a16="http://schemas.microsoft.com/office/drawing/2014/main" id="{30A89704-FF53-2AFA-71A9-E77F06B72673}"/>
              </a:ext>
            </a:extLst>
          </p:cNvPr>
          <p:cNvCxnSpPr>
            <a:cxnSpLocks/>
            <a:stCxn id="5" idx="2"/>
            <a:endCxn id="59" idx="3"/>
          </p:cNvCxnSpPr>
          <p:nvPr/>
        </p:nvCxnSpPr>
        <p:spPr>
          <a:xfrm rot="5400000">
            <a:off x="-871651" y="3602700"/>
            <a:ext cx="4508763" cy="24042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1" name="موصل: على شكل مرفق 17">
            <a:extLst>
              <a:ext uri="{FF2B5EF4-FFF2-40B4-BE49-F238E27FC236}">
                <a16:creationId xmlns:a16="http://schemas.microsoft.com/office/drawing/2014/main" id="{E498699D-A7D0-5DCF-2D61-681AF100EF9E}"/>
              </a:ext>
            </a:extLst>
          </p:cNvPr>
          <p:cNvCxnSpPr>
            <a:cxnSpLocks/>
            <a:stCxn id="5" idx="2"/>
            <a:endCxn id="58" idx="3"/>
          </p:cNvCxnSpPr>
          <p:nvPr/>
        </p:nvCxnSpPr>
        <p:spPr>
          <a:xfrm rot="5400000">
            <a:off x="-486756" y="3204347"/>
            <a:ext cx="3725515" cy="25388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75" name="مستطيل 75">
            <a:extLst>
              <a:ext uri="{FF2B5EF4-FFF2-40B4-BE49-F238E27FC236}">
                <a16:creationId xmlns:a16="http://schemas.microsoft.com/office/drawing/2014/main" id="{361FCC6A-64E0-E03E-15CF-5283FE187593}"/>
              </a:ext>
            </a:extLst>
          </p:cNvPr>
          <p:cNvSpPr/>
          <p:nvPr/>
        </p:nvSpPr>
        <p:spPr>
          <a:xfrm>
            <a:off x="67590" y="1823614"/>
            <a:ext cx="1194925" cy="46760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شـعبة الـديـوان </a:t>
            </a:r>
            <a:endParaRPr lang="ar-SA" sz="200" dirty="0">
              <a:solidFill>
                <a:schemeClr val="tx1"/>
              </a:solidFill>
            </a:endParaRPr>
          </a:p>
        </p:txBody>
      </p:sp>
      <p:sp>
        <p:nvSpPr>
          <p:cNvPr id="76" name="مستطيل 75">
            <a:extLst>
              <a:ext uri="{FF2B5EF4-FFF2-40B4-BE49-F238E27FC236}">
                <a16:creationId xmlns:a16="http://schemas.microsoft.com/office/drawing/2014/main" id="{3A7BD890-C4BF-9B4E-C146-BC9F377471C5}"/>
              </a:ext>
            </a:extLst>
          </p:cNvPr>
          <p:cNvSpPr/>
          <p:nvPr/>
        </p:nvSpPr>
        <p:spPr>
          <a:xfrm>
            <a:off x="65666" y="2567703"/>
            <a:ext cx="1206320" cy="46760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شعبة نسخ المصورات </a:t>
            </a:r>
            <a:endParaRPr lang="ar-SA" sz="300" dirty="0">
              <a:solidFill>
                <a:schemeClr val="tx1"/>
              </a:solidFill>
            </a:endParaRPr>
          </a:p>
        </p:txBody>
      </p:sp>
      <p:cxnSp>
        <p:nvCxnSpPr>
          <p:cNvPr id="77" name="موصل: على شكل مرفق 17">
            <a:extLst>
              <a:ext uri="{FF2B5EF4-FFF2-40B4-BE49-F238E27FC236}">
                <a16:creationId xmlns:a16="http://schemas.microsoft.com/office/drawing/2014/main" id="{CFFE2F6E-D823-54A7-3609-A8DA6F728F1D}"/>
              </a:ext>
            </a:extLst>
          </p:cNvPr>
          <p:cNvCxnSpPr>
            <a:cxnSpLocks/>
            <a:stCxn id="5" idx="2"/>
            <a:endCxn id="76" idx="3"/>
          </p:cNvCxnSpPr>
          <p:nvPr/>
        </p:nvCxnSpPr>
        <p:spPr>
          <a:xfrm rot="5400000">
            <a:off x="720978" y="2019541"/>
            <a:ext cx="1332975" cy="23095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0" name="موصل: على شكل مرفق 17">
            <a:extLst>
              <a:ext uri="{FF2B5EF4-FFF2-40B4-BE49-F238E27FC236}">
                <a16:creationId xmlns:a16="http://schemas.microsoft.com/office/drawing/2014/main" id="{626E1D79-AA04-A852-0D48-D94407B4A16E}"/>
              </a:ext>
            </a:extLst>
          </p:cNvPr>
          <p:cNvCxnSpPr>
            <a:cxnSpLocks/>
            <a:stCxn id="5" idx="2"/>
            <a:endCxn id="75" idx="3"/>
          </p:cNvCxnSpPr>
          <p:nvPr/>
        </p:nvCxnSpPr>
        <p:spPr>
          <a:xfrm rot="5400000">
            <a:off x="1088287" y="1642762"/>
            <a:ext cx="588886" cy="24042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83" name="مستطيل 75">
            <a:extLst>
              <a:ext uri="{FF2B5EF4-FFF2-40B4-BE49-F238E27FC236}">
                <a16:creationId xmlns:a16="http://schemas.microsoft.com/office/drawing/2014/main" id="{8247F60F-922C-E915-A384-F96DA33136D7}"/>
              </a:ext>
            </a:extLst>
          </p:cNvPr>
          <p:cNvSpPr/>
          <p:nvPr/>
        </p:nvSpPr>
        <p:spPr>
          <a:xfrm>
            <a:off x="3568397" y="1822681"/>
            <a:ext cx="1332637" cy="51585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 الـد</a:t>
            </a:r>
            <a:r>
              <a:rPr lang="ar-SY" sz="1400" b="1" dirty="0">
                <a:solidFill>
                  <a:schemeClr val="tx1"/>
                </a:solidFill>
              </a:rPr>
              <a:t>راسات المساحية</a:t>
            </a:r>
            <a:r>
              <a:rPr lang="ar-SA" sz="1400" b="1" dirty="0">
                <a:solidFill>
                  <a:schemeClr val="tx1"/>
                </a:solidFill>
              </a:rPr>
              <a:t> </a:t>
            </a:r>
            <a:endParaRPr lang="ar-SA" sz="300" dirty="0">
              <a:solidFill>
                <a:schemeClr val="tx1"/>
              </a:solidFill>
            </a:endParaRPr>
          </a:p>
        </p:txBody>
      </p:sp>
      <p:sp>
        <p:nvSpPr>
          <p:cNvPr id="84" name="مستطيل 75">
            <a:extLst>
              <a:ext uri="{FF2B5EF4-FFF2-40B4-BE49-F238E27FC236}">
                <a16:creationId xmlns:a16="http://schemas.microsoft.com/office/drawing/2014/main" id="{430C8299-CDCB-3475-CFD7-01DF0D9E2C3A}"/>
              </a:ext>
            </a:extLst>
          </p:cNvPr>
          <p:cNvSpPr/>
          <p:nvPr/>
        </p:nvSpPr>
        <p:spPr>
          <a:xfrm>
            <a:off x="1969837" y="2498919"/>
            <a:ext cx="1414572" cy="53639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200" b="1" dirty="0">
                <a:solidFill>
                  <a:schemeClr val="tx1"/>
                </a:solidFill>
              </a:rPr>
              <a:t>شـعبة</a:t>
            </a:r>
            <a:r>
              <a:rPr lang="ar-SY" sz="1200" b="1" dirty="0">
                <a:solidFill>
                  <a:schemeClr val="tx1"/>
                </a:solidFill>
              </a:rPr>
              <a:t> الأرشفة</a:t>
            </a:r>
            <a:r>
              <a:rPr lang="ar-SA" sz="1200" b="1" dirty="0">
                <a:solidFill>
                  <a:schemeClr val="tx1"/>
                </a:solidFill>
              </a:rPr>
              <a:t> </a:t>
            </a:r>
            <a:endParaRPr lang="ar-SA" sz="100" dirty="0">
              <a:solidFill>
                <a:schemeClr val="tx1"/>
              </a:solidFill>
            </a:endParaRPr>
          </a:p>
        </p:txBody>
      </p:sp>
      <p:cxnSp>
        <p:nvCxnSpPr>
          <p:cNvPr id="86" name="موصل: على شكل مرفق 17">
            <a:extLst>
              <a:ext uri="{FF2B5EF4-FFF2-40B4-BE49-F238E27FC236}">
                <a16:creationId xmlns:a16="http://schemas.microsoft.com/office/drawing/2014/main" id="{B6F22C8F-5E83-0C4F-CA6C-3060E85DD747}"/>
              </a:ext>
            </a:extLst>
          </p:cNvPr>
          <p:cNvCxnSpPr>
            <a:cxnSpLocks/>
            <a:stCxn id="5" idx="2"/>
            <a:endCxn id="84" idx="1"/>
          </p:cNvCxnSpPr>
          <p:nvPr/>
        </p:nvCxnSpPr>
        <p:spPr>
          <a:xfrm rot="16200000" flipH="1">
            <a:off x="1087099" y="1884377"/>
            <a:ext cx="1298583" cy="4668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89" name="مستطيل 12">
            <a:extLst>
              <a:ext uri="{FF2B5EF4-FFF2-40B4-BE49-F238E27FC236}">
                <a16:creationId xmlns:a16="http://schemas.microsoft.com/office/drawing/2014/main" id="{767D7FD6-7762-5FA4-EABD-76303BF3A5B2}"/>
              </a:ext>
            </a:extLst>
          </p:cNvPr>
          <p:cNvSpPr/>
          <p:nvPr/>
        </p:nvSpPr>
        <p:spPr>
          <a:xfrm>
            <a:off x="4370962" y="993548"/>
            <a:ext cx="1528123"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400" b="1" dirty="0">
                <a:solidFill>
                  <a:schemeClr val="tx1"/>
                </a:solidFill>
              </a:rPr>
              <a:t>دائــــرة المســــــاحــة </a:t>
            </a:r>
            <a:endParaRPr lang="en-US" sz="1000" b="1" dirty="0">
              <a:solidFill>
                <a:schemeClr val="tx1"/>
              </a:solidFill>
              <a:latin typeface="Arial" panose="020B0604020202020204" pitchFamily="34" charset="0"/>
            </a:endParaRPr>
          </a:p>
        </p:txBody>
      </p:sp>
      <p:cxnSp>
        <p:nvCxnSpPr>
          <p:cNvPr id="94" name="موصل: على شكل مرفق 199">
            <a:extLst>
              <a:ext uri="{FF2B5EF4-FFF2-40B4-BE49-F238E27FC236}">
                <a16:creationId xmlns:a16="http://schemas.microsoft.com/office/drawing/2014/main" id="{49D857C4-6318-1ADC-5502-20DF561ABD42}"/>
              </a:ext>
            </a:extLst>
          </p:cNvPr>
          <p:cNvCxnSpPr>
            <a:cxnSpLocks/>
            <a:stCxn id="6" idx="2"/>
            <a:endCxn id="89" idx="0"/>
          </p:cNvCxnSpPr>
          <p:nvPr/>
        </p:nvCxnSpPr>
        <p:spPr>
          <a:xfrm rot="5400000">
            <a:off x="5472803" y="332941"/>
            <a:ext cx="322829" cy="99838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7" name="مستطيل 75">
            <a:extLst>
              <a:ext uri="{FF2B5EF4-FFF2-40B4-BE49-F238E27FC236}">
                <a16:creationId xmlns:a16="http://schemas.microsoft.com/office/drawing/2014/main" id="{E331EEB3-388D-6DC1-F2E3-DFE0C9DE8CF1}"/>
              </a:ext>
            </a:extLst>
          </p:cNvPr>
          <p:cNvSpPr/>
          <p:nvPr/>
        </p:nvSpPr>
        <p:spPr>
          <a:xfrm>
            <a:off x="3563975" y="2583809"/>
            <a:ext cx="1285164" cy="47472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 الـ</a:t>
            </a:r>
            <a:r>
              <a:rPr lang="ar-SY" sz="1400" b="1" dirty="0">
                <a:solidFill>
                  <a:schemeClr val="tx1"/>
                </a:solidFill>
              </a:rPr>
              <a:t>أعمال المساحية</a:t>
            </a:r>
            <a:endParaRPr lang="ar-SA" sz="300" dirty="0">
              <a:solidFill>
                <a:schemeClr val="tx1"/>
              </a:solidFill>
            </a:endParaRPr>
          </a:p>
        </p:txBody>
      </p:sp>
      <p:sp>
        <p:nvSpPr>
          <p:cNvPr id="98" name="مستطيل 75">
            <a:extLst>
              <a:ext uri="{FF2B5EF4-FFF2-40B4-BE49-F238E27FC236}">
                <a16:creationId xmlns:a16="http://schemas.microsoft.com/office/drawing/2014/main" id="{1B2404A3-9EB2-BC9D-09B7-C82540C9B038}"/>
              </a:ext>
            </a:extLst>
          </p:cNvPr>
          <p:cNvSpPr/>
          <p:nvPr/>
        </p:nvSpPr>
        <p:spPr>
          <a:xfrm>
            <a:off x="3557018" y="3216326"/>
            <a:ext cx="1280747" cy="69547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 الـ</a:t>
            </a:r>
            <a:r>
              <a:rPr lang="ar-SY" sz="1400" b="1" dirty="0">
                <a:solidFill>
                  <a:schemeClr val="tx1"/>
                </a:solidFill>
              </a:rPr>
              <a:t>مصور الطبوغرافي والارشيف</a:t>
            </a:r>
            <a:r>
              <a:rPr lang="ar-SA" sz="1400" b="1" dirty="0">
                <a:solidFill>
                  <a:schemeClr val="tx1"/>
                </a:solidFill>
              </a:rPr>
              <a:t> </a:t>
            </a:r>
            <a:endParaRPr lang="ar-SA" sz="300" dirty="0">
              <a:solidFill>
                <a:schemeClr val="tx1"/>
              </a:solidFill>
            </a:endParaRPr>
          </a:p>
        </p:txBody>
      </p:sp>
      <p:sp>
        <p:nvSpPr>
          <p:cNvPr id="99" name="مستطيل 75">
            <a:extLst>
              <a:ext uri="{FF2B5EF4-FFF2-40B4-BE49-F238E27FC236}">
                <a16:creationId xmlns:a16="http://schemas.microsoft.com/office/drawing/2014/main" id="{CEA6C74E-1B39-BD7F-8069-F5B850B5FFB3}"/>
              </a:ext>
            </a:extLst>
          </p:cNvPr>
          <p:cNvSpPr/>
          <p:nvPr/>
        </p:nvSpPr>
        <p:spPr>
          <a:xfrm>
            <a:off x="3532936" y="4092881"/>
            <a:ext cx="1280747" cy="5021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 الـديـوان </a:t>
            </a:r>
            <a:endParaRPr lang="ar-SA" sz="300" dirty="0">
              <a:solidFill>
                <a:schemeClr val="tx1"/>
              </a:solidFill>
            </a:endParaRPr>
          </a:p>
        </p:txBody>
      </p:sp>
      <p:sp>
        <p:nvSpPr>
          <p:cNvPr id="10" name="Date Placeholder 9">
            <a:extLst>
              <a:ext uri="{FF2B5EF4-FFF2-40B4-BE49-F238E27FC236}">
                <a16:creationId xmlns:a16="http://schemas.microsoft.com/office/drawing/2014/main" id="{D4E97CC7-313E-9614-B08D-6433D7EF5864}"/>
              </a:ext>
            </a:extLst>
          </p:cNvPr>
          <p:cNvSpPr>
            <a:spLocks noGrp="1"/>
          </p:cNvSpPr>
          <p:nvPr>
            <p:ph type="dt" sz="half" idx="10"/>
          </p:nvPr>
        </p:nvSpPr>
        <p:spPr/>
        <p:txBody>
          <a:bodyPr/>
          <a:lstStyle/>
          <a:p>
            <a:fld id="{10283BD8-A9DD-4E2C-A195-DA6E844508D4}" type="datetime8">
              <a:rPr lang="ar-SY" smtClean="0"/>
              <a:t>28 تشرين الأول، 26</a:t>
            </a:fld>
            <a:endParaRPr lang="ar-SY" dirty="0"/>
          </a:p>
        </p:txBody>
      </p:sp>
      <p:sp>
        <p:nvSpPr>
          <p:cNvPr id="11" name="Footer Placeholder 10">
            <a:extLst>
              <a:ext uri="{FF2B5EF4-FFF2-40B4-BE49-F238E27FC236}">
                <a16:creationId xmlns:a16="http://schemas.microsoft.com/office/drawing/2014/main" id="{F998A550-FF60-F494-448E-8CB7D15DF4B7}"/>
              </a:ext>
            </a:extLst>
          </p:cNvPr>
          <p:cNvSpPr>
            <a:spLocks noGrp="1"/>
          </p:cNvSpPr>
          <p:nvPr>
            <p:ph type="ftr" sz="quarter" idx="11"/>
          </p:nvPr>
        </p:nvSpPr>
        <p:spPr/>
        <p:txBody>
          <a:bodyPr/>
          <a:lstStyle/>
          <a:p>
            <a:r>
              <a:rPr lang="ar-SY"/>
              <a:t>التعريف العام بمحافظة دمشق</a:t>
            </a:r>
          </a:p>
        </p:txBody>
      </p:sp>
      <p:sp>
        <p:nvSpPr>
          <p:cNvPr id="12" name="Slide Number Placeholder 11">
            <a:extLst>
              <a:ext uri="{FF2B5EF4-FFF2-40B4-BE49-F238E27FC236}">
                <a16:creationId xmlns:a16="http://schemas.microsoft.com/office/drawing/2014/main" id="{787AFB03-D41D-A763-E180-ED9B34B040A7}"/>
              </a:ext>
            </a:extLst>
          </p:cNvPr>
          <p:cNvSpPr>
            <a:spLocks noGrp="1"/>
          </p:cNvSpPr>
          <p:nvPr>
            <p:ph type="sldNum" sz="quarter" idx="12"/>
          </p:nvPr>
        </p:nvSpPr>
        <p:spPr/>
        <p:txBody>
          <a:bodyPr/>
          <a:lstStyle/>
          <a:p>
            <a:fld id="{065EBCF0-071A-41B4-9C48-9ADF70E893B6}" type="slidenum">
              <a:rPr lang="ar-SY" smtClean="0"/>
              <a:pPr/>
              <a:t>66</a:t>
            </a:fld>
            <a:endParaRPr lang="ar-SY" dirty="0"/>
          </a:p>
        </p:txBody>
      </p:sp>
      <p:cxnSp>
        <p:nvCxnSpPr>
          <p:cNvPr id="49" name="موصل: على شكل مرفق 17">
            <a:extLst>
              <a:ext uri="{FF2B5EF4-FFF2-40B4-BE49-F238E27FC236}">
                <a16:creationId xmlns:a16="http://schemas.microsoft.com/office/drawing/2014/main" id="{CCF6443D-8F66-4254-B9BB-64FABDB1FA30}"/>
              </a:ext>
            </a:extLst>
          </p:cNvPr>
          <p:cNvCxnSpPr>
            <a:cxnSpLocks/>
            <a:stCxn id="89" idx="2"/>
            <a:endCxn id="99" idx="3"/>
          </p:cNvCxnSpPr>
          <p:nvPr/>
        </p:nvCxnSpPr>
        <p:spPr>
          <a:xfrm rot="5400000">
            <a:off x="3569148" y="2778084"/>
            <a:ext cx="2810412" cy="32134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4" name="موصل: على شكل مرفق 17">
            <a:extLst>
              <a:ext uri="{FF2B5EF4-FFF2-40B4-BE49-F238E27FC236}">
                <a16:creationId xmlns:a16="http://schemas.microsoft.com/office/drawing/2014/main" id="{03EB9914-23AA-4859-A41A-39E34F1C1C15}"/>
              </a:ext>
            </a:extLst>
          </p:cNvPr>
          <p:cNvCxnSpPr>
            <a:cxnSpLocks/>
            <a:stCxn id="89" idx="2"/>
            <a:endCxn id="98" idx="3"/>
          </p:cNvCxnSpPr>
          <p:nvPr/>
        </p:nvCxnSpPr>
        <p:spPr>
          <a:xfrm rot="5400000">
            <a:off x="3971138" y="2400176"/>
            <a:ext cx="2030515" cy="29725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موصل: على شكل مرفق 17">
            <a:extLst>
              <a:ext uri="{FF2B5EF4-FFF2-40B4-BE49-F238E27FC236}">
                <a16:creationId xmlns:a16="http://schemas.microsoft.com/office/drawing/2014/main" id="{26C0005A-91CC-402F-B51C-19A26644144F}"/>
              </a:ext>
            </a:extLst>
          </p:cNvPr>
          <p:cNvCxnSpPr>
            <a:cxnSpLocks/>
            <a:stCxn id="89" idx="2"/>
            <a:endCxn id="97" idx="3"/>
          </p:cNvCxnSpPr>
          <p:nvPr/>
        </p:nvCxnSpPr>
        <p:spPr>
          <a:xfrm rot="5400000">
            <a:off x="4348270" y="2034418"/>
            <a:ext cx="1287625" cy="28588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موصل: على شكل مرفق 17">
            <a:extLst>
              <a:ext uri="{FF2B5EF4-FFF2-40B4-BE49-F238E27FC236}">
                <a16:creationId xmlns:a16="http://schemas.microsoft.com/office/drawing/2014/main" id="{7C8C34BB-02D7-4C2B-B2E9-6BCC3A6E266E}"/>
              </a:ext>
            </a:extLst>
          </p:cNvPr>
          <p:cNvCxnSpPr>
            <a:cxnSpLocks/>
            <a:stCxn id="89" idx="2"/>
            <a:endCxn id="83" idx="3"/>
          </p:cNvCxnSpPr>
          <p:nvPr/>
        </p:nvCxnSpPr>
        <p:spPr>
          <a:xfrm rot="5400000">
            <a:off x="4744499" y="1690083"/>
            <a:ext cx="547060" cy="23399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6" name="مستطيل 12">
            <a:extLst>
              <a:ext uri="{FF2B5EF4-FFF2-40B4-BE49-F238E27FC236}">
                <a16:creationId xmlns:a16="http://schemas.microsoft.com/office/drawing/2014/main" id="{A20B827A-C6FC-4718-9BAE-150D112A71D4}"/>
              </a:ext>
            </a:extLst>
          </p:cNvPr>
          <p:cNvSpPr/>
          <p:nvPr/>
        </p:nvSpPr>
        <p:spPr>
          <a:xfrm>
            <a:off x="5997222" y="983035"/>
            <a:ext cx="1528123"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400" b="1" dirty="0">
                <a:solidFill>
                  <a:schemeClr val="tx1"/>
                </a:solidFill>
              </a:rPr>
              <a:t>دائــــرة ال</a:t>
            </a:r>
            <a:r>
              <a:rPr lang="ar-SY" sz="1400" b="1" dirty="0">
                <a:solidFill>
                  <a:schemeClr val="tx1"/>
                </a:solidFill>
              </a:rPr>
              <a:t>استملاك والتوزيع</a:t>
            </a:r>
            <a:r>
              <a:rPr lang="ar-SA" sz="1400" b="1" dirty="0">
                <a:solidFill>
                  <a:schemeClr val="tx1"/>
                </a:solidFill>
              </a:rPr>
              <a:t> </a:t>
            </a:r>
            <a:endParaRPr lang="en-US" sz="1000" b="1" dirty="0">
              <a:solidFill>
                <a:schemeClr val="tx1"/>
              </a:solidFill>
              <a:latin typeface="Arial" panose="020B0604020202020204" pitchFamily="34" charset="0"/>
            </a:endParaRPr>
          </a:p>
        </p:txBody>
      </p:sp>
      <p:cxnSp>
        <p:nvCxnSpPr>
          <p:cNvPr id="67" name="موصل: على شكل مرفق 17">
            <a:extLst>
              <a:ext uri="{FF2B5EF4-FFF2-40B4-BE49-F238E27FC236}">
                <a16:creationId xmlns:a16="http://schemas.microsoft.com/office/drawing/2014/main" id="{1E212658-53B7-42E7-BC06-EE34D2AFB4D3}"/>
              </a:ext>
            </a:extLst>
          </p:cNvPr>
          <p:cNvCxnSpPr>
            <a:cxnSpLocks/>
            <a:stCxn id="6" idx="2"/>
            <a:endCxn id="66" idx="0"/>
          </p:cNvCxnSpPr>
          <p:nvPr/>
        </p:nvCxnSpPr>
        <p:spPr>
          <a:xfrm rot="16200000" flipH="1">
            <a:off x="6291188" y="512939"/>
            <a:ext cx="312316" cy="62787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1" name="مستطيل 75">
            <a:extLst>
              <a:ext uri="{FF2B5EF4-FFF2-40B4-BE49-F238E27FC236}">
                <a16:creationId xmlns:a16="http://schemas.microsoft.com/office/drawing/2014/main" id="{107161BB-236C-4957-949A-AA00D0623E37}"/>
              </a:ext>
            </a:extLst>
          </p:cNvPr>
          <p:cNvSpPr/>
          <p:nvPr/>
        </p:nvSpPr>
        <p:spPr>
          <a:xfrm>
            <a:off x="5204503" y="1806131"/>
            <a:ext cx="1414572" cy="53240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 الـ</a:t>
            </a:r>
            <a:r>
              <a:rPr lang="ar-SY" sz="1400" b="1" dirty="0">
                <a:solidFill>
                  <a:schemeClr val="tx1"/>
                </a:solidFill>
              </a:rPr>
              <a:t>استملاك</a:t>
            </a:r>
            <a:endParaRPr lang="ar-SA" sz="300" dirty="0">
              <a:solidFill>
                <a:schemeClr val="tx1"/>
              </a:solidFill>
            </a:endParaRPr>
          </a:p>
        </p:txBody>
      </p:sp>
      <p:sp>
        <p:nvSpPr>
          <p:cNvPr id="72" name="مستطيل 75">
            <a:extLst>
              <a:ext uri="{FF2B5EF4-FFF2-40B4-BE49-F238E27FC236}">
                <a16:creationId xmlns:a16="http://schemas.microsoft.com/office/drawing/2014/main" id="{59A17D11-E02E-40AC-9969-9CBD235E9BAC}"/>
              </a:ext>
            </a:extLst>
          </p:cNvPr>
          <p:cNvSpPr/>
          <p:nvPr/>
        </p:nvSpPr>
        <p:spPr>
          <a:xfrm>
            <a:off x="5205775" y="2563366"/>
            <a:ext cx="1414572" cy="49517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 </a:t>
            </a:r>
            <a:r>
              <a:rPr lang="ar-SY" sz="1400" b="1" dirty="0">
                <a:solidFill>
                  <a:schemeClr val="tx1"/>
                </a:solidFill>
              </a:rPr>
              <a:t>التوزيع</a:t>
            </a:r>
            <a:endParaRPr lang="ar-SA" sz="300" dirty="0">
              <a:solidFill>
                <a:schemeClr val="tx1"/>
              </a:solidFill>
            </a:endParaRPr>
          </a:p>
        </p:txBody>
      </p:sp>
      <p:sp>
        <p:nvSpPr>
          <p:cNvPr id="73" name="مستطيل 75">
            <a:extLst>
              <a:ext uri="{FF2B5EF4-FFF2-40B4-BE49-F238E27FC236}">
                <a16:creationId xmlns:a16="http://schemas.microsoft.com/office/drawing/2014/main" id="{74DAF4D6-7D5C-4848-AC50-98D58E4D1520}"/>
              </a:ext>
            </a:extLst>
          </p:cNvPr>
          <p:cNvSpPr/>
          <p:nvPr/>
        </p:nvSpPr>
        <p:spPr>
          <a:xfrm>
            <a:off x="5204503" y="3198022"/>
            <a:ext cx="1414572" cy="58781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 </a:t>
            </a:r>
            <a:r>
              <a:rPr lang="ar-SY" sz="1400" b="1" dirty="0">
                <a:solidFill>
                  <a:schemeClr val="tx1"/>
                </a:solidFill>
              </a:rPr>
              <a:t>الديوان</a:t>
            </a:r>
            <a:endParaRPr lang="ar-SA" sz="300" dirty="0">
              <a:solidFill>
                <a:schemeClr val="tx1"/>
              </a:solidFill>
            </a:endParaRPr>
          </a:p>
        </p:txBody>
      </p:sp>
      <p:sp>
        <p:nvSpPr>
          <p:cNvPr id="74" name="مستطيل 75">
            <a:extLst>
              <a:ext uri="{FF2B5EF4-FFF2-40B4-BE49-F238E27FC236}">
                <a16:creationId xmlns:a16="http://schemas.microsoft.com/office/drawing/2014/main" id="{31D6970D-16AE-46C0-A41C-6B7163095179}"/>
              </a:ext>
            </a:extLst>
          </p:cNvPr>
          <p:cNvSpPr/>
          <p:nvPr/>
        </p:nvSpPr>
        <p:spPr>
          <a:xfrm>
            <a:off x="5204503" y="3925320"/>
            <a:ext cx="1414572" cy="50215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شـعبة</a:t>
            </a:r>
            <a:r>
              <a:rPr lang="ar-SY" sz="1400" b="1" dirty="0">
                <a:solidFill>
                  <a:schemeClr val="tx1"/>
                </a:solidFill>
              </a:rPr>
              <a:t>التحقيق</a:t>
            </a:r>
            <a:endParaRPr lang="ar-SA" sz="300" dirty="0">
              <a:solidFill>
                <a:schemeClr val="tx1"/>
              </a:solidFill>
            </a:endParaRPr>
          </a:p>
        </p:txBody>
      </p:sp>
      <p:sp>
        <p:nvSpPr>
          <p:cNvPr id="78" name="مستطيل 75">
            <a:extLst>
              <a:ext uri="{FF2B5EF4-FFF2-40B4-BE49-F238E27FC236}">
                <a16:creationId xmlns:a16="http://schemas.microsoft.com/office/drawing/2014/main" id="{B116C45C-29B5-4C7A-B3B8-12C76E80FD44}"/>
              </a:ext>
            </a:extLst>
          </p:cNvPr>
          <p:cNvSpPr/>
          <p:nvPr/>
        </p:nvSpPr>
        <p:spPr>
          <a:xfrm>
            <a:off x="5204503" y="4632469"/>
            <a:ext cx="1414572" cy="58099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b="1" dirty="0">
                <a:solidFill>
                  <a:schemeClr val="tx1"/>
                </a:solidFill>
              </a:rPr>
              <a:t>شـعب</a:t>
            </a:r>
            <a:r>
              <a:rPr lang="ar-SY" sz="1400" b="1" dirty="0">
                <a:solidFill>
                  <a:schemeClr val="tx1"/>
                </a:solidFill>
              </a:rPr>
              <a:t>ة الأرشيف</a:t>
            </a:r>
            <a:endParaRPr lang="ar-SA" sz="300" dirty="0">
              <a:solidFill>
                <a:schemeClr val="tx1"/>
              </a:solidFill>
            </a:endParaRPr>
          </a:p>
        </p:txBody>
      </p:sp>
      <p:cxnSp>
        <p:nvCxnSpPr>
          <p:cNvPr id="79" name="موصل: على شكل مرفق 17">
            <a:extLst>
              <a:ext uri="{FF2B5EF4-FFF2-40B4-BE49-F238E27FC236}">
                <a16:creationId xmlns:a16="http://schemas.microsoft.com/office/drawing/2014/main" id="{04A91007-C8AA-4B1F-8FA4-32317268025D}"/>
              </a:ext>
            </a:extLst>
          </p:cNvPr>
          <p:cNvCxnSpPr>
            <a:cxnSpLocks/>
            <a:stCxn id="66" idx="2"/>
            <a:endCxn id="78" idx="3"/>
          </p:cNvCxnSpPr>
          <p:nvPr/>
        </p:nvCxnSpPr>
        <p:spPr>
          <a:xfrm rot="5400000">
            <a:off x="4990216" y="3151895"/>
            <a:ext cx="3399929" cy="14220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1" name="موصل: على شكل مرفق 17">
            <a:extLst>
              <a:ext uri="{FF2B5EF4-FFF2-40B4-BE49-F238E27FC236}">
                <a16:creationId xmlns:a16="http://schemas.microsoft.com/office/drawing/2014/main" id="{7E29A39B-340C-4BAA-95EB-9C8835589AF8}"/>
              </a:ext>
            </a:extLst>
          </p:cNvPr>
          <p:cNvCxnSpPr>
            <a:cxnSpLocks/>
            <a:stCxn id="66" idx="2"/>
            <a:endCxn id="74" idx="3"/>
          </p:cNvCxnSpPr>
          <p:nvPr/>
        </p:nvCxnSpPr>
        <p:spPr>
          <a:xfrm rot="5400000">
            <a:off x="5363498" y="2778613"/>
            <a:ext cx="2653365" cy="14220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2" name="موصل: على شكل مرفق 17">
            <a:extLst>
              <a:ext uri="{FF2B5EF4-FFF2-40B4-BE49-F238E27FC236}">
                <a16:creationId xmlns:a16="http://schemas.microsoft.com/office/drawing/2014/main" id="{3463912F-E581-43D2-BBE5-6A7249EE689A}"/>
              </a:ext>
            </a:extLst>
          </p:cNvPr>
          <p:cNvCxnSpPr>
            <a:cxnSpLocks/>
            <a:stCxn id="66" idx="2"/>
            <a:endCxn id="73" idx="3"/>
          </p:cNvCxnSpPr>
          <p:nvPr/>
        </p:nvCxnSpPr>
        <p:spPr>
          <a:xfrm rot="5400000">
            <a:off x="5705733" y="2436378"/>
            <a:ext cx="1968894" cy="14220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5" name="موصل: على شكل مرفق 17">
            <a:extLst>
              <a:ext uri="{FF2B5EF4-FFF2-40B4-BE49-F238E27FC236}">
                <a16:creationId xmlns:a16="http://schemas.microsoft.com/office/drawing/2014/main" id="{E8501790-7DC1-409F-871C-27D7C1B14FBC}"/>
              </a:ext>
            </a:extLst>
          </p:cNvPr>
          <p:cNvCxnSpPr>
            <a:cxnSpLocks/>
            <a:stCxn id="66" idx="2"/>
            <a:endCxn id="72" idx="3"/>
          </p:cNvCxnSpPr>
          <p:nvPr/>
        </p:nvCxnSpPr>
        <p:spPr>
          <a:xfrm rot="5400000">
            <a:off x="6046858" y="2096525"/>
            <a:ext cx="1287917" cy="14093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7" name="موصل: على شكل مرفق 17">
            <a:extLst>
              <a:ext uri="{FF2B5EF4-FFF2-40B4-BE49-F238E27FC236}">
                <a16:creationId xmlns:a16="http://schemas.microsoft.com/office/drawing/2014/main" id="{9698EF74-07D9-4B84-82A2-F83A8560CD88}"/>
              </a:ext>
            </a:extLst>
          </p:cNvPr>
          <p:cNvCxnSpPr>
            <a:cxnSpLocks/>
            <a:stCxn id="66" idx="2"/>
            <a:endCxn id="71" idx="3"/>
          </p:cNvCxnSpPr>
          <p:nvPr/>
        </p:nvCxnSpPr>
        <p:spPr>
          <a:xfrm rot="5400000">
            <a:off x="6415531" y="1726580"/>
            <a:ext cx="549298" cy="14220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07" name="مستطيل 12">
            <a:extLst>
              <a:ext uri="{FF2B5EF4-FFF2-40B4-BE49-F238E27FC236}">
                <a16:creationId xmlns:a16="http://schemas.microsoft.com/office/drawing/2014/main" id="{4313CB79-ECCE-4BC5-9646-062CB50D6BE2}"/>
              </a:ext>
            </a:extLst>
          </p:cNvPr>
          <p:cNvSpPr/>
          <p:nvPr/>
        </p:nvSpPr>
        <p:spPr>
          <a:xfrm>
            <a:off x="9489516" y="965672"/>
            <a:ext cx="1199539"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600" b="1" dirty="0">
                <a:solidFill>
                  <a:schemeClr val="tx1"/>
                </a:solidFill>
              </a:rPr>
              <a:t>دائـــرة </a:t>
            </a:r>
            <a:r>
              <a:rPr lang="ar-SY" sz="1600" b="1" dirty="0">
                <a:solidFill>
                  <a:schemeClr val="tx1"/>
                </a:solidFill>
              </a:rPr>
              <a:t>الإسكان</a:t>
            </a:r>
            <a:endParaRPr lang="en-US" sz="1100" b="1" dirty="0">
              <a:solidFill>
                <a:schemeClr val="tx1"/>
              </a:solidFill>
              <a:latin typeface="Arial" panose="020B0604020202020204" pitchFamily="34" charset="0"/>
            </a:endParaRPr>
          </a:p>
        </p:txBody>
      </p:sp>
      <p:cxnSp>
        <p:nvCxnSpPr>
          <p:cNvPr id="108" name="موصل: على شكل مرفق 199">
            <a:extLst>
              <a:ext uri="{FF2B5EF4-FFF2-40B4-BE49-F238E27FC236}">
                <a16:creationId xmlns:a16="http://schemas.microsoft.com/office/drawing/2014/main" id="{33EEC046-10DA-421D-BF6A-E5F6E225DC94}"/>
              </a:ext>
            </a:extLst>
          </p:cNvPr>
          <p:cNvCxnSpPr>
            <a:cxnSpLocks/>
            <a:stCxn id="6" idx="2"/>
            <a:endCxn id="2" idx="0"/>
          </p:cNvCxnSpPr>
          <p:nvPr/>
        </p:nvCxnSpPr>
        <p:spPr>
          <a:xfrm rot="16200000" flipH="1">
            <a:off x="7178693" y="-374565"/>
            <a:ext cx="312316" cy="240288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09" name="موصل: على شكل مرفق 199">
            <a:extLst>
              <a:ext uri="{FF2B5EF4-FFF2-40B4-BE49-F238E27FC236}">
                <a16:creationId xmlns:a16="http://schemas.microsoft.com/office/drawing/2014/main" id="{9315B5B3-97F4-4796-91A3-E44791BEE116}"/>
              </a:ext>
            </a:extLst>
          </p:cNvPr>
          <p:cNvCxnSpPr>
            <a:cxnSpLocks/>
            <a:stCxn id="6" idx="2"/>
            <a:endCxn id="107" idx="0"/>
          </p:cNvCxnSpPr>
          <p:nvPr/>
        </p:nvCxnSpPr>
        <p:spPr>
          <a:xfrm rot="16200000" flipH="1">
            <a:off x="7963871" y="-1159744"/>
            <a:ext cx="294953" cy="395587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15" name="مستطيل 16">
            <a:extLst>
              <a:ext uri="{FF2B5EF4-FFF2-40B4-BE49-F238E27FC236}">
                <a16:creationId xmlns:a16="http://schemas.microsoft.com/office/drawing/2014/main" id="{42B309DF-50D7-4D0A-A911-B1BE4EA70E08}"/>
              </a:ext>
            </a:extLst>
          </p:cNvPr>
          <p:cNvSpPr/>
          <p:nvPr/>
        </p:nvSpPr>
        <p:spPr>
          <a:xfrm>
            <a:off x="8610600" y="4798999"/>
            <a:ext cx="130432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الديوان</a:t>
            </a:r>
            <a:endParaRPr lang="ar-SA" sz="1050" dirty="0">
              <a:solidFill>
                <a:schemeClr val="tx1"/>
              </a:solidFill>
            </a:endParaRPr>
          </a:p>
        </p:txBody>
      </p:sp>
      <p:sp>
        <p:nvSpPr>
          <p:cNvPr id="116" name="مستطيل 16">
            <a:extLst>
              <a:ext uri="{FF2B5EF4-FFF2-40B4-BE49-F238E27FC236}">
                <a16:creationId xmlns:a16="http://schemas.microsoft.com/office/drawing/2014/main" id="{0AD84285-2DA3-45B3-9E19-CD5FE5697A00}"/>
              </a:ext>
            </a:extLst>
          </p:cNvPr>
          <p:cNvSpPr/>
          <p:nvPr/>
        </p:nvSpPr>
        <p:spPr>
          <a:xfrm>
            <a:off x="8642748" y="4043468"/>
            <a:ext cx="130432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الأرشيف</a:t>
            </a:r>
            <a:endParaRPr lang="ar-SA" sz="1050" dirty="0">
              <a:solidFill>
                <a:schemeClr val="tx1"/>
              </a:solidFill>
            </a:endParaRPr>
          </a:p>
        </p:txBody>
      </p:sp>
      <p:sp>
        <p:nvSpPr>
          <p:cNvPr id="117" name="مستطيل 16">
            <a:extLst>
              <a:ext uri="{FF2B5EF4-FFF2-40B4-BE49-F238E27FC236}">
                <a16:creationId xmlns:a16="http://schemas.microsoft.com/office/drawing/2014/main" id="{584BD04E-9C0A-4D85-8962-B4DD46751879}"/>
              </a:ext>
            </a:extLst>
          </p:cNvPr>
          <p:cNvSpPr/>
          <p:nvPr/>
        </p:nvSpPr>
        <p:spPr>
          <a:xfrm>
            <a:off x="8642748" y="3267854"/>
            <a:ext cx="130432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العقود</a:t>
            </a:r>
            <a:endParaRPr lang="ar-SA" sz="1050" dirty="0">
              <a:solidFill>
                <a:schemeClr val="tx1"/>
              </a:solidFill>
            </a:endParaRPr>
          </a:p>
        </p:txBody>
      </p:sp>
      <p:sp>
        <p:nvSpPr>
          <p:cNvPr id="118" name="مستطيل 16">
            <a:extLst>
              <a:ext uri="{FF2B5EF4-FFF2-40B4-BE49-F238E27FC236}">
                <a16:creationId xmlns:a16="http://schemas.microsoft.com/office/drawing/2014/main" id="{E923B57B-5F27-452B-84EC-967EB5B62A30}"/>
              </a:ext>
            </a:extLst>
          </p:cNvPr>
          <p:cNvSpPr/>
          <p:nvPr/>
        </p:nvSpPr>
        <p:spPr>
          <a:xfrm>
            <a:off x="8610600" y="2554160"/>
            <a:ext cx="130432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المشاريع والأعمال الفنية</a:t>
            </a:r>
            <a:endParaRPr lang="ar-SA" sz="1050" dirty="0">
              <a:solidFill>
                <a:schemeClr val="tx1"/>
              </a:solidFill>
            </a:endParaRPr>
          </a:p>
        </p:txBody>
      </p:sp>
      <p:sp>
        <p:nvSpPr>
          <p:cNvPr id="119" name="مستطيل 16">
            <a:extLst>
              <a:ext uri="{FF2B5EF4-FFF2-40B4-BE49-F238E27FC236}">
                <a16:creationId xmlns:a16="http://schemas.microsoft.com/office/drawing/2014/main" id="{573A170C-33D0-4C57-B4DA-9A96DD175342}"/>
              </a:ext>
            </a:extLst>
          </p:cNvPr>
          <p:cNvSpPr/>
          <p:nvPr/>
        </p:nvSpPr>
        <p:spPr>
          <a:xfrm>
            <a:off x="8610600" y="1789922"/>
            <a:ext cx="1304328"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التخصيص</a:t>
            </a:r>
            <a:endParaRPr lang="ar-SA" sz="1050" dirty="0">
              <a:solidFill>
                <a:schemeClr val="tx1"/>
              </a:solidFill>
            </a:endParaRPr>
          </a:p>
        </p:txBody>
      </p:sp>
      <p:cxnSp>
        <p:nvCxnSpPr>
          <p:cNvPr id="418" name="موصل: على شكل مرفق 199">
            <a:extLst>
              <a:ext uri="{FF2B5EF4-FFF2-40B4-BE49-F238E27FC236}">
                <a16:creationId xmlns:a16="http://schemas.microsoft.com/office/drawing/2014/main" id="{853E249D-8476-42DB-BBD8-757ABED0BBEC}"/>
              </a:ext>
            </a:extLst>
          </p:cNvPr>
          <p:cNvCxnSpPr>
            <a:cxnSpLocks/>
            <a:stCxn id="107" idx="2"/>
            <a:endCxn id="116" idx="3"/>
          </p:cNvCxnSpPr>
          <p:nvPr/>
        </p:nvCxnSpPr>
        <p:spPr>
          <a:xfrm rot="5400000">
            <a:off x="8592658" y="2860090"/>
            <a:ext cx="2851046" cy="14221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19" name="موصل: على شكل مرفق 199">
            <a:extLst>
              <a:ext uri="{FF2B5EF4-FFF2-40B4-BE49-F238E27FC236}">
                <a16:creationId xmlns:a16="http://schemas.microsoft.com/office/drawing/2014/main" id="{A4F24A86-6A77-4A17-AA4F-E75A3A56953B}"/>
              </a:ext>
            </a:extLst>
          </p:cNvPr>
          <p:cNvCxnSpPr>
            <a:cxnSpLocks/>
            <a:stCxn id="107" idx="2"/>
            <a:endCxn id="115" idx="3"/>
          </p:cNvCxnSpPr>
          <p:nvPr/>
        </p:nvCxnSpPr>
        <p:spPr>
          <a:xfrm rot="5400000">
            <a:off x="8198819" y="3221781"/>
            <a:ext cx="3606577" cy="17435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20" name="موصل: على شكل مرفق 199">
            <a:extLst>
              <a:ext uri="{FF2B5EF4-FFF2-40B4-BE49-F238E27FC236}">
                <a16:creationId xmlns:a16="http://schemas.microsoft.com/office/drawing/2014/main" id="{54C29D27-071F-472F-96AB-4721303C76D0}"/>
              </a:ext>
            </a:extLst>
          </p:cNvPr>
          <p:cNvCxnSpPr>
            <a:cxnSpLocks/>
            <a:stCxn id="107" idx="2"/>
            <a:endCxn id="117" idx="3"/>
          </p:cNvCxnSpPr>
          <p:nvPr/>
        </p:nvCxnSpPr>
        <p:spPr>
          <a:xfrm rot="5400000">
            <a:off x="8980465" y="2472283"/>
            <a:ext cx="2075432" cy="14221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21" name="موصل: على شكل مرفق 199">
            <a:extLst>
              <a:ext uri="{FF2B5EF4-FFF2-40B4-BE49-F238E27FC236}">
                <a16:creationId xmlns:a16="http://schemas.microsoft.com/office/drawing/2014/main" id="{A68A681E-9E26-48A4-8922-54587327810B}"/>
              </a:ext>
            </a:extLst>
          </p:cNvPr>
          <p:cNvCxnSpPr>
            <a:cxnSpLocks/>
            <a:stCxn id="107" idx="2"/>
            <a:endCxn id="118" idx="3"/>
          </p:cNvCxnSpPr>
          <p:nvPr/>
        </p:nvCxnSpPr>
        <p:spPr>
          <a:xfrm rot="5400000">
            <a:off x="9321238" y="2099362"/>
            <a:ext cx="1361738" cy="17435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53" name="مستطيل 12">
            <a:extLst>
              <a:ext uri="{FF2B5EF4-FFF2-40B4-BE49-F238E27FC236}">
                <a16:creationId xmlns:a16="http://schemas.microsoft.com/office/drawing/2014/main" id="{B5E944B9-3C27-46F0-A16F-22E70120865E}"/>
              </a:ext>
            </a:extLst>
          </p:cNvPr>
          <p:cNvSpPr/>
          <p:nvPr/>
        </p:nvSpPr>
        <p:spPr>
          <a:xfrm>
            <a:off x="10798813" y="993548"/>
            <a:ext cx="1199539"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400" b="1" dirty="0">
                <a:solidFill>
                  <a:schemeClr val="tx1"/>
                </a:solidFill>
              </a:rPr>
              <a:t>دائـــرة </a:t>
            </a:r>
            <a:r>
              <a:rPr lang="ar-SY" sz="1400" b="1" dirty="0">
                <a:solidFill>
                  <a:schemeClr val="tx1"/>
                </a:solidFill>
              </a:rPr>
              <a:t>الترخيص والبناء</a:t>
            </a:r>
            <a:endParaRPr lang="en-US" sz="1050" b="1" dirty="0">
              <a:solidFill>
                <a:schemeClr val="tx1"/>
              </a:solidFill>
              <a:latin typeface="Arial" panose="020B0604020202020204" pitchFamily="34" charset="0"/>
            </a:endParaRPr>
          </a:p>
        </p:txBody>
      </p:sp>
      <p:cxnSp>
        <p:nvCxnSpPr>
          <p:cNvPr id="454" name="موصل: على شكل مرفق 199">
            <a:extLst>
              <a:ext uri="{FF2B5EF4-FFF2-40B4-BE49-F238E27FC236}">
                <a16:creationId xmlns:a16="http://schemas.microsoft.com/office/drawing/2014/main" id="{2833C08C-46CF-4D2A-8E90-CBB4AB197E4D}"/>
              </a:ext>
            </a:extLst>
          </p:cNvPr>
          <p:cNvCxnSpPr>
            <a:cxnSpLocks/>
            <a:stCxn id="6" idx="2"/>
            <a:endCxn id="453" idx="0"/>
          </p:cNvCxnSpPr>
          <p:nvPr/>
        </p:nvCxnSpPr>
        <p:spPr>
          <a:xfrm rot="16200000" flipH="1">
            <a:off x="8604582" y="-1800454"/>
            <a:ext cx="322829" cy="526517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459" name="مستطيل 16">
            <a:extLst>
              <a:ext uri="{FF2B5EF4-FFF2-40B4-BE49-F238E27FC236}">
                <a16:creationId xmlns:a16="http://schemas.microsoft.com/office/drawing/2014/main" id="{AD364778-EC10-4DA1-B03C-D53650038749}"/>
              </a:ext>
            </a:extLst>
          </p:cNvPr>
          <p:cNvSpPr/>
          <p:nvPr/>
        </p:nvSpPr>
        <p:spPr>
          <a:xfrm>
            <a:off x="10204304" y="1744168"/>
            <a:ext cx="1014952"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رخص البناء والتدعيم والهدم</a:t>
            </a:r>
            <a:endParaRPr lang="ar-SA" sz="1050" dirty="0">
              <a:solidFill>
                <a:schemeClr val="tx1"/>
              </a:solidFill>
            </a:endParaRPr>
          </a:p>
        </p:txBody>
      </p:sp>
      <p:sp>
        <p:nvSpPr>
          <p:cNvPr id="461" name="مستطيل 16">
            <a:extLst>
              <a:ext uri="{FF2B5EF4-FFF2-40B4-BE49-F238E27FC236}">
                <a16:creationId xmlns:a16="http://schemas.microsoft.com/office/drawing/2014/main" id="{B3904A3D-992F-4A92-B838-8103523815D3}"/>
              </a:ext>
            </a:extLst>
          </p:cNvPr>
          <p:cNvSpPr/>
          <p:nvPr/>
        </p:nvSpPr>
        <p:spPr>
          <a:xfrm>
            <a:off x="10204304" y="2617945"/>
            <a:ext cx="1014952"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رسوم البناء </a:t>
            </a:r>
            <a:endParaRPr lang="ar-SA" sz="1050" dirty="0">
              <a:solidFill>
                <a:schemeClr val="tx1"/>
              </a:solidFill>
            </a:endParaRPr>
          </a:p>
        </p:txBody>
      </p:sp>
      <p:sp>
        <p:nvSpPr>
          <p:cNvPr id="462" name="مستطيل 16">
            <a:extLst>
              <a:ext uri="{FF2B5EF4-FFF2-40B4-BE49-F238E27FC236}">
                <a16:creationId xmlns:a16="http://schemas.microsoft.com/office/drawing/2014/main" id="{68EC3B77-EC2C-4C56-B5BF-450283521A3A}"/>
              </a:ext>
            </a:extLst>
          </p:cNvPr>
          <p:cNvSpPr/>
          <p:nvPr/>
        </p:nvSpPr>
        <p:spPr>
          <a:xfrm>
            <a:off x="10223153" y="3387539"/>
            <a:ext cx="1014952"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الأرشيف</a:t>
            </a:r>
            <a:endParaRPr lang="ar-SA" sz="1050" dirty="0">
              <a:solidFill>
                <a:schemeClr val="tx1"/>
              </a:solidFill>
            </a:endParaRPr>
          </a:p>
        </p:txBody>
      </p:sp>
      <p:sp>
        <p:nvSpPr>
          <p:cNvPr id="463" name="مستطيل 16">
            <a:extLst>
              <a:ext uri="{FF2B5EF4-FFF2-40B4-BE49-F238E27FC236}">
                <a16:creationId xmlns:a16="http://schemas.microsoft.com/office/drawing/2014/main" id="{1BFA198E-02FD-48A9-AC05-4732525C0C00}"/>
              </a:ext>
            </a:extLst>
          </p:cNvPr>
          <p:cNvSpPr/>
          <p:nvPr/>
        </p:nvSpPr>
        <p:spPr>
          <a:xfrm>
            <a:off x="10223153" y="4223651"/>
            <a:ext cx="1014952"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1"/>
            <a:r>
              <a:rPr lang="ar-SA" sz="1400" dirty="0">
                <a:solidFill>
                  <a:schemeClr val="tx1"/>
                </a:solidFill>
              </a:rPr>
              <a:t>شعبة </a:t>
            </a:r>
            <a:r>
              <a:rPr lang="ar-SY" sz="1400" dirty="0">
                <a:solidFill>
                  <a:schemeClr val="tx1"/>
                </a:solidFill>
              </a:rPr>
              <a:t>الديوان</a:t>
            </a:r>
            <a:endParaRPr lang="ar-SA" sz="1050" dirty="0">
              <a:solidFill>
                <a:schemeClr val="tx1"/>
              </a:solidFill>
            </a:endParaRPr>
          </a:p>
        </p:txBody>
      </p:sp>
      <p:cxnSp>
        <p:nvCxnSpPr>
          <p:cNvPr id="464" name="موصل: على شكل مرفق 199">
            <a:extLst>
              <a:ext uri="{FF2B5EF4-FFF2-40B4-BE49-F238E27FC236}">
                <a16:creationId xmlns:a16="http://schemas.microsoft.com/office/drawing/2014/main" id="{3BBB6818-4EAA-476F-AB40-3C3AE9E39DCF}"/>
              </a:ext>
            </a:extLst>
          </p:cNvPr>
          <p:cNvCxnSpPr>
            <a:cxnSpLocks/>
            <a:stCxn id="453" idx="2"/>
            <a:endCxn id="463" idx="3"/>
          </p:cNvCxnSpPr>
          <p:nvPr/>
        </p:nvCxnSpPr>
        <p:spPr>
          <a:xfrm rot="5400000">
            <a:off x="9816668" y="2954985"/>
            <a:ext cx="3003353" cy="16047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65" name="موصل: على شكل مرفق 199">
            <a:extLst>
              <a:ext uri="{FF2B5EF4-FFF2-40B4-BE49-F238E27FC236}">
                <a16:creationId xmlns:a16="http://schemas.microsoft.com/office/drawing/2014/main" id="{AC90ED0E-BD04-4DB0-BE5A-EFCB41D09A83}"/>
              </a:ext>
            </a:extLst>
          </p:cNvPr>
          <p:cNvCxnSpPr>
            <a:cxnSpLocks/>
            <a:stCxn id="453" idx="2"/>
            <a:endCxn id="462" idx="3"/>
          </p:cNvCxnSpPr>
          <p:nvPr/>
        </p:nvCxnSpPr>
        <p:spPr>
          <a:xfrm rot="5400000">
            <a:off x="10234724" y="2536929"/>
            <a:ext cx="2167241" cy="16047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66" name="موصل: على شكل مرفق 199">
            <a:extLst>
              <a:ext uri="{FF2B5EF4-FFF2-40B4-BE49-F238E27FC236}">
                <a16:creationId xmlns:a16="http://schemas.microsoft.com/office/drawing/2014/main" id="{D495D086-BD66-42A7-B4D2-6F13448BBBF9}"/>
              </a:ext>
            </a:extLst>
          </p:cNvPr>
          <p:cNvCxnSpPr>
            <a:cxnSpLocks/>
            <a:stCxn id="453" idx="2"/>
            <a:endCxn id="461" idx="3"/>
          </p:cNvCxnSpPr>
          <p:nvPr/>
        </p:nvCxnSpPr>
        <p:spPr>
          <a:xfrm rot="5400000">
            <a:off x="10610097" y="2142708"/>
            <a:ext cx="1397647" cy="17932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67" name="موصل: على شكل مرفق 199">
            <a:extLst>
              <a:ext uri="{FF2B5EF4-FFF2-40B4-BE49-F238E27FC236}">
                <a16:creationId xmlns:a16="http://schemas.microsoft.com/office/drawing/2014/main" id="{B750C092-F7E2-4E74-94FF-EBA02AAF509B}"/>
              </a:ext>
            </a:extLst>
          </p:cNvPr>
          <p:cNvCxnSpPr>
            <a:cxnSpLocks/>
            <a:stCxn id="453" idx="2"/>
            <a:endCxn id="459" idx="3"/>
          </p:cNvCxnSpPr>
          <p:nvPr/>
        </p:nvCxnSpPr>
        <p:spPr>
          <a:xfrm rot="5400000">
            <a:off x="11046985" y="1705820"/>
            <a:ext cx="523870" cy="17932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81" name="مستطيل 12">
            <a:extLst>
              <a:ext uri="{FF2B5EF4-FFF2-40B4-BE49-F238E27FC236}">
                <a16:creationId xmlns:a16="http://schemas.microsoft.com/office/drawing/2014/main" id="{62FDAAF5-062E-4450-9617-2322E663A18B}"/>
              </a:ext>
            </a:extLst>
          </p:cNvPr>
          <p:cNvSpPr/>
          <p:nvPr/>
        </p:nvSpPr>
        <p:spPr>
          <a:xfrm>
            <a:off x="2618703" y="993548"/>
            <a:ext cx="1528123"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ar-SA" sz="1400" b="1" dirty="0">
                <a:solidFill>
                  <a:schemeClr val="tx1"/>
                </a:solidFill>
              </a:rPr>
              <a:t>دائــــرة </a:t>
            </a:r>
            <a:r>
              <a:rPr lang="ar-SY" sz="1400" b="1" dirty="0">
                <a:solidFill>
                  <a:schemeClr val="tx1"/>
                </a:solidFill>
              </a:rPr>
              <a:t>الديوان والمتابعة</a:t>
            </a:r>
            <a:r>
              <a:rPr lang="ar-SA" sz="1400" b="1" dirty="0">
                <a:solidFill>
                  <a:schemeClr val="tx1"/>
                </a:solidFill>
              </a:rPr>
              <a:t> </a:t>
            </a:r>
            <a:endParaRPr lang="en-US" sz="1000" b="1" dirty="0">
              <a:solidFill>
                <a:schemeClr val="tx1"/>
              </a:solidFill>
              <a:latin typeface="Arial" panose="020B0604020202020204" pitchFamily="34" charset="0"/>
            </a:endParaRPr>
          </a:p>
        </p:txBody>
      </p:sp>
      <p:cxnSp>
        <p:nvCxnSpPr>
          <p:cNvPr id="482" name="موصل: على شكل مرفق 199">
            <a:extLst>
              <a:ext uri="{FF2B5EF4-FFF2-40B4-BE49-F238E27FC236}">
                <a16:creationId xmlns:a16="http://schemas.microsoft.com/office/drawing/2014/main" id="{A6E30653-E06B-45D7-B5BB-EE04F3575869}"/>
              </a:ext>
            </a:extLst>
          </p:cNvPr>
          <p:cNvCxnSpPr>
            <a:cxnSpLocks/>
            <a:stCxn id="6" idx="2"/>
            <a:endCxn id="481" idx="0"/>
          </p:cNvCxnSpPr>
          <p:nvPr/>
        </p:nvCxnSpPr>
        <p:spPr>
          <a:xfrm rot="5400000">
            <a:off x="4596673" y="-543189"/>
            <a:ext cx="322829" cy="275064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104299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0391D-46DD-CBBB-7B77-DBDCB7984C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1697C0-1E91-BCDE-1EDB-40EFA82B3FC8}"/>
              </a:ext>
            </a:extLst>
          </p:cNvPr>
          <p:cNvSpPr>
            <a:spLocks noGrp="1"/>
          </p:cNvSpPr>
          <p:nvPr>
            <p:ph type="title"/>
          </p:nvPr>
        </p:nvSpPr>
        <p:spPr/>
        <p:txBody>
          <a:bodyPr/>
          <a:lstStyle/>
          <a:p>
            <a:r>
              <a:rPr lang="ar-SY" dirty="0"/>
              <a:t>مديرية دار الكرامة</a:t>
            </a:r>
          </a:p>
        </p:txBody>
      </p:sp>
      <p:sp>
        <p:nvSpPr>
          <p:cNvPr id="6" name="Content Placeholder 5">
            <a:extLst>
              <a:ext uri="{FF2B5EF4-FFF2-40B4-BE49-F238E27FC236}">
                <a16:creationId xmlns:a16="http://schemas.microsoft.com/office/drawing/2014/main" id="{51E3A9BB-E2DD-B108-7514-7D4859A9EB76}"/>
              </a:ext>
            </a:extLst>
          </p:cNvPr>
          <p:cNvSpPr>
            <a:spLocks noGrp="1"/>
          </p:cNvSpPr>
          <p:nvPr>
            <p:ph idx="1"/>
          </p:nvPr>
        </p:nvSpPr>
        <p:spPr/>
        <p:txBody>
          <a:bodyPr>
            <a:normAutofit fontScale="77500" lnSpcReduction="20000"/>
          </a:bodyPr>
          <a:lstStyle/>
          <a:p>
            <a:r>
              <a:rPr lang="ar-SY" dirty="0"/>
              <a:t>هي جهة اجتماعية خدمية تابعة لمحافظة دمشق، تُعنى برعاية المسنين والعجزة وتأمين الإقامة والخدمات اللازمة لهم وفق شروط القبول المحددة في النظام الداخلي وقانون إحداث الدار. تتولى المديرية تقديم الرعاية الاجتماعية والصحية والنفسية والمعيشية للنزلاء، مقابل أجر يحدده مجلس الإدارة، مع إمكانية قبول حالات مجاناً أو بأجور مخفّضة بناءً على دراسة اجتماعية تبيّن مدى الاستحقاق. كما تشرف على إدارة شؤون الدار إدارياً ومالياً، وتنظيم القبول والمصالحات والمصادرات، وتأمين الخدمات الطبية والتمريضية، والتدبير المنزلي، والدعم الاجتماعي، بما يضمن كرامة النزيل وحسن رعايته ضمن بيئة إنسانية آمنة.</a:t>
            </a:r>
          </a:p>
        </p:txBody>
      </p:sp>
      <p:sp>
        <p:nvSpPr>
          <p:cNvPr id="2" name="Date Placeholder 1">
            <a:extLst>
              <a:ext uri="{FF2B5EF4-FFF2-40B4-BE49-F238E27FC236}">
                <a16:creationId xmlns:a16="http://schemas.microsoft.com/office/drawing/2014/main" id="{BA102A18-B9ED-676A-B5AF-F68A0F32FCA1}"/>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8401AAFB-FF09-687B-D29C-E071C76F48BC}"/>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BF11257A-C6C6-0D52-5359-47D086718A15}"/>
              </a:ext>
            </a:extLst>
          </p:cNvPr>
          <p:cNvSpPr>
            <a:spLocks noGrp="1"/>
          </p:cNvSpPr>
          <p:nvPr>
            <p:ph type="sldNum" sz="quarter" idx="12"/>
          </p:nvPr>
        </p:nvSpPr>
        <p:spPr/>
        <p:txBody>
          <a:bodyPr/>
          <a:lstStyle/>
          <a:p>
            <a:fld id="{065EBCF0-071A-41B4-9C48-9ADF70E893B6}" type="slidenum">
              <a:rPr lang="ar-SY" smtClean="0"/>
              <a:pPr/>
              <a:t>67</a:t>
            </a:fld>
            <a:endParaRPr lang="ar-SY" dirty="0"/>
          </a:p>
        </p:txBody>
      </p:sp>
    </p:spTree>
    <p:extLst>
      <p:ext uri="{BB962C8B-B14F-4D97-AF65-F5344CB8AC3E}">
        <p14:creationId xmlns:p14="http://schemas.microsoft.com/office/powerpoint/2010/main" val="14387032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7EC30-C3A2-495A-A809-92167C874017}"/>
            </a:ext>
          </a:extLst>
        </p:cNvPr>
        <p:cNvGrpSpPr/>
        <p:nvPr/>
      </p:nvGrpSpPr>
      <p:grpSpPr>
        <a:xfrm>
          <a:off x="0" y="0"/>
          <a:ext cx="0" cy="0"/>
          <a:chOff x="0" y="0"/>
          <a:chExt cx="0" cy="0"/>
        </a:xfrm>
      </p:grpSpPr>
      <p:sp>
        <p:nvSpPr>
          <p:cNvPr id="2" name="مستطيل 12">
            <a:extLst>
              <a:ext uri="{FF2B5EF4-FFF2-40B4-BE49-F238E27FC236}">
                <a16:creationId xmlns:a16="http://schemas.microsoft.com/office/drawing/2014/main" id="{D8E95A7D-CBAB-A4C0-FCEC-E9884699A532}"/>
              </a:ext>
            </a:extLst>
          </p:cNvPr>
          <p:cNvSpPr/>
          <p:nvPr/>
        </p:nvSpPr>
        <p:spPr>
          <a:xfrm>
            <a:off x="6731535" y="184703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100" b="1" dirty="0">
                <a:solidFill>
                  <a:schemeClr val="tx1"/>
                </a:solidFill>
                <a:latin typeface="Arial" panose="020B0604020202020204" pitchFamily="34" charset="0"/>
                <a:ea typeface="Times New Roman" panose="02020603050405020304" pitchFamily="18" charset="0"/>
              </a:rPr>
              <a:t>دائرة مراكز الانطلاق</a:t>
            </a:r>
            <a:endParaRPr lang="ar-SA" altLang="ar-SY" sz="1400" b="1" dirty="0">
              <a:solidFill>
                <a:schemeClr val="tx1"/>
              </a:solidFill>
              <a:latin typeface="Arial" panose="020B0604020202020204" pitchFamily="34" charset="0"/>
            </a:endParaRPr>
          </a:p>
          <a:p>
            <a:pPr algn="ctr"/>
            <a:r>
              <a:rPr lang="ar-SY" sz="1100" b="1" dirty="0">
                <a:ln w="0"/>
                <a:solidFill>
                  <a:schemeClr val="tx1"/>
                </a:solidFill>
                <a:effectLst>
                  <a:outerShdw blurRad="38100" dist="38100" dir="2700000" algn="tl">
                    <a:srgbClr val="000000">
                      <a:alpha val="43137"/>
                    </a:srgbClr>
                  </a:outerShdw>
                </a:effectLst>
                <a:cs typeface="Al-Jazeera-Arabic-Regular" panose="01000500000000020006"/>
              </a:rPr>
              <a:t>	 </a:t>
            </a:r>
          </a:p>
        </p:txBody>
      </p:sp>
      <p:sp>
        <p:nvSpPr>
          <p:cNvPr id="3" name="مستطيل 16">
            <a:extLst>
              <a:ext uri="{FF2B5EF4-FFF2-40B4-BE49-F238E27FC236}">
                <a16:creationId xmlns:a16="http://schemas.microsoft.com/office/drawing/2014/main" id="{7291BCA7-A0D4-FBE5-084A-AAD80AA03D8A}"/>
              </a:ext>
            </a:extLst>
          </p:cNvPr>
          <p:cNvSpPr/>
          <p:nvPr/>
        </p:nvSpPr>
        <p:spPr>
          <a:xfrm>
            <a:off x="7649512" y="2708338"/>
            <a:ext cx="1010345"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a:t>
            </a:r>
            <a:r>
              <a:rPr lang="ar-SA" altLang="ar-SY" sz="1200" dirty="0" err="1">
                <a:solidFill>
                  <a:schemeClr val="tx1"/>
                </a:solidFill>
                <a:latin typeface="Arial" panose="020B0604020202020204" pitchFamily="34" charset="0"/>
                <a:ea typeface="Times New Roman" panose="02020603050405020304" pitchFamily="18" charset="0"/>
              </a:rPr>
              <a:t>البولمان</a:t>
            </a:r>
            <a:endParaRPr lang="ar-SA" altLang="ar-SY" dirty="0">
              <a:solidFill>
                <a:schemeClr val="tx1"/>
              </a:solidFill>
              <a:latin typeface="Arial" panose="020B0604020202020204" pitchFamily="34" charset="0"/>
            </a:endParaRPr>
          </a:p>
        </p:txBody>
      </p:sp>
      <p:cxnSp>
        <p:nvCxnSpPr>
          <p:cNvPr id="4" name="موصل: على شكل مرفق 30">
            <a:extLst>
              <a:ext uri="{FF2B5EF4-FFF2-40B4-BE49-F238E27FC236}">
                <a16:creationId xmlns:a16="http://schemas.microsoft.com/office/drawing/2014/main" id="{6C910AD5-7827-C280-7EB5-1B36BAA3C066}"/>
              </a:ext>
            </a:extLst>
          </p:cNvPr>
          <p:cNvCxnSpPr>
            <a:cxnSpLocks/>
            <a:stCxn id="2" idx="2"/>
            <a:endCxn id="3" idx="1"/>
          </p:cNvCxnSpPr>
          <p:nvPr/>
        </p:nvCxnSpPr>
        <p:spPr>
          <a:xfrm rot="16200000" flipH="1">
            <a:off x="7179249" y="2551324"/>
            <a:ext cx="634549" cy="30597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6" name="مستطيل 198">
            <a:extLst>
              <a:ext uri="{FF2B5EF4-FFF2-40B4-BE49-F238E27FC236}">
                <a16:creationId xmlns:a16="http://schemas.microsoft.com/office/drawing/2014/main" id="{BB5A3AB3-D0D6-99A4-78A8-9B66CA7ECBD1}"/>
              </a:ext>
            </a:extLst>
          </p:cNvPr>
          <p:cNvSpPr/>
          <p:nvPr/>
        </p:nvSpPr>
        <p:spPr>
          <a:xfrm>
            <a:off x="4790844" y="13071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EG" altLang="ar-SY" sz="14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مديرية دار الكرامة</a:t>
            </a:r>
            <a:endParaRPr lang="ar-EG" altLang="ar-SY" sz="1400" dirty="0">
              <a:solidFill>
                <a:schemeClr val="tx1"/>
              </a:solidFill>
              <a:latin typeface="Arial" panose="020B0604020202020204" pitchFamily="34" charset="0"/>
            </a:endParaRPr>
          </a:p>
        </p:txBody>
      </p:sp>
      <p:cxnSp>
        <p:nvCxnSpPr>
          <p:cNvPr id="7" name="موصل: على شكل مرفق 199">
            <a:extLst>
              <a:ext uri="{FF2B5EF4-FFF2-40B4-BE49-F238E27FC236}">
                <a16:creationId xmlns:a16="http://schemas.microsoft.com/office/drawing/2014/main" id="{480C6F86-0E58-06D0-CBDA-400254C7D905}"/>
              </a:ext>
            </a:extLst>
          </p:cNvPr>
          <p:cNvCxnSpPr>
            <a:cxnSpLocks/>
            <a:stCxn id="6" idx="2"/>
            <a:endCxn id="2" idx="0"/>
          </p:cNvCxnSpPr>
          <p:nvPr/>
        </p:nvCxnSpPr>
        <p:spPr>
          <a:xfrm rot="16200000" flipH="1">
            <a:off x="6150312" y="653816"/>
            <a:ext cx="1176320" cy="121012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6E8FB62E-7332-EC9C-3517-7ABB9E094121}"/>
              </a:ext>
            </a:extLst>
          </p:cNvPr>
          <p:cNvSpPr/>
          <p:nvPr/>
        </p:nvSpPr>
        <p:spPr>
          <a:xfrm>
            <a:off x="7638191" y="3571906"/>
            <a:ext cx="1010345"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الشمال</a:t>
            </a:r>
            <a:endParaRPr lang="ar-SA" altLang="ar-SY" dirty="0">
              <a:solidFill>
                <a:schemeClr val="tx1"/>
              </a:solidFill>
              <a:latin typeface="Arial" panose="020B0604020202020204" pitchFamily="34" charset="0"/>
            </a:endParaRPr>
          </a:p>
        </p:txBody>
      </p:sp>
      <p:cxnSp>
        <p:nvCxnSpPr>
          <p:cNvPr id="10" name="موصل: على شكل مرفق 76">
            <a:extLst>
              <a:ext uri="{FF2B5EF4-FFF2-40B4-BE49-F238E27FC236}">
                <a16:creationId xmlns:a16="http://schemas.microsoft.com/office/drawing/2014/main" id="{DB6E26CC-BB0D-7098-C51A-387ABA1E8B38}"/>
              </a:ext>
            </a:extLst>
          </p:cNvPr>
          <p:cNvCxnSpPr>
            <a:cxnSpLocks/>
            <a:stCxn id="2" idx="2"/>
            <a:endCxn id="9" idx="1"/>
          </p:cNvCxnSpPr>
          <p:nvPr/>
        </p:nvCxnSpPr>
        <p:spPr>
          <a:xfrm rot="16200000" flipH="1">
            <a:off x="6739153" y="2991421"/>
            <a:ext cx="1503421" cy="29465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2" name="مستطيل 5">
            <a:extLst>
              <a:ext uri="{FF2B5EF4-FFF2-40B4-BE49-F238E27FC236}">
                <a16:creationId xmlns:a16="http://schemas.microsoft.com/office/drawing/2014/main" id="{9D3E59B5-A0C2-23E3-A657-DD4330FC789E}"/>
              </a:ext>
            </a:extLst>
          </p:cNvPr>
          <p:cNvSpPr/>
          <p:nvPr/>
        </p:nvSpPr>
        <p:spPr>
          <a:xfrm>
            <a:off x="4490535" y="1848244"/>
            <a:ext cx="1779144"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دائرة البحث الاجتماعي ( الرعاية الاجتماعية والنفسية )</a:t>
            </a:r>
            <a:endParaRPr lang="ar-SA" altLang="ar-SY" sz="2000" dirty="0">
              <a:solidFill>
                <a:schemeClr val="tx1"/>
              </a:solidFill>
              <a:latin typeface="Arial" panose="020B0604020202020204" pitchFamily="34" charset="0"/>
            </a:endParaRPr>
          </a:p>
        </p:txBody>
      </p:sp>
      <p:sp>
        <p:nvSpPr>
          <p:cNvPr id="14" name="مستطيل 9">
            <a:extLst>
              <a:ext uri="{FF2B5EF4-FFF2-40B4-BE49-F238E27FC236}">
                <a16:creationId xmlns:a16="http://schemas.microsoft.com/office/drawing/2014/main" id="{33EE550E-A95A-D55C-3CCE-5E231F2F82D1}"/>
              </a:ext>
            </a:extLst>
          </p:cNvPr>
          <p:cNvSpPr/>
          <p:nvPr/>
        </p:nvSpPr>
        <p:spPr>
          <a:xfrm>
            <a:off x="136575" y="180477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دائـرة الشؤون المالية</a:t>
            </a:r>
            <a:endParaRPr lang="ar-SA" altLang="ar-SY" sz="2000" dirty="0">
              <a:solidFill>
                <a:schemeClr val="tx1"/>
              </a:solidFill>
              <a:latin typeface="Arial" panose="020B0604020202020204" pitchFamily="34" charset="0"/>
            </a:endParaRPr>
          </a:p>
        </p:txBody>
      </p:sp>
      <p:cxnSp>
        <p:nvCxnSpPr>
          <p:cNvPr id="15" name="موصل: على شكل مرفق 17">
            <a:extLst>
              <a:ext uri="{FF2B5EF4-FFF2-40B4-BE49-F238E27FC236}">
                <a16:creationId xmlns:a16="http://schemas.microsoft.com/office/drawing/2014/main" id="{874FC3D7-4953-43DD-FD06-2BAD16B68824}"/>
              </a:ext>
            </a:extLst>
          </p:cNvPr>
          <p:cNvCxnSpPr>
            <a:cxnSpLocks/>
            <a:stCxn id="6" idx="2"/>
            <a:endCxn id="14" idx="0"/>
          </p:cNvCxnSpPr>
          <p:nvPr/>
        </p:nvCxnSpPr>
        <p:spPr>
          <a:xfrm rot="5400000">
            <a:off x="2873962" y="-1454668"/>
            <a:ext cx="1134060" cy="538483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8" name="مستطيل 72">
            <a:extLst>
              <a:ext uri="{FF2B5EF4-FFF2-40B4-BE49-F238E27FC236}">
                <a16:creationId xmlns:a16="http://schemas.microsoft.com/office/drawing/2014/main" id="{17CFD050-A37C-6DB4-08E7-6DC8038CB4F1}"/>
              </a:ext>
            </a:extLst>
          </p:cNvPr>
          <p:cNvSpPr/>
          <p:nvPr/>
        </p:nvSpPr>
        <p:spPr>
          <a:xfrm>
            <a:off x="8572399" y="1825281"/>
            <a:ext cx="1186432" cy="555443"/>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دائـرة الرعاية الصحية ( الطبابة</a:t>
            </a:r>
            <a:r>
              <a:rPr lang="ar-SY"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a:t>
            </a:r>
            <a:endParaRPr lang="ar-SA" altLang="ar-SY" sz="1600" b="1" dirty="0">
              <a:solidFill>
                <a:schemeClr val="tx1"/>
              </a:solidFill>
              <a:latin typeface="Arial" panose="020B0604020202020204" pitchFamily="34" charset="0"/>
            </a:endParaRPr>
          </a:p>
        </p:txBody>
      </p:sp>
      <p:cxnSp>
        <p:nvCxnSpPr>
          <p:cNvPr id="19" name="موصل: على شكل مرفق 93">
            <a:extLst>
              <a:ext uri="{FF2B5EF4-FFF2-40B4-BE49-F238E27FC236}">
                <a16:creationId xmlns:a16="http://schemas.microsoft.com/office/drawing/2014/main" id="{15D551CA-5043-8CD9-3211-810354C6571D}"/>
              </a:ext>
            </a:extLst>
          </p:cNvPr>
          <p:cNvCxnSpPr>
            <a:cxnSpLocks/>
            <a:stCxn id="6" idx="2"/>
            <a:endCxn id="18" idx="0"/>
          </p:cNvCxnSpPr>
          <p:nvPr/>
        </p:nvCxnSpPr>
        <p:spPr>
          <a:xfrm rot="16200000" flipH="1">
            <a:off x="7072231" y="-268103"/>
            <a:ext cx="1154562" cy="303220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موصل: على شكل مرفق 135">
            <a:extLst>
              <a:ext uri="{FF2B5EF4-FFF2-40B4-BE49-F238E27FC236}">
                <a16:creationId xmlns:a16="http://schemas.microsoft.com/office/drawing/2014/main" id="{7DB0F667-02DE-0EB7-DFD2-9DCB15FD04BC}"/>
              </a:ext>
            </a:extLst>
          </p:cNvPr>
          <p:cNvCxnSpPr>
            <a:cxnSpLocks/>
            <a:stCxn id="6" idx="2"/>
            <a:endCxn id="12" idx="0"/>
          </p:cNvCxnSpPr>
          <p:nvPr/>
        </p:nvCxnSpPr>
        <p:spPr>
          <a:xfrm rot="5400000">
            <a:off x="5167996" y="882830"/>
            <a:ext cx="1177525" cy="75330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6" name="موصل: على شكل مرفق 76">
            <a:extLst>
              <a:ext uri="{FF2B5EF4-FFF2-40B4-BE49-F238E27FC236}">
                <a16:creationId xmlns:a16="http://schemas.microsoft.com/office/drawing/2014/main" id="{51C18C50-3563-1C2D-7DA3-03BF6A787657}"/>
              </a:ext>
            </a:extLst>
          </p:cNvPr>
          <p:cNvCxnSpPr>
            <a:cxnSpLocks/>
            <a:stCxn id="2" idx="2"/>
            <a:endCxn id="116" idx="1"/>
          </p:cNvCxnSpPr>
          <p:nvPr/>
        </p:nvCxnSpPr>
        <p:spPr>
          <a:xfrm rot="16200000" flipH="1">
            <a:off x="6288681" y="3441893"/>
            <a:ext cx="2393299" cy="28359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48" name="مستطيل 34">
            <a:extLst>
              <a:ext uri="{FF2B5EF4-FFF2-40B4-BE49-F238E27FC236}">
                <a16:creationId xmlns:a16="http://schemas.microsoft.com/office/drawing/2014/main" id="{FE81ABBD-C538-FE64-E390-E60E71DA760F}"/>
              </a:ext>
            </a:extLst>
          </p:cNvPr>
          <p:cNvSpPr/>
          <p:nvPr/>
        </p:nvSpPr>
        <p:spPr>
          <a:xfrm>
            <a:off x="3828436" y="2781573"/>
            <a:ext cx="1217242" cy="45424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المطبخ</a:t>
            </a:r>
            <a:endParaRPr lang="ar-SA" altLang="ar-SY" sz="3200" dirty="0">
              <a:solidFill>
                <a:schemeClr val="tx1"/>
              </a:solidFill>
              <a:latin typeface="Arial" panose="020B0604020202020204" pitchFamily="34" charset="0"/>
            </a:endParaRPr>
          </a:p>
        </p:txBody>
      </p:sp>
      <p:sp>
        <p:nvSpPr>
          <p:cNvPr id="50" name="مستطيل 34">
            <a:extLst>
              <a:ext uri="{FF2B5EF4-FFF2-40B4-BE49-F238E27FC236}">
                <a16:creationId xmlns:a16="http://schemas.microsoft.com/office/drawing/2014/main" id="{85082F72-0F0D-E58C-E823-93C022E19D22}"/>
              </a:ext>
            </a:extLst>
          </p:cNvPr>
          <p:cNvSpPr/>
          <p:nvPr/>
        </p:nvSpPr>
        <p:spPr>
          <a:xfrm>
            <a:off x="3861056" y="3384257"/>
            <a:ext cx="1184622"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الغسيل</a:t>
            </a:r>
            <a:endParaRPr lang="ar-SA" altLang="ar-SY" sz="3200" dirty="0">
              <a:solidFill>
                <a:schemeClr val="tx1"/>
              </a:solidFill>
              <a:latin typeface="Arial" panose="020B0604020202020204" pitchFamily="34" charset="0"/>
            </a:endParaRPr>
          </a:p>
        </p:txBody>
      </p:sp>
      <p:sp>
        <p:nvSpPr>
          <p:cNvPr id="105" name="مستطيل 72">
            <a:extLst>
              <a:ext uri="{FF2B5EF4-FFF2-40B4-BE49-F238E27FC236}">
                <a16:creationId xmlns:a16="http://schemas.microsoft.com/office/drawing/2014/main" id="{BECBDF1B-A9CF-49F8-CF84-AC1EC1D53AE3}"/>
              </a:ext>
            </a:extLst>
          </p:cNvPr>
          <p:cNvSpPr/>
          <p:nvPr/>
        </p:nvSpPr>
        <p:spPr>
          <a:xfrm>
            <a:off x="10345550" y="1835688"/>
            <a:ext cx="1061519" cy="534627"/>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الدائــرة الإداريـة</a:t>
            </a:r>
            <a:endParaRPr lang="ar-SA" altLang="ar-SY" sz="2000" dirty="0">
              <a:solidFill>
                <a:schemeClr val="tx1"/>
              </a:solidFill>
              <a:latin typeface="Arial" panose="020B0604020202020204" pitchFamily="34" charset="0"/>
            </a:endParaRPr>
          </a:p>
        </p:txBody>
      </p:sp>
      <p:sp>
        <p:nvSpPr>
          <p:cNvPr id="112" name="مستطيل 16">
            <a:extLst>
              <a:ext uri="{FF2B5EF4-FFF2-40B4-BE49-F238E27FC236}">
                <a16:creationId xmlns:a16="http://schemas.microsoft.com/office/drawing/2014/main" id="{5735B648-07E2-854F-8734-B853714F7A4B}"/>
              </a:ext>
            </a:extLst>
          </p:cNvPr>
          <p:cNvSpPr/>
          <p:nvPr/>
        </p:nvSpPr>
        <p:spPr>
          <a:xfrm>
            <a:off x="1115110" y="4410869"/>
            <a:ext cx="12850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المستودعات</a:t>
            </a:r>
            <a:endParaRPr lang="ar-SA" altLang="ar-SY" sz="3200" dirty="0">
              <a:solidFill>
                <a:schemeClr val="tx1"/>
              </a:solidFill>
              <a:latin typeface="Arial" panose="020B0604020202020204" pitchFamily="34" charset="0"/>
            </a:endParaRPr>
          </a:p>
        </p:txBody>
      </p:sp>
      <p:sp>
        <p:nvSpPr>
          <p:cNvPr id="113" name="مستطيل 16">
            <a:extLst>
              <a:ext uri="{FF2B5EF4-FFF2-40B4-BE49-F238E27FC236}">
                <a16:creationId xmlns:a16="http://schemas.microsoft.com/office/drawing/2014/main" id="{5B1133DC-ED15-9386-9E23-406A04B62FA7}"/>
              </a:ext>
            </a:extLst>
          </p:cNvPr>
          <p:cNvSpPr/>
          <p:nvPr/>
        </p:nvSpPr>
        <p:spPr>
          <a:xfrm>
            <a:off x="11155503" y="3462029"/>
            <a:ext cx="958638" cy="60187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الديــوان</a:t>
            </a:r>
            <a:endParaRPr lang="ar-SA" altLang="ar-SY" sz="3200" dirty="0">
              <a:solidFill>
                <a:schemeClr val="tx1"/>
              </a:solidFill>
              <a:latin typeface="Arial" panose="020B0604020202020204" pitchFamily="34" charset="0"/>
            </a:endParaRPr>
          </a:p>
        </p:txBody>
      </p:sp>
      <p:sp>
        <p:nvSpPr>
          <p:cNvPr id="114" name="مستطيل 16">
            <a:extLst>
              <a:ext uri="{FF2B5EF4-FFF2-40B4-BE49-F238E27FC236}">
                <a16:creationId xmlns:a16="http://schemas.microsoft.com/office/drawing/2014/main" id="{758D5F7A-F520-C28B-013E-8016F8E1B83F}"/>
              </a:ext>
            </a:extLst>
          </p:cNvPr>
          <p:cNvSpPr/>
          <p:nvPr/>
        </p:nvSpPr>
        <p:spPr>
          <a:xfrm>
            <a:off x="1097873" y="3437401"/>
            <a:ext cx="13023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الصرفيات</a:t>
            </a:r>
            <a:endParaRPr lang="ar-SA" altLang="ar-SY" sz="3200" dirty="0">
              <a:solidFill>
                <a:schemeClr val="tx1"/>
              </a:solidFill>
              <a:latin typeface="Arial" panose="020B0604020202020204" pitchFamily="34" charset="0"/>
            </a:endParaRPr>
          </a:p>
        </p:txBody>
      </p:sp>
      <p:sp>
        <p:nvSpPr>
          <p:cNvPr id="115" name="مستطيل 16">
            <a:extLst>
              <a:ext uri="{FF2B5EF4-FFF2-40B4-BE49-F238E27FC236}">
                <a16:creationId xmlns:a16="http://schemas.microsoft.com/office/drawing/2014/main" id="{69CB2535-625E-861B-7414-B67364F2AFF9}"/>
              </a:ext>
            </a:extLst>
          </p:cNvPr>
          <p:cNvSpPr/>
          <p:nvPr/>
        </p:nvSpPr>
        <p:spPr>
          <a:xfrm>
            <a:off x="11143257" y="2695969"/>
            <a:ext cx="970884"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شؤون العاملين</a:t>
            </a:r>
            <a:endParaRPr lang="ar-SA" altLang="ar-SY" sz="3200" dirty="0">
              <a:solidFill>
                <a:schemeClr val="tx1"/>
              </a:solidFill>
              <a:latin typeface="Arial" panose="020B0604020202020204" pitchFamily="34" charset="0"/>
            </a:endParaRPr>
          </a:p>
        </p:txBody>
      </p:sp>
      <p:sp>
        <p:nvSpPr>
          <p:cNvPr id="116" name="مستطيل 34">
            <a:extLst>
              <a:ext uri="{FF2B5EF4-FFF2-40B4-BE49-F238E27FC236}">
                <a16:creationId xmlns:a16="http://schemas.microsoft.com/office/drawing/2014/main" id="{73C35B41-AD9F-94B2-22CB-8CF63A92926B}"/>
              </a:ext>
            </a:extLst>
          </p:cNvPr>
          <p:cNvSpPr/>
          <p:nvPr/>
        </p:nvSpPr>
        <p:spPr>
          <a:xfrm>
            <a:off x="7627125" y="4452750"/>
            <a:ext cx="1198490" cy="655175"/>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السومرية (البرامكة سابقا )</a:t>
            </a:r>
            <a:endParaRPr lang="ar-SA" altLang="ar-SY" dirty="0">
              <a:solidFill>
                <a:schemeClr val="tx1"/>
              </a:solidFill>
              <a:latin typeface="Arial" panose="020B0604020202020204" pitchFamily="34" charset="0"/>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19" name="مستطيل 34">
            <a:extLst>
              <a:ext uri="{FF2B5EF4-FFF2-40B4-BE49-F238E27FC236}">
                <a16:creationId xmlns:a16="http://schemas.microsoft.com/office/drawing/2014/main" id="{2F6BD3A6-11E8-6072-5410-8E1153A04344}"/>
              </a:ext>
            </a:extLst>
          </p:cNvPr>
          <p:cNvSpPr/>
          <p:nvPr/>
        </p:nvSpPr>
        <p:spPr>
          <a:xfrm>
            <a:off x="9320815" y="4177192"/>
            <a:ext cx="1117479" cy="50147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الصيدلية</a:t>
            </a:r>
            <a:endParaRPr lang="ar-SA" altLang="ar-SY" sz="3200" dirty="0">
              <a:solidFill>
                <a:schemeClr val="tx1"/>
              </a:solidFill>
              <a:latin typeface="Arial" panose="020B0604020202020204" pitchFamily="34" charset="0"/>
            </a:endParaRPr>
          </a:p>
        </p:txBody>
      </p:sp>
      <p:sp>
        <p:nvSpPr>
          <p:cNvPr id="120" name="مستطيل 34">
            <a:extLst>
              <a:ext uri="{FF2B5EF4-FFF2-40B4-BE49-F238E27FC236}">
                <a16:creationId xmlns:a16="http://schemas.microsoft.com/office/drawing/2014/main" id="{33A5F5A5-D6A6-DE23-5F57-D73DA472B483}"/>
              </a:ext>
            </a:extLst>
          </p:cNvPr>
          <p:cNvSpPr/>
          <p:nvPr/>
        </p:nvSpPr>
        <p:spPr>
          <a:xfrm>
            <a:off x="9307705" y="3588948"/>
            <a:ext cx="1196600" cy="5199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العيادة السنية</a:t>
            </a:r>
            <a:endParaRPr lang="ar-SA" altLang="ar-SY" sz="3200" dirty="0">
              <a:solidFill>
                <a:schemeClr val="tx1"/>
              </a:solidFill>
              <a:latin typeface="Arial" panose="020B0604020202020204" pitchFamily="34" charset="0"/>
            </a:endParaRPr>
          </a:p>
        </p:txBody>
      </p:sp>
      <p:sp>
        <p:nvSpPr>
          <p:cNvPr id="121" name="مستطيل 34">
            <a:extLst>
              <a:ext uri="{FF2B5EF4-FFF2-40B4-BE49-F238E27FC236}">
                <a16:creationId xmlns:a16="http://schemas.microsoft.com/office/drawing/2014/main" id="{493281A3-BEA9-DB18-86E5-D56F2F64B34D}"/>
              </a:ext>
            </a:extLst>
          </p:cNvPr>
          <p:cNvSpPr/>
          <p:nvPr/>
        </p:nvSpPr>
        <p:spPr>
          <a:xfrm>
            <a:off x="9320815" y="2726994"/>
            <a:ext cx="1186432" cy="49656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العيادة الطبية</a:t>
            </a:r>
            <a:endParaRPr lang="ar-SA" altLang="ar-SY" sz="3200" dirty="0">
              <a:solidFill>
                <a:schemeClr val="tx1"/>
              </a:solidFill>
              <a:latin typeface="Arial" panose="020B0604020202020204" pitchFamily="34" charset="0"/>
            </a:endParaRPr>
          </a:p>
        </p:txBody>
      </p:sp>
      <p:cxnSp>
        <p:nvCxnSpPr>
          <p:cNvPr id="165" name="موصل: على شكل مرفق 93">
            <a:extLst>
              <a:ext uri="{FF2B5EF4-FFF2-40B4-BE49-F238E27FC236}">
                <a16:creationId xmlns:a16="http://schemas.microsoft.com/office/drawing/2014/main" id="{73F43F09-ED5E-83D1-2996-3F489B3143FB}"/>
              </a:ext>
            </a:extLst>
          </p:cNvPr>
          <p:cNvCxnSpPr>
            <a:cxnSpLocks/>
            <a:stCxn id="6" idx="2"/>
            <a:endCxn id="105" idx="0"/>
          </p:cNvCxnSpPr>
          <p:nvPr/>
        </p:nvCxnSpPr>
        <p:spPr>
          <a:xfrm rot="16200000" flipH="1">
            <a:off x="7922375" y="-1118248"/>
            <a:ext cx="1164969" cy="474290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69" name="موصل: على شكل مرفق 93">
            <a:extLst>
              <a:ext uri="{FF2B5EF4-FFF2-40B4-BE49-F238E27FC236}">
                <a16:creationId xmlns:a16="http://schemas.microsoft.com/office/drawing/2014/main" id="{05CACAA3-3B42-3642-6B4C-233CE8FF40FC}"/>
              </a:ext>
            </a:extLst>
          </p:cNvPr>
          <p:cNvCxnSpPr>
            <a:cxnSpLocks/>
            <a:stCxn id="105" idx="2"/>
            <a:endCxn id="115" idx="1"/>
          </p:cNvCxnSpPr>
          <p:nvPr/>
        </p:nvCxnSpPr>
        <p:spPr>
          <a:xfrm rot="16200000" flipH="1">
            <a:off x="10690331" y="2556293"/>
            <a:ext cx="638904" cy="26694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72" name="موصل: على شكل مرفق 93">
            <a:extLst>
              <a:ext uri="{FF2B5EF4-FFF2-40B4-BE49-F238E27FC236}">
                <a16:creationId xmlns:a16="http://schemas.microsoft.com/office/drawing/2014/main" id="{381CD282-2702-18E4-82C4-368CDE197612}"/>
              </a:ext>
            </a:extLst>
          </p:cNvPr>
          <p:cNvCxnSpPr>
            <a:cxnSpLocks/>
            <a:stCxn id="105" idx="2"/>
            <a:endCxn id="113" idx="1"/>
          </p:cNvCxnSpPr>
          <p:nvPr/>
        </p:nvCxnSpPr>
        <p:spPr>
          <a:xfrm rot="16200000" flipH="1">
            <a:off x="10319581" y="2927043"/>
            <a:ext cx="1392650" cy="2791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2" name="موصل: على شكل مرفق 93">
            <a:extLst>
              <a:ext uri="{FF2B5EF4-FFF2-40B4-BE49-F238E27FC236}">
                <a16:creationId xmlns:a16="http://schemas.microsoft.com/office/drawing/2014/main" id="{D6BF6DCA-D545-CA59-8099-2C97CACFA67F}"/>
              </a:ext>
            </a:extLst>
          </p:cNvPr>
          <p:cNvCxnSpPr>
            <a:cxnSpLocks/>
            <a:stCxn id="18" idx="2"/>
            <a:endCxn id="119" idx="1"/>
          </p:cNvCxnSpPr>
          <p:nvPr/>
        </p:nvCxnSpPr>
        <p:spPr>
          <a:xfrm rot="16200000" flipH="1">
            <a:off x="8219613" y="3326726"/>
            <a:ext cx="2047204" cy="1552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3" name="موصل: على شكل مرفق 93">
            <a:extLst>
              <a:ext uri="{FF2B5EF4-FFF2-40B4-BE49-F238E27FC236}">
                <a16:creationId xmlns:a16="http://schemas.microsoft.com/office/drawing/2014/main" id="{2E307439-5ACF-0231-C0AE-A3C61983AC75}"/>
              </a:ext>
            </a:extLst>
          </p:cNvPr>
          <p:cNvCxnSpPr>
            <a:cxnSpLocks/>
            <a:stCxn id="18" idx="2"/>
            <a:endCxn id="120" idx="1"/>
          </p:cNvCxnSpPr>
          <p:nvPr/>
        </p:nvCxnSpPr>
        <p:spPr>
          <a:xfrm rot="16200000" flipH="1">
            <a:off x="8502571" y="3043768"/>
            <a:ext cx="1468178" cy="14209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84" name="موصل: على شكل مرفق 93">
            <a:extLst>
              <a:ext uri="{FF2B5EF4-FFF2-40B4-BE49-F238E27FC236}">
                <a16:creationId xmlns:a16="http://schemas.microsoft.com/office/drawing/2014/main" id="{E7092DC2-14A4-9EDF-7614-398E0E669CF0}"/>
              </a:ext>
            </a:extLst>
          </p:cNvPr>
          <p:cNvCxnSpPr>
            <a:cxnSpLocks/>
            <a:stCxn id="18" idx="2"/>
            <a:endCxn id="121" idx="1"/>
          </p:cNvCxnSpPr>
          <p:nvPr/>
        </p:nvCxnSpPr>
        <p:spPr>
          <a:xfrm rot="16200000" flipH="1">
            <a:off x="8945939" y="2600400"/>
            <a:ext cx="594552" cy="1552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87" name="مستطيل 34">
            <a:extLst>
              <a:ext uri="{FF2B5EF4-FFF2-40B4-BE49-F238E27FC236}">
                <a16:creationId xmlns:a16="http://schemas.microsoft.com/office/drawing/2014/main" id="{CCD2F006-F26D-F030-4D44-6D2FE26E6960}"/>
              </a:ext>
            </a:extLst>
          </p:cNvPr>
          <p:cNvSpPr/>
          <p:nvPr/>
        </p:nvSpPr>
        <p:spPr>
          <a:xfrm>
            <a:off x="1085873" y="2781573"/>
            <a:ext cx="1314334" cy="45424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الرواتب والاجور</a:t>
            </a:r>
            <a:endParaRPr lang="ar-SA" altLang="ar-SY" sz="3200" dirty="0">
              <a:solidFill>
                <a:schemeClr val="tx1"/>
              </a:solidFill>
              <a:latin typeface="Arial" panose="020B0604020202020204" pitchFamily="34" charset="0"/>
            </a:endParaRPr>
          </a:p>
        </p:txBody>
      </p:sp>
      <p:sp>
        <p:nvSpPr>
          <p:cNvPr id="130" name="مستطيل 16">
            <a:extLst>
              <a:ext uri="{FF2B5EF4-FFF2-40B4-BE49-F238E27FC236}">
                <a16:creationId xmlns:a16="http://schemas.microsoft.com/office/drawing/2014/main" id="{7BC7E2A2-B4E0-6FF6-212F-2FE896D73C3A}"/>
              </a:ext>
            </a:extLst>
          </p:cNvPr>
          <p:cNvSpPr/>
          <p:nvPr/>
        </p:nvSpPr>
        <p:spPr>
          <a:xfrm>
            <a:off x="7602924" y="5337187"/>
            <a:ext cx="1198490" cy="51096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الانطلاق الجنوبي</a:t>
            </a:r>
            <a:endParaRPr lang="ar-SA" altLang="ar-SY" dirty="0">
              <a:solidFill>
                <a:schemeClr val="tx1"/>
              </a:solidFill>
              <a:latin typeface="Arial" panose="020B0604020202020204" pitchFamily="34" charset="0"/>
            </a:endParaRPr>
          </a:p>
        </p:txBody>
      </p:sp>
      <p:sp>
        <p:nvSpPr>
          <p:cNvPr id="133" name="مستطيل 16">
            <a:extLst>
              <a:ext uri="{FF2B5EF4-FFF2-40B4-BE49-F238E27FC236}">
                <a16:creationId xmlns:a16="http://schemas.microsoft.com/office/drawing/2014/main" id="{748A46D0-5212-41AA-6780-AD002EF92557}"/>
              </a:ext>
            </a:extLst>
          </p:cNvPr>
          <p:cNvSpPr/>
          <p:nvPr/>
        </p:nvSpPr>
        <p:spPr>
          <a:xfrm>
            <a:off x="7649512" y="6046051"/>
            <a:ext cx="1220856" cy="55528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Arial" panose="020B0604020202020204" pitchFamily="34" charset="0"/>
                <a:ea typeface="Times New Roman" panose="02020603050405020304" pitchFamily="18" charset="0"/>
              </a:rPr>
              <a:t>مركز انطلاق الخليج</a:t>
            </a:r>
            <a:endParaRPr lang="ar-SA" altLang="ar-SY" dirty="0">
              <a:solidFill>
                <a:schemeClr val="tx1"/>
              </a:solidFill>
              <a:latin typeface="Arial" panose="020B0604020202020204" pitchFamily="34" charset="0"/>
            </a:endParaRPr>
          </a:p>
        </p:txBody>
      </p:sp>
      <p:cxnSp>
        <p:nvCxnSpPr>
          <p:cNvPr id="89" name="موصل: على شكل مرفق 76">
            <a:extLst>
              <a:ext uri="{FF2B5EF4-FFF2-40B4-BE49-F238E27FC236}">
                <a16:creationId xmlns:a16="http://schemas.microsoft.com/office/drawing/2014/main" id="{1ADA5765-B3CB-FA5F-96CD-0EB0B06C2E0D}"/>
              </a:ext>
            </a:extLst>
          </p:cNvPr>
          <p:cNvCxnSpPr>
            <a:cxnSpLocks/>
            <a:stCxn id="2" idx="2"/>
            <a:endCxn id="133" idx="1"/>
          </p:cNvCxnSpPr>
          <p:nvPr/>
        </p:nvCxnSpPr>
        <p:spPr>
          <a:xfrm rot="16200000" flipH="1">
            <a:off x="5528197" y="4202376"/>
            <a:ext cx="3936652" cy="30597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90" name="موصل: على شكل مرفق 76">
            <a:extLst>
              <a:ext uri="{FF2B5EF4-FFF2-40B4-BE49-F238E27FC236}">
                <a16:creationId xmlns:a16="http://schemas.microsoft.com/office/drawing/2014/main" id="{E377086F-644A-2D77-8F3E-03B6B6021082}"/>
              </a:ext>
            </a:extLst>
          </p:cNvPr>
          <p:cNvCxnSpPr>
            <a:cxnSpLocks/>
            <a:stCxn id="2" idx="2"/>
            <a:endCxn id="130" idx="1"/>
          </p:cNvCxnSpPr>
          <p:nvPr/>
        </p:nvCxnSpPr>
        <p:spPr>
          <a:xfrm rot="16200000" flipH="1">
            <a:off x="5870415" y="3860158"/>
            <a:ext cx="3205629" cy="25938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109" name="مستطيل 9">
            <a:extLst>
              <a:ext uri="{FF2B5EF4-FFF2-40B4-BE49-F238E27FC236}">
                <a16:creationId xmlns:a16="http://schemas.microsoft.com/office/drawing/2014/main" id="{E2F9A465-7780-1C2B-76EB-1B8D279511EA}"/>
              </a:ext>
            </a:extLst>
          </p:cNvPr>
          <p:cNvSpPr/>
          <p:nvPr/>
        </p:nvSpPr>
        <p:spPr>
          <a:xfrm>
            <a:off x="2527371" y="182528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b="1"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دائـرة التدبير المنزلي</a:t>
            </a:r>
            <a:endParaRPr lang="ar-SA" altLang="ar-SY" sz="2000" dirty="0">
              <a:solidFill>
                <a:schemeClr val="tx1"/>
              </a:solidFill>
              <a:latin typeface="Arial" panose="020B0604020202020204" pitchFamily="34" charset="0"/>
            </a:endParaRPr>
          </a:p>
        </p:txBody>
      </p:sp>
      <p:cxnSp>
        <p:nvCxnSpPr>
          <p:cNvPr id="123" name="موصل: على شكل مرفق 76">
            <a:extLst>
              <a:ext uri="{FF2B5EF4-FFF2-40B4-BE49-F238E27FC236}">
                <a16:creationId xmlns:a16="http://schemas.microsoft.com/office/drawing/2014/main" id="{20192C5F-A387-E34C-79C1-A8B3F39AA362}"/>
              </a:ext>
            </a:extLst>
          </p:cNvPr>
          <p:cNvCxnSpPr>
            <a:cxnSpLocks/>
            <a:stCxn id="109" idx="2"/>
            <a:endCxn id="50" idx="1"/>
          </p:cNvCxnSpPr>
          <p:nvPr/>
        </p:nvCxnSpPr>
        <p:spPr>
          <a:xfrm rot="16200000" flipH="1">
            <a:off x="2837979" y="2666672"/>
            <a:ext cx="1324468" cy="72168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4" name="موصل: على شكل مرفق 76">
            <a:extLst>
              <a:ext uri="{FF2B5EF4-FFF2-40B4-BE49-F238E27FC236}">
                <a16:creationId xmlns:a16="http://schemas.microsoft.com/office/drawing/2014/main" id="{EC0719FD-6E54-56CC-E0EE-7E1DC4C4E320}"/>
              </a:ext>
            </a:extLst>
          </p:cNvPr>
          <p:cNvCxnSpPr>
            <a:cxnSpLocks/>
            <a:stCxn id="109" idx="2"/>
            <a:endCxn id="48" idx="1"/>
          </p:cNvCxnSpPr>
          <p:nvPr/>
        </p:nvCxnSpPr>
        <p:spPr>
          <a:xfrm rot="16200000" flipH="1">
            <a:off x="3162196" y="2342455"/>
            <a:ext cx="643415" cy="68906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25" name="موصل: على شكل مرفق 17">
            <a:extLst>
              <a:ext uri="{FF2B5EF4-FFF2-40B4-BE49-F238E27FC236}">
                <a16:creationId xmlns:a16="http://schemas.microsoft.com/office/drawing/2014/main" id="{9108C639-BBE0-7DD1-77A7-0FC892A484D8}"/>
              </a:ext>
            </a:extLst>
          </p:cNvPr>
          <p:cNvCxnSpPr>
            <a:cxnSpLocks/>
            <a:stCxn id="6" idx="2"/>
            <a:endCxn id="109" idx="0"/>
          </p:cNvCxnSpPr>
          <p:nvPr/>
        </p:nvCxnSpPr>
        <p:spPr>
          <a:xfrm rot="5400000">
            <a:off x="4059109" y="-249019"/>
            <a:ext cx="1154562" cy="299403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49" name="موصل: على شكل مرفق 76">
            <a:extLst>
              <a:ext uri="{FF2B5EF4-FFF2-40B4-BE49-F238E27FC236}">
                <a16:creationId xmlns:a16="http://schemas.microsoft.com/office/drawing/2014/main" id="{AA3432E3-B807-99C2-78D3-27ABF1F70C5E}"/>
              </a:ext>
            </a:extLst>
          </p:cNvPr>
          <p:cNvCxnSpPr>
            <a:cxnSpLocks/>
            <a:stCxn id="14" idx="2"/>
            <a:endCxn id="112" idx="1"/>
          </p:cNvCxnSpPr>
          <p:nvPr/>
        </p:nvCxnSpPr>
        <p:spPr>
          <a:xfrm rot="16200000" flipH="1">
            <a:off x="-257828" y="3351181"/>
            <a:ext cx="2379340" cy="36653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50" name="موصل: على شكل مرفق 76">
            <a:extLst>
              <a:ext uri="{FF2B5EF4-FFF2-40B4-BE49-F238E27FC236}">
                <a16:creationId xmlns:a16="http://schemas.microsoft.com/office/drawing/2014/main" id="{5BB85587-889E-7258-26F8-6EED97034BB5}"/>
              </a:ext>
            </a:extLst>
          </p:cNvPr>
          <p:cNvCxnSpPr>
            <a:cxnSpLocks/>
            <a:stCxn id="14" idx="2"/>
            <a:endCxn id="114" idx="1"/>
          </p:cNvCxnSpPr>
          <p:nvPr/>
        </p:nvCxnSpPr>
        <p:spPr>
          <a:xfrm rot="16200000" flipH="1">
            <a:off x="220288" y="2873066"/>
            <a:ext cx="1405872" cy="34929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51" name="موصل: على شكل مرفق 76">
            <a:extLst>
              <a:ext uri="{FF2B5EF4-FFF2-40B4-BE49-F238E27FC236}">
                <a16:creationId xmlns:a16="http://schemas.microsoft.com/office/drawing/2014/main" id="{2475D123-567E-2BD1-268B-12D691E14DD4}"/>
              </a:ext>
            </a:extLst>
          </p:cNvPr>
          <p:cNvCxnSpPr>
            <a:cxnSpLocks/>
            <a:stCxn id="14" idx="2"/>
            <a:endCxn id="87" idx="1"/>
          </p:cNvCxnSpPr>
          <p:nvPr/>
        </p:nvCxnSpPr>
        <p:spPr>
          <a:xfrm rot="16200000" flipH="1">
            <a:off x="585266" y="2508088"/>
            <a:ext cx="663917" cy="33729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16">
            <a:extLst>
              <a:ext uri="{FF2B5EF4-FFF2-40B4-BE49-F238E27FC236}">
                <a16:creationId xmlns:a16="http://schemas.microsoft.com/office/drawing/2014/main" id="{8993AB76-2964-42B6-2C68-22BEFBE61739}"/>
              </a:ext>
            </a:extLst>
          </p:cNvPr>
          <p:cNvSpPr/>
          <p:nvPr/>
        </p:nvSpPr>
        <p:spPr>
          <a:xfrm>
            <a:off x="11155503" y="4211049"/>
            <a:ext cx="958638" cy="55885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الآليـات</a:t>
            </a:r>
            <a:endParaRPr lang="ar-SA" altLang="ar-SY" sz="3200" dirty="0">
              <a:solidFill>
                <a:schemeClr val="tx1"/>
              </a:solidFill>
              <a:latin typeface="Arial" panose="020B0604020202020204" pitchFamily="34" charset="0"/>
            </a:endParaRPr>
          </a:p>
        </p:txBody>
      </p:sp>
      <p:sp>
        <p:nvSpPr>
          <p:cNvPr id="8" name="مستطيل 16">
            <a:extLst>
              <a:ext uri="{FF2B5EF4-FFF2-40B4-BE49-F238E27FC236}">
                <a16:creationId xmlns:a16="http://schemas.microsoft.com/office/drawing/2014/main" id="{AF37AA58-8127-96EE-7412-0CB75AF26A15}"/>
              </a:ext>
            </a:extLst>
          </p:cNvPr>
          <p:cNvSpPr/>
          <p:nvPr/>
        </p:nvSpPr>
        <p:spPr>
          <a:xfrm>
            <a:off x="11155503" y="4917049"/>
            <a:ext cx="958638" cy="558851"/>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الخدمـات</a:t>
            </a:r>
            <a:endParaRPr lang="ar-SA" altLang="ar-SY" sz="3200" dirty="0">
              <a:solidFill>
                <a:schemeClr val="tx1"/>
              </a:solidFill>
              <a:latin typeface="Arial" panose="020B0604020202020204" pitchFamily="34" charset="0"/>
            </a:endParaRPr>
          </a:p>
        </p:txBody>
      </p:sp>
      <p:sp>
        <p:nvSpPr>
          <p:cNvPr id="11" name="مستطيل 16">
            <a:extLst>
              <a:ext uri="{FF2B5EF4-FFF2-40B4-BE49-F238E27FC236}">
                <a16:creationId xmlns:a16="http://schemas.microsoft.com/office/drawing/2014/main" id="{C1483E6E-63BF-DFBF-1D9C-3CD38FCB960F}"/>
              </a:ext>
            </a:extLst>
          </p:cNvPr>
          <p:cNvSpPr/>
          <p:nvPr/>
        </p:nvSpPr>
        <p:spPr>
          <a:xfrm>
            <a:off x="11143257" y="5652493"/>
            <a:ext cx="958638" cy="55528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defTabSz="914400" eaLnBrk="0" fontAlgn="base" hangingPunct="0">
              <a:spcBef>
                <a:spcPct val="0"/>
              </a:spcBef>
              <a:spcAft>
                <a:spcPct val="0"/>
              </a:spcAft>
            </a:pPr>
            <a:endPar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endParaRPr>
          </a:p>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شعبـة المراقبـة</a:t>
            </a:r>
            <a:endParaRPr lang="ar-SA" altLang="ar-SY" sz="3200" dirty="0">
              <a:solidFill>
                <a:schemeClr val="tx1"/>
              </a:solidFill>
              <a:latin typeface="Arial" panose="020B0604020202020204" pitchFamily="34" charset="0"/>
            </a:endParaRPr>
          </a:p>
        </p:txBody>
      </p:sp>
      <p:cxnSp>
        <p:nvCxnSpPr>
          <p:cNvPr id="17" name="موصل: على شكل مرفق 93">
            <a:extLst>
              <a:ext uri="{FF2B5EF4-FFF2-40B4-BE49-F238E27FC236}">
                <a16:creationId xmlns:a16="http://schemas.microsoft.com/office/drawing/2014/main" id="{F99E4F2F-742E-0600-3974-B5BB380F2113}"/>
              </a:ext>
            </a:extLst>
          </p:cNvPr>
          <p:cNvCxnSpPr>
            <a:cxnSpLocks/>
            <a:stCxn id="105" idx="2"/>
            <a:endCxn id="11" idx="1"/>
          </p:cNvCxnSpPr>
          <p:nvPr/>
        </p:nvCxnSpPr>
        <p:spPr>
          <a:xfrm rot="16200000" flipH="1">
            <a:off x="9229874" y="4016750"/>
            <a:ext cx="3559818" cy="26694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موصل: على شكل مرفق 93">
            <a:extLst>
              <a:ext uri="{FF2B5EF4-FFF2-40B4-BE49-F238E27FC236}">
                <a16:creationId xmlns:a16="http://schemas.microsoft.com/office/drawing/2014/main" id="{393E00D9-85D8-45A5-6B19-C7F6750034FE}"/>
              </a:ext>
            </a:extLst>
          </p:cNvPr>
          <p:cNvCxnSpPr>
            <a:cxnSpLocks/>
            <a:stCxn id="105" idx="2"/>
            <a:endCxn id="8" idx="1"/>
          </p:cNvCxnSpPr>
          <p:nvPr/>
        </p:nvCxnSpPr>
        <p:spPr>
          <a:xfrm rot="16200000" flipH="1">
            <a:off x="9602826" y="3643798"/>
            <a:ext cx="2826160" cy="2791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موصل: على شكل مرفق 93">
            <a:extLst>
              <a:ext uri="{FF2B5EF4-FFF2-40B4-BE49-F238E27FC236}">
                <a16:creationId xmlns:a16="http://schemas.microsoft.com/office/drawing/2014/main" id="{3CDAEE46-1E22-21A6-EB19-AEEBA46341F2}"/>
              </a:ext>
            </a:extLst>
          </p:cNvPr>
          <p:cNvCxnSpPr>
            <a:cxnSpLocks/>
            <a:stCxn id="105" idx="2"/>
            <a:endCxn id="5" idx="1"/>
          </p:cNvCxnSpPr>
          <p:nvPr/>
        </p:nvCxnSpPr>
        <p:spPr>
          <a:xfrm rot="16200000" flipH="1">
            <a:off x="9955826" y="3290798"/>
            <a:ext cx="2120160" cy="27919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9" name="مستطيل 34">
            <a:extLst>
              <a:ext uri="{FF2B5EF4-FFF2-40B4-BE49-F238E27FC236}">
                <a16:creationId xmlns:a16="http://schemas.microsoft.com/office/drawing/2014/main" id="{6E6C975D-9192-E2B8-6C5B-8CBC1C7AE738}"/>
              </a:ext>
            </a:extLst>
          </p:cNvPr>
          <p:cNvSpPr/>
          <p:nvPr/>
        </p:nvSpPr>
        <p:spPr>
          <a:xfrm>
            <a:off x="9320815" y="4821598"/>
            <a:ext cx="1117479" cy="669402"/>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الاشراف الصحي</a:t>
            </a:r>
            <a:endParaRPr lang="ar-SA" altLang="ar-SY" sz="3200" dirty="0">
              <a:solidFill>
                <a:schemeClr val="tx1"/>
              </a:solidFill>
              <a:latin typeface="Arial" panose="020B0604020202020204" pitchFamily="34" charset="0"/>
            </a:endParaRPr>
          </a:p>
        </p:txBody>
      </p:sp>
      <p:sp>
        <p:nvSpPr>
          <p:cNvPr id="30" name="مستطيل 34">
            <a:extLst>
              <a:ext uri="{FF2B5EF4-FFF2-40B4-BE49-F238E27FC236}">
                <a16:creationId xmlns:a16="http://schemas.microsoft.com/office/drawing/2014/main" id="{F16F49E0-8E3E-68D1-B10E-321A36512C41}"/>
              </a:ext>
            </a:extLst>
          </p:cNvPr>
          <p:cNvSpPr/>
          <p:nvPr/>
        </p:nvSpPr>
        <p:spPr>
          <a:xfrm>
            <a:off x="9363661" y="5714284"/>
            <a:ext cx="1117479" cy="6094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شعبة المعالجة الفيزيائية</a:t>
            </a:r>
            <a:endParaRPr lang="ar-SA" altLang="ar-SY" sz="3200" dirty="0">
              <a:solidFill>
                <a:schemeClr val="tx1"/>
              </a:solidFill>
              <a:latin typeface="Arial" panose="020B0604020202020204" pitchFamily="34" charset="0"/>
            </a:endParaRPr>
          </a:p>
        </p:txBody>
      </p:sp>
      <p:cxnSp>
        <p:nvCxnSpPr>
          <p:cNvPr id="33" name="موصل: على شكل مرفق 93">
            <a:extLst>
              <a:ext uri="{FF2B5EF4-FFF2-40B4-BE49-F238E27FC236}">
                <a16:creationId xmlns:a16="http://schemas.microsoft.com/office/drawing/2014/main" id="{5D24ED7E-68EA-7F2D-E3B8-1247AEE16761}"/>
              </a:ext>
            </a:extLst>
          </p:cNvPr>
          <p:cNvCxnSpPr>
            <a:cxnSpLocks/>
            <a:stCxn id="18" idx="2"/>
            <a:endCxn id="30" idx="1"/>
          </p:cNvCxnSpPr>
          <p:nvPr/>
        </p:nvCxnSpPr>
        <p:spPr>
          <a:xfrm rot="16200000" flipH="1">
            <a:off x="7445506" y="4100833"/>
            <a:ext cx="3638264" cy="19804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4" name="موصل: على شكل مرفق 93">
            <a:extLst>
              <a:ext uri="{FF2B5EF4-FFF2-40B4-BE49-F238E27FC236}">
                <a16:creationId xmlns:a16="http://schemas.microsoft.com/office/drawing/2014/main" id="{5164C1A5-22D5-C915-2B11-7B5F8E50ADCE}"/>
              </a:ext>
            </a:extLst>
          </p:cNvPr>
          <p:cNvCxnSpPr>
            <a:cxnSpLocks/>
            <a:stCxn id="18" idx="2"/>
            <a:endCxn id="29" idx="1"/>
          </p:cNvCxnSpPr>
          <p:nvPr/>
        </p:nvCxnSpPr>
        <p:spPr>
          <a:xfrm rot="16200000" flipH="1">
            <a:off x="7855428" y="3690911"/>
            <a:ext cx="2775575" cy="15520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51" name="مستطيل 16">
            <a:extLst>
              <a:ext uri="{FF2B5EF4-FFF2-40B4-BE49-F238E27FC236}">
                <a16:creationId xmlns:a16="http://schemas.microsoft.com/office/drawing/2014/main" id="{23382203-2055-FC63-3E8E-A5B7D0D19A3A}"/>
              </a:ext>
            </a:extLst>
          </p:cNvPr>
          <p:cNvSpPr/>
          <p:nvPr/>
        </p:nvSpPr>
        <p:spPr>
          <a:xfrm>
            <a:off x="57046" y="5461068"/>
            <a:ext cx="12850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المسـتـودع العـام</a:t>
            </a:r>
            <a:endParaRPr lang="ar-SA" altLang="ar-SY" sz="3200" dirty="0">
              <a:solidFill>
                <a:schemeClr val="tx1"/>
              </a:solidFill>
              <a:latin typeface="Arial" panose="020B0604020202020204" pitchFamily="34" charset="0"/>
            </a:endParaRPr>
          </a:p>
        </p:txBody>
      </p:sp>
      <p:sp>
        <p:nvSpPr>
          <p:cNvPr id="52" name="مستطيل 16">
            <a:extLst>
              <a:ext uri="{FF2B5EF4-FFF2-40B4-BE49-F238E27FC236}">
                <a16:creationId xmlns:a16="http://schemas.microsoft.com/office/drawing/2014/main" id="{60050EF3-B6AF-7EA0-338F-0E285285D99F}"/>
              </a:ext>
            </a:extLst>
          </p:cNvPr>
          <p:cNvSpPr/>
          <p:nvPr/>
        </p:nvSpPr>
        <p:spPr>
          <a:xfrm>
            <a:off x="2352487" y="5375887"/>
            <a:ext cx="12850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defTabSz="914400" rtl="1" eaLnBrk="0" fontAlgn="base" hangingPunct="0">
              <a:spcBef>
                <a:spcPct val="0"/>
              </a:spcBef>
              <a:spcAft>
                <a:spcPct val="0"/>
              </a:spcAft>
            </a:pPr>
            <a:r>
              <a:rPr lang="ar-SA" altLang="ar-SY" sz="1200" dirty="0">
                <a:solidFill>
                  <a:schemeClr val="tx1"/>
                </a:solidFill>
                <a:latin typeface="Simplified Arabic" panose="02020603050405020304" pitchFamily="18" charset="-78"/>
                <a:ea typeface="Times New Roman" panose="02020603050405020304" pitchFamily="18" charset="0"/>
                <a:cs typeface="Simplified Arabic" panose="02020603050405020304" pitchFamily="18" charset="-78"/>
              </a:rPr>
              <a:t>مستودع المصادرات</a:t>
            </a:r>
            <a:endParaRPr lang="ar-SA" altLang="ar-SY" sz="3200" dirty="0">
              <a:solidFill>
                <a:schemeClr val="tx1"/>
              </a:solidFill>
              <a:latin typeface="Arial" panose="020B0604020202020204" pitchFamily="34" charset="0"/>
            </a:endParaRPr>
          </a:p>
        </p:txBody>
      </p:sp>
      <p:cxnSp>
        <p:nvCxnSpPr>
          <p:cNvPr id="53" name="موصل: على شكل مرفق 76">
            <a:extLst>
              <a:ext uri="{FF2B5EF4-FFF2-40B4-BE49-F238E27FC236}">
                <a16:creationId xmlns:a16="http://schemas.microsoft.com/office/drawing/2014/main" id="{F80F579A-8CA3-649F-5A00-789852B3BCED}"/>
              </a:ext>
            </a:extLst>
          </p:cNvPr>
          <p:cNvCxnSpPr>
            <a:cxnSpLocks/>
            <a:stCxn id="112" idx="2"/>
            <a:endCxn id="51" idx="0"/>
          </p:cNvCxnSpPr>
          <p:nvPr/>
        </p:nvCxnSpPr>
        <p:spPr>
          <a:xfrm rot="5400000">
            <a:off x="1016776" y="4720186"/>
            <a:ext cx="423700" cy="105806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4" name="موصل: على شكل مرفق 76">
            <a:extLst>
              <a:ext uri="{FF2B5EF4-FFF2-40B4-BE49-F238E27FC236}">
                <a16:creationId xmlns:a16="http://schemas.microsoft.com/office/drawing/2014/main" id="{D99A877E-976E-01CF-D530-9067B40263E2}"/>
              </a:ext>
            </a:extLst>
          </p:cNvPr>
          <p:cNvCxnSpPr>
            <a:cxnSpLocks/>
            <a:stCxn id="112" idx="2"/>
            <a:endCxn id="52" idx="0"/>
          </p:cNvCxnSpPr>
          <p:nvPr/>
        </p:nvCxnSpPr>
        <p:spPr>
          <a:xfrm rot="16200000" flipH="1">
            <a:off x="2207087" y="4587938"/>
            <a:ext cx="338519" cy="123737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3" name="Date Placeholder 12">
            <a:extLst>
              <a:ext uri="{FF2B5EF4-FFF2-40B4-BE49-F238E27FC236}">
                <a16:creationId xmlns:a16="http://schemas.microsoft.com/office/drawing/2014/main" id="{887FFBC0-D126-73E6-5690-FC76B0CE7254}"/>
              </a:ext>
            </a:extLst>
          </p:cNvPr>
          <p:cNvSpPr>
            <a:spLocks noGrp="1"/>
          </p:cNvSpPr>
          <p:nvPr>
            <p:ph type="dt" sz="half" idx="10"/>
          </p:nvPr>
        </p:nvSpPr>
        <p:spPr/>
        <p:txBody>
          <a:bodyPr/>
          <a:lstStyle/>
          <a:p>
            <a:fld id="{32923AA3-094E-4817-9CCE-6381D897A64B}" type="datetime8">
              <a:rPr lang="ar-SY" smtClean="0"/>
              <a:t>28 تشرين الأول، 26</a:t>
            </a:fld>
            <a:endParaRPr lang="ar-SY" dirty="0"/>
          </a:p>
        </p:txBody>
      </p:sp>
      <p:sp>
        <p:nvSpPr>
          <p:cNvPr id="16" name="Footer Placeholder 15">
            <a:extLst>
              <a:ext uri="{FF2B5EF4-FFF2-40B4-BE49-F238E27FC236}">
                <a16:creationId xmlns:a16="http://schemas.microsoft.com/office/drawing/2014/main" id="{3B958B46-5E1B-6FB1-AC21-B47E113AAF30}"/>
              </a:ext>
            </a:extLst>
          </p:cNvPr>
          <p:cNvSpPr>
            <a:spLocks noGrp="1"/>
          </p:cNvSpPr>
          <p:nvPr>
            <p:ph type="ftr" sz="quarter" idx="11"/>
          </p:nvPr>
        </p:nvSpPr>
        <p:spPr/>
        <p:txBody>
          <a:bodyPr/>
          <a:lstStyle/>
          <a:p>
            <a:r>
              <a:rPr lang="ar-SY"/>
              <a:t>التعريف العام بمحافظة دمشق</a:t>
            </a:r>
          </a:p>
        </p:txBody>
      </p:sp>
      <p:sp>
        <p:nvSpPr>
          <p:cNvPr id="23" name="Slide Number Placeholder 22">
            <a:extLst>
              <a:ext uri="{FF2B5EF4-FFF2-40B4-BE49-F238E27FC236}">
                <a16:creationId xmlns:a16="http://schemas.microsoft.com/office/drawing/2014/main" id="{326DDF5A-37DF-5B3C-2559-3FC4C5D94142}"/>
              </a:ext>
            </a:extLst>
          </p:cNvPr>
          <p:cNvSpPr>
            <a:spLocks noGrp="1"/>
          </p:cNvSpPr>
          <p:nvPr>
            <p:ph type="sldNum" sz="quarter" idx="12"/>
          </p:nvPr>
        </p:nvSpPr>
        <p:spPr/>
        <p:txBody>
          <a:bodyPr/>
          <a:lstStyle/>
          <a:p>
            <a:fld id="{065EBCF0-071A-41B4-9C48-9ADF70E893B6}" type="slidenum">
              <a:rPr lang="ar-SY" smtClean="0"/>
              <a:pPr/>
              <a:t>68</a:t>
            </a:fld>
            <a:endParaRPr lang="ar-SY" dirty="0"/>
          </a:p>
        </p:txBody>
      </p:sp>
    </p:spTree>
    <p:extLst>
      <p:ext uri="{BB962C8B-B14F-4D97-AF65-F5344CB8AC3E}">
        <p14:creationId xmlns:p14="http://schemas.microsoft.com/office/powerpoint/2010/main" val="9109730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1D8964-586C-AD77-0F86-C32F6EC938DD}"/>
              </a:ext>
            </a:extLst>
          </p:cNvPr>
          <p:cNvSpPr>
            <a:spLocks noGrp="1"/>
          </p:cNvSpPr>
          <p:nvPr>
            <p:ph type="title"/>
          </p:nvPr>
        </p:nvSpPr>
        <p:spPr/>
        <p:txBody>
          <a:bodyPr/>
          <a:lstStyle/>
          <a:p>
            <a:r>
              <a:rPr lang="ar-SY" dirty="0"/>
              <a:t>مديرية دفن الموتى </a:t>
            </a:r>
          </a:p>
        </p:txBody>
      </p:sp>
      <p:sp>
        <p:nvSpPr>
          <p:cNvPr id="6" name="Content Placeholder 5">
            <a:extLst>
              <a:ext uri="{FF2B5EF4-FFF2-40B4-BE49-F238E27FC236}">
                <a16:creationId xmlns:a16="http://schemas.microsoft.com/office/drawing/2014/main" id="{D6AE2D0A-184D-9C48-4A74-802368B7240F}"/>
              </a:ext>
            </a:extLst>
          </p:cNvPr>
          <p:cNvSpPr>
            <a:spLocks noGrp="1"/>
          </p:cNvSpPr>
          <p:nvPr>
            <p:ph idx="1"/>
          </p:nvPr>
        </p:nvSpPr>
        <p:spPr/>
        <p:txBody>
          <a:bodyPr/>
          <a:lstStyle/>
          <a:p>
            <a:pPr marL="0" indent="0">
              <a:lnSpc>
                <a:spcPct val="150000"/>
              </a:lnSpc>
              <a:buNone/>
            </a:pPr>
            <a:r>
              <a:rPr lang="ar-SY" dirty="0"/>
              <a:t>هي احدى المديريات التابعة لمحافظة دمشق مهمتها: تقديم الخدمات لذوي المتوفى من نقل وتجهيز ودفن الوفية بطريقة محترمة ووفقا للشريعة الاسلامية وحسب </a:t>
            </a:r>
            <a:r>
              <a:rPr lang="ar-SY" dirty="0" err="1"/>
              <a:t>عائدية</a:t>
            </a:r>
            <a:r>
              <a:rPr lang="ar-SY" dirty="0"/>
              <a:t> القبر وفقا للأنظمة والقوانين النافذة .</a:t>
            </a:r>
          </a:p>
          <a:p>
            <a:endParaRPr lang="ar-SY" dirty="0"/>
          </a:p>
        </p:txBody>
      </p:sp>
      <p:sp>
        <p:nvSpPr>
          <p:cNvPr id="2" name="Date Placeholder 1">
            <a:extLst>
              <a:ext uri="{FF2B5EF4-FFF2-40B4-BE49-F238E27FC236}">
                <a16:creationId xmlns:a16="http://schemas.microsoft.com/office/drawing/2014/main" id="{CB49A138-4CF5-3F2F-7349-16344219B41A}"/>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541A7ED0-90DB-B9C1-2D51-D1C055747E49}"/>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4E232959-1FA4-E5FF-4EBF-55AB7B41CF9E}"/>
              </a:ext>
            </a:extLst>
          </p:cNvPr>
          <p:cNvSpPr>
            <a:spLocks noGrp="1"/>
          </p:cNvSpPr>
          <p:nvPr>
            <p:ph type="sldNum" sz="quarter" idx="12"/>
          </p:nvPr>
        </p:nvSpPr>
        <p:spPr/>
        <p:txBody>
          <a:bodyPr/>
          <a:lstStyle/>
          <a:p>
            <a:fld id="{065EBCF0-071A-41B4-9C48-9ADF70E893B6}" type="slidenum">
              <a:rPr lang="ar-SY" smtClean="0"/>
              <a:pPr/>
              <a:t>69</a:t>
            </a:fld>
            <a:endParaRPr lang="ar-SY" dirty="0"/>
          </a:p>
        </p:txBody>
      </p:sp>
    </p:spTree>
    <p:extLst>
      <p:ext uri="{BB962C8B-B14F-4D97-AF65-F5344CB8AC3E}">
        <p14:creationId xmlns:p14="http://schemas.microsoft.com/office/powerpoint/2010/main" val="36645219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63940" y="76169"/>
            <a:ext cx="8863841" cy="6761045"/>
            <a:chOff x="1563940" y="76169"/>
            <a:chExt cx="8863841" cy="6761045"/>
          </a:xfrm>
        </p:grpSpPr>
        <p:sp>
          <p:nvSpPr>
            <p:cNvPr id="13" name="مستطيل 12">
              <a:extLst>
                <a:ext uri="{FF2B5EF4-FFF2-40B4-BE49-F238E27FC236}">
                  <a16:creationId xmlns:a16="http://schemas.microsoft.com/office/drawing/2014/main" id="{A5C26464-24E0-44AC-B988-79191DAE4A72}"/>
                </a:ext>
              </a:extLst>
            </p:cNvPr>
            <p:cNvSpPr/>
            <p:nvPr/>
          </p:nvSpPr>
          <p:spPr>
            <a:xfrm>
              <a:off x="9059379" y="2092479"/>
              <a:ext cx="1368402"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a:t>
              </a:r>
              <a:r>
                <a:rPr lang="ar-SA" sz="1200" b="1" dirty="0">
                  <a:solidFill>
                    <a:schemeClr val="tx1"/>
                  </a:solidFill>
                  <a:latin typeface="Simplified Arabic" panose="02020603050405020304" pitchFamily="18" charset="-78"/>
                  <a:cs typeface="Simplified Arabic" panose="02020603050405020304" pitchFamily="18" charset="-78"/>
                </a:rPr>
                <a:t> الشؤون الادارية</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51" name="مستطيل 50">
              <a:extLst>
                <a:ext uri="{FF2B5EF4-FFF2-40B4-BE49-F238E27FC236}">
                  <a16:creationId xmlns:a16="http://schemas.microsoft.com/office/drawing/2014/main" id="{5210A856-F4F0-429A-8A44-B2D7C64F16CE}"/>
                </a:ext>
              </a:extLst>
            </p:cNvPr>
            <p:cNvSpPr/>
            <p:nvPr/>
          </p:nvSpPr>
          <p:spPr>
            <a:xfrm>
              <a:off x="5596853" y="2092480"/>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a:t>
              </a:r>
              <a:r>
                <a:rPr lang="ar-SA" sz="1200" b="1" dirty="0">
                  <a:solidFill>
                    <a:schemeClr val="tx1"/>
                  </a:solidFill>
                  <a:latin typeface="Simplified Arabic" panose="02020603050405020304" pitchFamily="18" charset="-78"/>
                  <a:cs typeface="Simplified Arabic" panose="02020603050405020304" pitchFamily="18" charset="-78"/>
                </a:rPr>
                <a:t> الشؤون المالية</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199" name="مستطيل 198">
              <a:extLst>
                <a:ext uri="{FF2B5EF4-FFF2-40B4-BE49-F238E27FC236}">
                  <a16:creationId xmlns:a16="http://schemas.microsoft.com/office/drawing/2014/main" id="{EBEE7F71-AAF2-4EE5-A6B1-2FD803A94C52}"/>
                </a:ext>
              </a:extLst>
            </p:cNvPr>
            <p:cNvSpPr/>
            <p:nvPr/>
          </p:nvSpPr>
          <p:spPr>
            <a:xfrm>
              <a:off x="4936758" y="76169"/>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600" b="1" dirty="0">
                  <a:solidFill>
                    <a:schemeClr val="tx1"/>
                  </a:solidFill>
                  <a:latin typeface="Simplified Arabic" panose="02020603050405020304" pitchFamily="18" charset="-78"/>
                  <a:cs typeface="Simplified Arabic" panose="02020603050405020304" pitchFamily="18" charset="-78"/>
                </a:rPr>
                <a:t>مدير </a:t>
              </a:r>
              <a:r>
                <a:rPr lang="ar-SY" sz="1600" b="1" dirty="0">
                  <a:solidFill>
                    <a:schemeClr val="tx1"/>
                  </a:solidFill>
                  <a:latin typeface="Simplified Arabic" panose="02020603050405020304" pitchFamily="18" charset="-78"/>
                  <a:cs typeface="Simplified Arabic" panose="02020603050405020304" pitchFamily="18" charset="-78"/>
                </a:rPr>
                <a:t>مديرية </a:t>
              </a:r>
              <a:r>
                <a:rPr lang="ar-SA" sz="1600" b="1" dirty="0">
                  <a:solidFill>
                    <a:schemeClr val="tx1"/>
                  </a:solidFill>
                  <a:latin typeface="Simplified Arabic" panose="02020603050405020304" pitchFamily="18" charset="-78"/>
                  <a:cs typeface="Simplified Arabic" panose="02020603050405020304" pitchFamily="18" charset="-78"/>
                </a:rPr>
                <a:t>دفن الموتى</a:t>
              </a:r>
              <a:endParaRPr lang="ar-SY" sz="1600" b="1" dirty="0">
                <a:solidFill>
                  <a:schemeClr val="tx1"/>
                </a:solidFill>
                <a:latin typeface="Simplified Arabic" panose="02020603050405020304" pitchFamily="18" charset="-78"/>
                <a:cs typeface="Simplified Arabic" panose="02020603050405020304" pitchFamily="18" charset="-78"/>
              </a:endParaRPr>
            </a:p>
          </p:txBody>
        </p:sp>
        <p:sp>
          <p:nvSpPr>
            <p:cNvPr id="6" name="مستطيل 5">
              <a:extLst>
                <a:ext uri="{FF2B5EF4-FFF2-40B4-BE49-F238E27FC236}">
                  <a16:creationId xmlns:a16="http://schemas.microsoft.com/office/drawing/2014/main" id="{04CAA827-6FF2-60E9-72BB-D77BE9660531}"/>
                </a:ext>
              </a:extLst>
            </p:cNvPr>
            <p:cNvSpPr/>
            <p:nvPr/>
          </p:nvSpPr>
          <p:spPr>
            <a:xfrm>
              <a:off x="2275264" y="209247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دائرة</a:t>
              </a:r>
              <a:r>
                <a:rPr lang="ar-SA" sz="1200" b="1" dirty="0">
                  <a:solidFill>
                    <a:schemeClr val="tx1"/>
                  </a:solidFill>
                  <a:latin typeface="Simplified Arabic" panose="02020603050405020304" pitchFamily="18" charset="-78"/>
                  <a:cs typeface="Simplified Arabic" panose="02020603050405020304" pitchFamily="18" charset="-78"/>
                </a:rPr>
                <a:t> الشؤون الفنية</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8" name="مستطيل 7">
              <a:extLst>
                <a:ext uri="{FF2B5EF4-FFF2-40B4-BE49-F238E27FC236}">
                  <a16:creationId xmlns:a16="http://schemas.microsoft.com/office/drawing/2014/main" id="{2E3F783C-950C-0210-DAC4-32F86A15248B}"/>
                </a:ext>
              </a:extLst>
            </p:cNvPr>
            <p:cNvSpPr/>
            <p:nvPr/>
          </p:nvSpPr>
          <p:spPr>
            <a:xfrm>
              <a:off x="1563940" y="2802338"/>
              <a:ext cx="954679" cy="59825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شعبة</a:t>
              </a:r>
              <a:r>
                <a:rPr lang="ar-SA" sz="1200" b="1" dirty="0">
                  <a:solidFill>
                    <a:schemeClr val="tx1"/>
                  </a:solidFill>
                  <a:latin typeface="Simplified Arabic" panose="02020603050405020304" pitchFamily="18" charset="-78"/>
                  <a:cs typeface="Simplified Arabic" panose="02020603050405020304" pitchFamily="18" charset="-78"/>
                </a:rPr>
                <a:t> السائقين </a:t>
              </a:r>
            </a:p>
            <a:p>
              <a:pPr algn="ct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10" name="مستطيل 9">
              <a:extLst>
                <a:ext uri="{FF2B5EF4-FFF2-40B4-BE49-F238E27FC236}">
                  <a16:creationId xmlns:a16="http://schemas.microsoft.com/office/drawing/2014/main" id="{5F3C967E-317D-3984-7809-9795E1F3D80F}"/>
                </a:ext>
              </a:extLst>
            </p:cNvPr>
            <p:cNvSpPr/>
            <p:nvPr/>
          </p:nvSpPr>
          <p:spPr>
            <a:xfrm>
              <a:off x="5173259" y="3429001"/>
              <a:ext cx="941019" cy="605608"/>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شعبة</a:t>
              </a:r>
              <a:r>
                <a:rPr lang="ar-SA" sz="1200" b="1" dirty="0">
                  <a:solidFill>
                    <a:schemeClr val="tx1"/>
                  </a:solidFill>
                  <a:latin typeface="Simplified Arabic" panose="02020603050405020304" pitchFamily="18" charset="-78"/>
                  <a:cs typeface="Simplified Arabic" panose="02020603050405020304" pitchFamily="18" charset="-78"/>
                </a:rPr>
                <a:t> الصندوق</a:t>
              </a:r>
              <a:r>
                <a:rPr lang="ar-SY" sz="1200" b="1" dirty="0">
                  <a:solidFill>
                    <a:schemeClr val="tx1"/>
                  </a:solidFill>
                  <a:latin typeface="Simplified Arabic" panose="02020603050405020304" pitchFamily="18" charset="-78"/>
                  <a:cs typeface="Simplified Arabic" panose="02020603050405020304" pitchFamily="18" charset="-78"/>
                </a:rPr>
                <a:t> </a:t>
              </a:r>
            </a:p>
          </p:txBody>
        </p:sp>
        <p:sp>
          <p:nvSpPr>
            <p:cNvPr id="44" name="مستطيل 43">
              <a:extLst>
                <a:ext uri="{FF2B5EF4-FFF2-40B4-BE49-F238E27FC236}">
                  <a16:creationId xmlns:a16="http://schemas.microsoft.com/office/drawing/2014/main" id="{EA44F1D8-5ADF-DC7C-5F1B-745FFBCA465A}"/>
                </a:ext>
              </a:extLst>
            </p:cNvPr>
            <p:cNvSpPr/>
            <p:nvPr/>
          </p:nvSpPr>
          <p:spPr>
            <a:xfrm>
              <a:off x="1576377" y="3457405"/>
              <a:ext cx="93511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شعبة</a:t>
              </a:r>
              <a:r>
                <a:rPr lang="ar-SA" sz="1200" b="1" dirty="0">
                  <a:solidFill>
                    <a:schemeClr val="tx1"/>
                  </a:solidFill>
                  <a:latin typeface="Simplified Arabic" panose="02020603050405020304" pitchFamily="18" charset="-78"/>
                  <a:cs typeface="Simplified Arabic" panose="02020603050405020304" pitchFamily="18" charset="-78"/>
                </a:rPr>
                <a:t> ذاتية الاليات</a:t>
              </a:r>
            </a:p>
          </p:txBody>
        </p:sp>
        <p:sp>
          <p:nvSpPr>
            <p:cNvPr id="73" name="مستطيل 72">
              <a:extLst>
                <a:ext uri="{FF2B5EF4-FFF2-40B4-BE49-F238E27FC236}">
                  <a16:creationId xmlns:a16="http://schemas.microsoft.com/office/drawing/2014/main" id="{F242E45A-9D6B-6DCC-E3A3-EF4996252171}"/>
                </a:ext>
              </a:extLst>
            </p:cNvPr>
            <p:cNvSpPr/>
            <p:nvPr/>
          </p:nvSpPr>
          <p:spPr>
            <a:xfrm>
              <a:off x="5162932" y="2788636"/>
              <a:ext cx="941019" cy="575260"/>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شعبة</a:t>
              </a:r>
              <a:r>
                <a:rPr lang="ar-SA" sz="1200" b="1" dirty="0">
                  <a:solidFill>
                    <a:schemeClr val="tx1"/>
                  </a:solidFill>
                  <a:latin typeface="Simplified Arabic" panose="02020603050405020304" pitchFamily="18" charset="-78"/>
                  <a:cs typeface="Simplified Arabic" panose="02020603050405020304" pitchFamily="18" charset="-78"/>
                </a:rPr>
                <a:t> المحاسبة</a:t>
              </a:r>
              <a:r>
                <a:rPr lang="ar-SY" sz="1200" b="1" dirty="0">
                  <a:solidFill>
                    <a:schemeClr val="tx1"/>
                  </a:solidFill>
                  <a:latin typeface="Simplified Arabic" panose="02020603050405020304" pitchFamily="18" charset="-78"/>
                  <a:cs typeface="Simplified Arabic" panose="02020603050405020304" pitchFamily="18" charset="-78"/>
                </a:rPr>
                <a:t> </a:t>
              </a:r>
            </a:p>
          </p:txBody>
        </p:sp>
        <p:sp>
          <p:nvSpPr>
            <p:cNvPr id="35" name="مستطيل 34">
              <a:extLst>
                <a:ext uri="{FF2B5EF4-FFF2-40B4-BE49-F238E27FC236}">
                  <a16:creationId xmlns:a16="http://schemas.microsoft.com/office/drawing/2014/main" id="{E0CCCF07-0AE5-7F7D-F681-4ED7CF06112B}"/>
                </a:ext>
              </a:extLst>
            </p:cNvPr>
            <p:cNvSpPr/>
            <p:nvPr/>
          </p:nvSpPr>
          <p:spPr>
            <a:xfrm>
              <a:off x="1566248" y="4105458"/>
              <a:ext cx="969348"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شعبة</a:t>
              </a:r>
              <a:r>
                <a:rPr lang="ar-SA" sz="1200" b="1" dirty="0">
                  <a:solidFill>
                    <a:schemeClr val="tx1"/>
                  </a:solidFill>
                  <a:latin typeface="Simplified Arabic" panose="02020603050405020304" pitchFamily="18" charset="-78"/>
                  <a:cs typeface="Simplified Arabic" panose="02020603050405020304" pitchFamily="18" charset="-78"/>
                </a:rPr>
                <a:t> عمال تجهيزات الدفن</a:t>
              </a:r>
            </a:p>
            <a:p>
              <a:pPr algn="ct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66" name="مستطيل 65">
              <a:extLst>
                <a:ext uri="{FF2B5EF4-FFF2-40B4-BE49-F238E27FC236}">
                  <a16:creationId xmlns:a16="http://schemas.microsoft.com/office/drawing/2014/main" id="{4EE19D90-603E-FE4E-580D-2F099C138B65}"/>
                </a:ext>
              </a:extLst>
            </p:cNvPr>
            <p:cNvSpPr/>
            <p:nvPr/>
          </p:nvSpPr>
          <p:spPr>
            <a:xfrm>
              <a:off x="3562327" y="805760"/>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معاون </a:t>
              </a:r>
              <a:r>
                <a:rPr lang="ar-SA" sz="1200" b="1" dirty="0">
                  <a:solidFill>
                    <a:schemeClr val="tx1"/>
                  </a:solidFill>
                  <a:latin typeface="Simplified Arabic" panose="02020603050405020304" pitchFamily="18" charset="-78"/>
                  <a:cs typeface="Simplified Arabic" panose="02020603050405020304" pitchFamily="18" charset="-78"/>
                </a:rPr>
                <a:t>ال</a:t>
              </a:r>
              <a:r>
                <a:rPr lang="ar-SY" sz="1200" b="1" dirty="0">
                  <a:solidFill>
                    <a:schemeClr val="tx1"/>
                  </a:solidFill>
                  <a:latin typeface="Simplified Arabic" panose="02020603050405020304" pitchFamily="18" charset="-78"/>
                  <a:cs typeface="Simplified Arabic" panose="02020603050405020304" pitchFamily="18" charset="-78"/>
                </a:rPr>
                <a:t>مدير</a:t>
              </a:r>
            </a:p>
          </p:txBody>
        </p:sp>
        <p:sp>
          <p:nvSpPr>
            <p:cNvPr id="14" name="مستطيل 13">
              <a:extLst>
                <a:ext uri="{FF2B5EF4-FFF2-40B4-BE49-F238E27FC236}">
                  <a16:creationId xmlns:a16="http://schemas.microsoft.com/office/drawing/2014/main" id="{D5D3B734-3183-6B35-8820-4705D3212349}"/>
                </a:ext>
              </a:extLst>
            </p:cNvPr>
            <p:cNvSpPr/>
            <p:nvPr/>
          </p:nvSpPr>
          <p:spPr>
            <a:xfrm>
              <a:off x="7602432" y="805760"/>
              <a:ext cx="1451476"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المتابعة والحراسة </a:t>
              </a:r>
              <a:endParaRPr lang="ar-SY" sz="1200" b="1" dirty="0">
                <a:solidFill>
                  <a:schemeClr val="tx1"/>
                </a:solidFill>
                <a:latin typeface="Simplified Arabic" panose="02020603050405020304" pitchFamily="18" charset="-78"/>
                <a:cs typeface="Simplified Arabic" panose="02020603050405020304" pitchFamily="18" charset="-78"/>
              </a:endParaRPr>
            </a:p>
          </p:txBody>
        </p:sp>
        <p:sp>
          <p:nvSpPr>
            <p:cNvPr id="21" name="مستطيل 20">
              <a:extLst>
                <a:ext uri="{FF2B5EF4-FFF2-40B4-BE49-F238E27FC236}">
                  <a16:creationId xmlns:a16="http://schemas.microsoft.com/office/drawing/2014/main" id="{2BB44429-9DBF-27A4-7E1C-21870C60F79C}"/>
                </a:ext>
              </a:extLst>
            </p:cNvPr>
            <p:cNvSpPr/>
            <p:nvPr/>
          </p:nvSpPr>
          <p:spPr>
            <a:xfrm>
              <a:off x="8456398" y="2788412"/>
              <a:ext cx="969332" cy="575483"/>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الديوان </a:t>
              </a:r>
            </a:p>
          </p:txBody>
        </p:sp>
        <p:sp>
          <p:nvSpPr>
            <p:cNvPr id="3" name="مستطيل 2">
              <a:extLst>
                <a:ext uri="{FF2B5EF4-FFF2-40B4-BE49-F238E27FC236}">
                  <a16:creationId xmlns:a16="http://schemas.microsoft.com/office/drawing/2014/main" id="{961ADC51-3279-0436-197E-9E02C56C15DA}"/>
                </a:ext>
              </a:extLst>
            </p:cNvPr>
            <p:cNvSpPr/>
            <p:nvPr/>
          </p:nvSpPr>
          <p:spPr>
            <a:xfrm>
              <a:off x="8434337" y="3400596"/>
              <a:ext cx="969349" cy="63446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الحاسب </a:t>
              </a:r>
            </a:p>
          </p:txBody>
        </p:sp>
        <p:sp>
          <p:nvSpPr>
            <p:cNvPr id="5" name="مستطيل 4">
              <a:extLst>
                <a:ext uri="{FF2B5EF4-FFF2-40B4-BE49-F238E27FC236}">
                  <a16:creationId xmlns:a16="http://schemas.microsoft.com/office/drawing/2014/main" id="{7CC88A47-7349-3C1C-4F33-2727F955C85D}"/>
                </a:ext>
              </a:extLst>
            </p:cNvPr>
            <p:cNvSpPr/>
            <p:nvPr/>
          </p:nvSpPr>
          <p:spPr>
            <a:xfrm>
              <a:off x="8434336" y="4108790"/>
              <a:ext cx="969349" cy="63446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الوفيات </a:t>
              </a:r>
            </a:p>
          </p:txBody>
        </p:sp>
        <p:sp>
          <p:nvSpPr>
            <p:cNvPr id="7" name="مستطيل 6">
              <a:extLst>
                <a:ext uri="{FF2B5EF4-FFF2-40B4-BE49-F238E27FC236}">
                  <a16:creationId xmlns:a16="http://schemas.microsoft.com/office/drawing/2014/main" id="{28FAAD8A-EDF1-E63C-FB0F-5191F759F44C}"/>
                </a:ext>
              </a:extLst>
            </p:cNvPr>
            <p:cNvSpPr/>
            <p:nvPr/>
          </p:nvSpPr>
          <p:spPr>
            <a:xfrm>
              <a:off x="8431627" y="4816984"/>
              <a:ext cx="969349" cy="63446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المحفوظات </a:t>
              </a:r>
            </a:p>
          </p:txBody>
        </p:sp>
        <p:sp>
          <p:nvSpPr>
            <p:cNvPr id="11" name="مستطيل 10">
              <a:extLst>
                <a:ext uri="{FF2B5EF4-FFF2-40B4-BE49-F238E27FC236}">
                  <a16:creationId xmlns:a16="http://schemas.microsoft.com/office/drawing/2014/main" id="{E90DBC9B-BACC-865E-7D11-816C2095F1E2}"/>
                </a:ext>
              </a:extLst>
            </p:cNvPr>
            <p:cNvSpPr/>
            <p:nvPr/>
          </p:nvSpPr>
          <p:spPr>
            <a:xfrm>
              <a:off x="8431627" y="5511218"/>
              <a:ext cx="969349" cy="63446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الذاتية </a:t>
              </a:r>
            </a:p>
          </p:txBody>
        </p:sp>
        <p:sp>
          <p:nvSpPr>
            <p:cNvPr id="12" name="مستطيل 11">
              <a:extLst>
                <a:ext uri="{FF2B5EF4-FFF2-40B4-BE49-F238E27FC236}">
                  <a16:creationId xmlns:a16="http://schemas.microsoft.com/office/drawing/2014/main" id="{A933B994-7D04-F13E-D139-D390EDBA30DA}"/>
                </a:ext>
              </a:extLst>
            </p:cNvPr>
            <p:cNvSpPr/>
            <p:nvPr/>
          </p:nvSpPr>
          <p:spPr>
            <a:xfrm>
              <a:off x="8431626" y="6202748"/>
              <a:ext cx="969349" cy="63446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solidFill>
                    <a:schemeClr val="tx1"/>
                  </a:solidFill>
                  <a:latin typeface="Simplified Arabic" panose="02020603050405020304" pitchFamily="18" charset="-78"/>
                  <a:cs typeface="Simplified Arabic" panose="02020603050405020304" pitchFamily="18" charset="-78"/>
                </a:rPr>
                <a:t>شعبة الكشافين </a:t>
              </a:r>
            </a:p>
          </p:txBody>
        </p:sp>
        <p:sp>
          <p:nvSpPr>
            <p:cNvPr id="37" name="مستطيل 36">
              <a:extLst>
                <a:ext uri="{FF2B5EF4-FFF2-40B4-BE49-F238E27FC236}">
                  <a16:creationId xmlns:a16="http://schemas.microsoft.com/office/drawing/2014/main" id="{5B31F010-DAE6-62CE-0B33-CAE481E76795}"/>
                </a:ext>
              </a:extLst>
            </p:cNvPr>
            <p:cNvSpPr/>
            <p:nvPr/>
          </p:nvSpPr>
          <p:spPr>
            <a:xfrm>
              <a:off x="5162932" y="4108790"/>
              <a:ext cx="941019" cy="63446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solidFill>
                    <a:schemeClr val="tx1"/>
                  </a:solidFill>
                  <a:latin typeface="Simplified Arabic" panose="02020603050405020304" pitchFamily="18" charset="-78"/>
                  <a:cs typeface="Simplified Arabic" panose="02020603050405020304" pitchFamily="18" charset="-78"/>
                </a:rPr>
                <a:t>شعبة</a:t>
              </a:r>
              <a:r>
                <a:rPr lang="ar-SA" sz="1200" b="1" dirty="0">
                  <a:solidFill>
                    <a:schemeClr val="tx1"/>
                  </a:solidFill>
                  <a:latin typeface="Simplified Arabic" panose="02020603050405020304" pitchFamily="18" charset="-78"/>
                  <a:cs typeface="Simplified Arabic" panose="02020603050405020304" pitchFamily="18" charset="-78"/>
                </a:rPr>
                <a:t> المستودع</a:t>
              </a:r>
              <a:r>
                <a:rPr lang="ar-SY" sz="1200" b="1" dirty="0">
                  <a:solidFill>
                    <a:schemeClr val="tx1"/>
                  </a:solidFill>
                  <a:latin typeface="Simplified Arabic" panose="02020603050405020304" pitchFamily="18" charset="-78"/>
                  <a:cs typeface="Simplified Arabic" panose="02020603050405020304" pitchFamily="18" charset="-78"/>
                </a:rPr>
                <a:t> </a:t>
              </a:r>
            </a:p>
          </p:txBody>
        </p:sp>
        <p:cxnSp>
          <p:nvCxnSpPr>
            <p:cNvPr id="16" name="موصل: على شكل مرفق 15">
              <a:extLst>
                <a:ext uri="{FF2B5EF4-FFF2-40B4-BE49-F238E27FC236}">
                  <a16:creationId xmlns:a16="http://schemas.microsoft.com/office/drawing/2014/main" id="{DB7EA4B6-7BC4-57FC-59B4-0908E9C084C8}"/>
                </a:ext>
              </a:extLst>
            </p:cNvPr>
            <p:cNvCxnSpPr>
              <a:cxnSpLocks/>
              <a:stCxn id="13" idx="2"/>
              <a:endCxn id="21" idx="3"/>
            </p:cNvCxnSpPr>
            <p:nvPr/>
          </p:nvCxnSpPr>
          <p:spPr>
            <a:xfrm rot="5400000">
              <a:off x="9362818" y="2695391"/>
              <a:ext cx="443675" cy="31785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موصل: على شكل مرفق 16">
              <a:extLst>
                <a:ext uri="{FF2B5EF4-FFF2-40B4-BE49-F238E27FC236}">
                  <a16:creationId xmlns:a16="http://schemas.microsoft.com/office/drawing/2014/main" id="{6E1726C7-0812-0DA4-E858-75E478D036E7}"/>
                </a:ext>
              </a:extLst>
            </p:cNvPr>
            <p:cNvCxnSpPr>
              <a:cxnSpLocks/>
              <a:stCxn id="199" idx="2"/>
              <a:endCxn id="51" idx="0"/>
            </p:cNvCxnSpPr>
            <p:nvPr/>
          </p:nvCxnSpPr>
          <p:spPr>
            <a:xfrm rot="5400000">
              <a:off x="5541168" y="1354324"/>
              <a:ext cx="1476311" cy="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8" name="موصل: على شكل مرفق 17">
              <a:extLst>
                <a:ext uri="{FF2B5EF4-FFF2-40B4-BE49-F238E27FC236}">
                  <a16:creationId xmlns:a16="http://schemas.microsoft.com/office/drawing/2014/main" id="{5499CFF2-7471-E9B0-4CEB-706E034648EC}"/>
                </a:ext>
              </a:extLst>
            </p:cNvPr>
            <p:cNvCxnSpPr>
              <a:cxnSpLocks/>
              <a:stCxn id="199" idx="2"/>
              <a:endCxn id="13" idx="0"/>
            </p:cNvCxnSpPr>
            <p:nvPr/>
          </p:nvCxnSpPr>
          <p:spPr>
            <a:xfrm rot="16200000" flipH="1">
              <a:off x="7273296" y="-377805"/>
              <a:ext cx="1476310" cy="3464257"/>
            </a:xfrm>
            <a:prstGeom prst="bentConnector3">
              <a:avLst>
                <a:gd name="adj1" fmla="val 68925"/>
              </a:avLst>
            </a:prstGeom>
            <a:ln>
              <a:tailEnd type="triangle"/>
            </a:ln>
          </p:spPr>
          <p:style>
            <a:lnRef idx="2">
              <a:schemeClr val="dk1"/>
            </a:lnRef>
            <a:fillRef idx="0">
              <a:schemeClr val="dk1"/>
            </a:fillRef>
            <a:effectRef idx="1">
              <a:schemeClr val="dk1"/>
            </a:effectRef>
            <a:fontRef idx="minor">
              <a:schemeClr val="tx1"/>
            </a:fontRef>
          </p:style>
        </p:cxnSp>
        <p:cxnSp>
          <p:nvCxnSpPr>
            <p:cNvPr id="19" name="موصل: على شكل مرفق 18">
              <a:extLst>
                <a:ext uri="{FF2B5EF4-FFF2-40B4-BE49-F238E27FC236}">
                  <a16:creationId xmlns:a16="http://schemas.microsoft.com/office/drawing/2014/main" id="{B900F4F4-73C9-FBD8-0AD4-3DA87DE45AC6}"/>
                </a:ext>
              </a:extLst>
            </p:cNvPr>
            <p:cNvCxnSpPr>
              <a:cxnSpLocks/>
              <a:stCxn id="199" idx="2"/>
              <a:endCxn id="6" idx="0"/>
            </p:cNvCxnSpPr>
            <p:nvPr/>
          </p:nvCxnSpPr>
          <p:spPr>
            <a:xfrm rot="5400000">
              <a:off x="3845139" y="-341705"/>
              <a:ext cx="1476310" cy="3392059"/>
            </a:xfrm>
            <a:prstGeom prst="bentConnector3">
              <a:avLst>
                <a:gd name="adj1" fmla="val 69499"/>
              </a:avLst>
            </a:prstGeom>
            <a:ln>
              <a:tailEnd type="triangle"/>
            </a:ln>
          </p:spPr>
          <p:style>
            <a:lnRef idx="2">
              <a:schemeClr val="dk1"/>
            </a:lnRef>
            <a:fillRef idx="0">
              <a:schemeClr val="dk1"/>
            </a:fillRef>
            <a:effectRef idx="1">
              <a:schemeClr val="dk1"/>
            </a:effectRef>
            <a:fontRef idx="minor">
              <a:schemeClr val="tx1"/>
            </a:fontRef>
          </p:style>
        </p:cxnSp>
        <p:cxnSp>
          <p:nvCxnSpPr>
            <p:cNvPr id="20" name="موصل: على شكل مرفق 19">
              <a:extLst>
                <a:ext uri="{FF2B5EF4-FFF2-40B4-BE49-F238E27FC236}">
                  <a16:creationId xmlns:a16="http://schemas.microsoft.com/office/drawing/2014/main" id="{C351463D-BB2B-1D80-2A07-2886C1183CE4}"/>
                </a:ext>
              </a:extLst>
            </p:cNvPr>
            <p:cNvCxnSpPr>
              <a:cxnSpLocks/>
              <a:stCxn id="199" idx="2"/>
              <a:endCxn id="14" idx="1"/>
            </p:cNvCxnSpPr>
            <p:nvPr/>
          </p:nvCxnSpPr>
          <p:spPr>
            <a:xfrm rot="16200000" flipH="1">
              <a:off x="6711082" y="184409"/>
              <a:ext cx="459591" cy="132310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2" name="موصل: على شكل مرفق 21">
              <a:extLst>
                <a:ext uri="{FF2B5EF4-FFF2-40B4-BE49-F238E27FC236}">
                  <a16:creationId xmlns:a16="http://schemas.microsoft.com/office/drawing/2014/main" id="{83A422D8-9A31-BC05-710C-87A32DD34186}"/>
                </a:ext>
              </a:extLst>
            </p:cNvPr>
            <p:cNvCxnSpPr>
              <a:cxnSpLocks/>
              <a:stCxn id="199" idx="2"/>
              <a:endCxn id="66" idx="3"/>
            </p:cNvCxnSpPr>
            <p:nvPr/>
          </p:nvCxnSpPr>
          <p:spPr>
            <a:xfrm rot="5400000">
              <a:off x="5303030" y="99466"/>
              <a:ext cx="459591" cy="1492996"/>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3" name="موصل: على شكل مرفق 22">
              <a:extLst>
                <a:ext uri="{FF2B5EF4-FFF2-40B4-BE49-F238E27FC236}">
                  <a16:creationId xmlns:a16="http://schemas.microsoft.com/office/drawing/2014/main" id="{C8754583-64AB-47EA-19E4-1080F5949A35}"/>
                </a:ext>
              </a:extLst>
            </p:cNvPr>
            <p:cNvCxnSpPr>
              <a:cxnSpLocks/>
              <a:stCxn id="51" idx="2"/>
              <a:endCxn id="73" idx="3"/>
            </p:cNvCxnSpPr>
            <p:nvPr/>
          </p:nvCxnSpPr>
          <p:spPr>
            <a:xfrm rot="5400000">
              <a:off x="5969744" y="2766687"/>
              <a:ext cx="443787" cy="17537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4" name="موصل: على شكل مرفق 23">
              <a:extLst>
                <a:ext uri="{FF2B5EF4-FFF2-40B4-BE49-F238E27FC236}">
                  <a16:creationId xmlns:a16="http://schemas.microsoft.com/office/drawing/2014/main" id="{0D5167E6-FB24-2A16-BC6C-31B1478502E8}"/>
                </a:ext>
              </a:extLst>
            </p:cNvPr>
            <p:cNvCxnSpPr>
              <a:cxnSpLocks/>
              <a:stCxn id="6" idx="2"/>
              <a:endCxn id="8" idx="3"/>
            </p:cNvCxnSpPr>
            <p:nvPr/>
          </p:nvCxnSpPr>
          <p:spPr>
            <a:xfrm rot="5400000">
              <a:off x="2468448" y="2682651"/>
              <a:ext cx="468988" cy="36864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5" name="موصل: على شكل مرفق 24">
              <a:extLst>
                <a:ext uri="{FF2B5EF4-FFF2-40B4-BE49-F238E27FC236}">
                  <a16:creationId xmlns:a16="http://schemas.microsoft.com/office/drawing/2014/main" id="{36FB4F8B-CFB7-5B5F-EA47-FC66FAFBCB56}"/>
                </a:ext>
              </a:extLst>
            </p:cNvPr>
            <p:cNvCxnSpPr>
              <a:cxnSpLocks/>
              <a:stCxn id="13" idx="2"/>
              <a:endCxn id="3" idx="3"/>
            </p:cNvCxnSpPr>
            <p:nvPr/>
          </p:nvCxnSpPr>
          <p:spPr>
            <a:xfrm rot="5400000">
              <a:off x="9030958" y="3005207"/>
              <a:ext cx="1085350" cy="33989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60" name="موصل: على شكل مرفق 59">
              <a:extLst>
                <a:ext uri="{FF2B5EF4-FFF2-40B4-BE49-F238E27FC236}">
                  <a16:creationId xmlns:a16="http://schemas.microsoft.com/office/drawing/2014/main" id="{FE4E1D47-1603-CF8D-1115-F78546040989}"/>
                </a:ext>
              </a:extLst>
            </p:cNvPr>
            <p:cNvCxnSpPr>
              <a:cxnSpLocks/>
              <a:stCxn id="13" idx="2"/>
              <a:endCxn id="5" idx="3"/>
            </p:cNvCxnSpPr>
            <p:nvPr/>
          </p:nvCxnSpPr>
          <p:spPr>
            <a:xfrm rot="5400000">
              <a:off x="8676861" y="3359304"/>
              <a:ext cx="1793544" cy="33989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61" name="موصل: على شكل مرفق 60">
              <a:extLst>
                <a:ext uri="{FF2B5EF4-FFF2-40B4-BE49-F238E27FC236}">
                  <a16:creationId xmlns:a16="http://schemas.microsoft.com/office/drawing/2014/main" id="{0C2B4D92-C0C0-1BB6-CEBF-6A69B307D21A}"/>
                </a:ext>
              </a:extLst>
            </p:cNvPr>
            <p:cNvCxnSpPr>
              <a:cxnSpLocks/>
              <a:stCxn id="13" idx="2"/>
              <a:endCxn id="7" idx="3"/>
            </p:cNvCxnSpPr>
            <p:nvPr/>
          </p:nvCxnSpPr>
          <p:spPr>
            <a:xfrm rot="5400000">
              <a:off x="8321409" y="3712046"/>
              <a:ext cx="2501738" cy="34260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62" name="موصل: على شكل مرفق 61">
              <a:extLst>
                <a:ext uri="{FF2B5EF4-FFF2-40B4-BE49-F238E27FC236}">
                  <a16:creationId xmlns:a16="http://schemas.microsoft.com/office/drawing/2014/main" id="{B056E09B-3AE3-7D3A-EDEA-DBF69CD34FE2}"/>
                </a:ext>
              </a:extLst>
            </p:cNvPr>
            <p:cNvCxnSpPr>
              <a:cxnSpLocks/>
              <a:stCxn id="13" idx="2"/>
              <a:endCxn id="11" idx="3"/>
            </p:cNvCxnSpPr>
            <p:nvPr/>
          </p:nvCxnSpPr>
          <p:spPr>
            <a:xfrm rot="5400000">
              <a:off x="7974292" y="4059163"/>
              <a:ext cx="3195972" cy="34260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63" name="موصل: على شكل مرفق 62">
              <a:extLst>
                <a:ext uri="{FF2B5EF4-FFF2-40B4-BE49-F238E27FC236}">
                  <a16:creationId xmlns:a16="http://schemas.microsoft.com/office/drawing/2014/main" id="{6CCC2CD7-8178-9110-478F-CE7C4473921F}"/>
                </a:ext>
              </a:extLst>
            </p:cNvPr>
            <p:cNvCxnSpPr>
              <a:cxnSpLocks/>
              <a:stCxn id="13" idx="2"/>
              <a:endCxn id="12" idx="3"/>
            </p:cNvCxnSpPr>
            <p:nvPr/>
          </p:nvCxnSpPr>
          <p:spPr>
            <a:xfrm rot="5400000">
              <a:off x="7628527" y="4404928"/>
              <a:ext cx="3887502" cy="34260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9" name="موصل: على شكل مرفق 8">
              <a:extLst>
                <a:ext uri="{FF2B5EF4-FFF2-40B4-BE49-F238E27FC236}">
                  <a16:creationId xmlns:a16="http://schemas.microsoft.com/office/drawing/2014/main" id="{999CB9E5-5950-CC62-D1E0-A90285ED61B9}"/>
                </a:ext>
              </a:extLst>
            </p:cNvPr>
            <p:cNvCxnSpPr>
              <a:cxnSpLocks/>
              <a:stCxn id="51" idx="2"/>
              <a:endCxn id="10" idx="3"/>
            </p:cNvCxnSpPr>
            <p:nvPr/>
          </p:nvCxnSpPr>
          <p:spPr>
            <a:xfrm rot="5400000">
              <a:off x="5647137" y="3099620"/>
              <a:ext cx="1099326" cy="16504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5" name="موصل: على شكل مرفق 14">
              <a:extLst>
                <a:ext uri="{FF2B5EF4-FFF2-40B4-BE49-F238E27FC236}">
                  <a16:creationId xmlns:a16="http://schemas.microsoft.com/office/drawing/2014/main" id="{F4323730-FFAB-D4D1-D941-07C5780E6B03}"/>
                </a:ext>
              </a:extLst>
            </p:cNvPr>
            <p:cNvCxnSpPr>
              <a:cxnSpLocks/>
              <a:stCxn id="51" idx="2"/>
              <a:endCxn id="37" idx="3"/>
            </p:cNvCxnSpPr>
            <p:nvPr/>
          </p:nvCxnSpPr>
          <p:spPr>
            <a:xfrm rot="5400000">
              <a:off x="5294865" y="3441566"/>
              <a:ext cx="1793544" cy="17537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 name="موصل: على شكل مرفق 25">
              <a:extLst>
                <a:ext uri="{FF2B5EF4-FFF2-40B4-BE49-F238E27FC236}">
                  <a16:creationId xmlns:a16="http://schemas.microsoft.com/office/drawing/2014/main" id="{BBE0551A-3870-F963-39EB-B281D1599E07}"/>
                </a:ext>
              </a:extLst>
            </p:cNvPr>
            <p:cNvCxnSpPr>
              <a:cxnSpLocks/>
              <a:stCxn id="6" idx="2"/>
              <a:endCxn id="44" idx="3"/>
            </p:cNvCxnSpPr>
            <p:nvPr/>
          </p:nvCxnSpPr>
          <p:spPr>
            <a:xfrm rot="5400000">
              <a:off x="2134168" y="3009801"/>
              <a:ext cx="1130418" cy="3757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9" name="موصل: على شكل مرفق 28">
              <a:extLst>
                <a:ext uri="{FF2B5EF4-FFF2-40B4-BE49-F238E27FC236}">
                  <a16:creationId xmlns:a16="http://schemas.microsoft.com/office/drawing/2014/main" id="{8EFDC3FE-0A6D-70CE-4CB8-D5D993A16D3F}"/>
                </a:ext>
              </a:extLst>
            </p:cNvPr>
            <p:cNvCxnSpPr>
              <a:cxnSpLocks/>
              <a:stCxn id="6" idx="2"/>
              <a:endCxn id="35" idx="3"/>
            </p:cNvCxnSpPr>
            <p:nvPr/>
          </p:nvCxnSpPr>
          <p:spPr>
            <a:xfrm rot="5400000">
              <a:off x="1814658" y="3353417"/>
              <a:ext cx="1793544" cy="35166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grpSp>
      <p:sp>
        <p:nvSpPr>
          <p:cNvPr id="4" name="Date Placeholder 3">
            <a:extLst>
              <a:ext uri="{FF2B5EF4-FFF2-40B4-BE49-F238E27FC236}">
                <a16:creationId xmlns:a16="http://schemas.microsoft.com/office/drawing/2014/main" id="{1B420E79-6ED8-EA42-8E87-64451246BDA6}"/>
              </a:ext>
            </a:extLst>
          </p:cNvPr>
          <p:cNvSpPr>
            <a:spLocks noGrp="1"/>
          </p:cNvSpPr>
          <p:nvPr>
            <p:ph type="dt" sz="half" idx="10"/>
          </p:nvPr>
        </p:nvSpPr>
        <p:spPr/>
        <p:txBody>
          <a:bodyPr/>
          <a:lstStyle/>
          <a:p>
            <a:fld id="{7F2B9473-5AC3-4ED8-BE20-13D8D57C354D}" type="datetime8">
              <a:rPr lang="ar-SY" smtClean="0"/>
              <a:t>28 تشرين الأول، 26</a:t>
            </a:fld>
            <a:endParaRPr lang="ar-SY" dirty="0"/>
          </a:p>
        </p:txBody>
      </p:sp>
      <p:sp>
        <p:nvSpPr>
          <p:cNvPr id="27" name="Footer Placeholder 26">
            <a:extLst>
              <a:ext uri="{FF2B5EF4-FFF2-40B4-BE49-F238E27FC236}">
                <a16:creationId xmlns:a16="http://schemas.microsoft.com/office/drawing/2014/main" id="{71ABCB9E-FB5C-FBEA-4D1D-3C20BC92393C}"/>
              </a:ext>
            </a:extLst>
          </p:cNvPr>
          <p:cNvSpPr>
            <a:spLocks noGrp="1"/>
          </p:cNvSpPr>
          <p:nvPr>
            <p:ph type="ftr" sz="quarter" idx="11"/>
          </p:nvPr>
        </p:nvSpPr>
        <p:spPr/>
        <p:txBody>
          <a:bodyPr/>
          <a:lstStyle/>
          <a:p>
            <a:r>
              <a:rPr lang="ar-SY"/>
              <a:t>التعريف العام بمحافظة دمشق</a:t>
            </a:r>
          </a:p>
        </p:txBody>
      </p:sp>
      <p:sp>
        <p:nvSpPr>
          <p:cNvPr id="28" name="Slide Number Placeholder 27">
            <a:extLst>
              <a:ext uri="{FF2B5EF4-FFF2-40B4-BE49-F238E27FC236}">
                <a16:creationId xmlns:a16="http://schemas.microsoft.com/office/drawing/2014/main" id="{F7F2E5FB-F2CD-7A60-A4E1-4E2384F33287}"/>
              </a:ext>
            </a:extLst>
          </p:cNvPr>
          <p:cNvSpPr>
            <a:spLocks noGrp="1"/>
          </p:cNvSpPr>
          <p:nvPr>
            <p:ph type="sldNum" sz="quarter" idx="12"/>
          </p:nvPr>
        </p:nvSpPr>
        <p:spPr/>
        <p:txBody>
          <a:bodyPr/>
          <a:lstStyle/>
          <a:p>
            <a:fld id="{065EBCF0-071A-41B4-9C48-9ADF70E893B6}" type="slidenum">
              <a:rPr lang="ar-SY" smtClean="0"/>
              <a:pPr/>
              <a:t>70</a:t>
            </a:fld>
            <a:endParaRPr lang="ar-SY" dirty="0"/>
          </a:p>
        </p:txBody>
      </p:sp>
    </p:spTree>
    <p:extLst>
      <p:ext uri="{BB962C8B-B14F-4D97-AF65-F5344CB8AC3E}">
        <p14:creationId xmlns:p14="http://schemas.microsoft.com/office/powerpoint/2010/main" val="2787502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7B09D5-01BE-559D-A7B5-FADA5574BA4C}"/>
              </a:ext>
            </a:extLst>
          </p:cNvPr>
          <p:cNvSpPr>
            <a:spLocks noGrp="1"/>
          </p:cNvSpPr>
          <p:nvPr>
            <p:ph type="title"/>
          </p:nvPr>
        </p:nvSpPr>
        <p:spPr/>
        <p:txBody>
          <a:bodyPr/>
          <a:lstStyle/>
          <a:p>
            <a:r>
              <a:rPr lang="ar-SY" dirty="0"/>
              <a:t>مديرية التنمية المحلية</a:t>
            </a:r>
          </a:p>
        </p:txBody>
      </p:sp>
      <p:sp>
        <p:nvSpPr>
          <p:cNvPr id="6" name="Content Placeholder 5">
            <a:extLst>
              <a:ext uri="{FF2B5EF4-FFF2-40B4-BE49-F238E27FC236}">
                <a16:creationId xmlns:a16="http://schemas.microsoft.com/office/drawing/2014/main" id="{DB58FDEF-7F02-3FA6-3EE4-97C9269E787B}"/>
              </a:ext>
            </a:extLst>
          </p:cNvPr>
          <p:cNvSpPr>
            <a:spLocks noGrp="1"/>
          </p:cNvSpPr>
          <p:nvPr>
            <p:ph idx="1"/>
          </p:nvPr>
        </p:nvSpPr>
        <p:spPr/>
        <p:txBody>
          <a:bodyPr/>
          <a:lstStyle/>
          <a:p>
            <a:pPr marL="0" indent="0">
              <a:buNone/>
            </a:pPr>
            <a:r>
              <a:rPr lang="ar-SY" dirty="0"/>
              <a:t>هو مكتب تنسيقي تخطيطي يُعنى بدعم التنمية المحلية على مستوى المحافظة، من خلال تحديد الأولويات التنموية، إعداد الخطط والبرامج، وتنسيق الجهود بين المديريات والجهات الحكومية والمجتمع المحلي والقطاع الأهلي. يتولى جمع وتحليل البيانات، متابعة تنفيذ المشاريع التنموية، وإعداد الدراسات والتقارير التي تسهم في تحسين مستوى الخدمات ونوعية الحياة، خاصة في المناطق الأشد احتياجًا.</a:t>
            </a:r>
          </a:p>
        </p:txBody>
      </p:sp>
      <p:sp>
        <p:nvSpPr>
          <p:cNvPr id="2" name="Date Placeholder 1">
            <a:extLst>
              <a:ext uri="{FF2B5EF4-FFF2-40B4-BE49-F238E27FC236}">
                <a16:creationId xmlns:a16="http://schemas.microsoft.com/office/drawing/2014/main" id="{A760F0AE-448B-0FB1-4F98-379BF3D37612}"/>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300F3242-47E9-CFC7-71E8-A371BF00D677}"/>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01E753EF-5DBC-3FA9-1E0A-CA427DC2D313}"/>
              </a:ext>
            </a:extLst>
          </p:cNvPr>
          <p:cNvSpPr>
            <a:spLocks noGrp="1"/>
          </p:cNvSpPr>
          <p:nvPr>
            <p:ph type="sldNum" sz="quarter" idx="12"/>
          </p:nvPr>
        </p:nvSpPr>
        <p:spPr/>
        <p:txBody>
          <a:bodyPr/>
          <a:lstStyle/>
          <a:p>
            <a:fld id="{065EBCF0-071A-41B4-9C48-9ADF70E893B6}" type="slidenum">
              <a:rPr lang="ar-SY" smtClean="0"/>
              <a:pPr/>
              <a:t>71</a:t>
            </a:fld>
            <a:endParaRPr lang="ar-SY" dirty="0"/>
          </a:p>
        </p:txBody>
      </p:sp>
    </p:spTree>
    <p:extLst>
      <p:ext uri="{BB962C8B-B14F-4D97-AF65-F5344CB8AC3E}">
        <p14:creationId xmlns:p14="http://schemas.microsoft.com/office/powerpoint/2010/main" val="2291037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12">
            <a:extLst>
              <a:ext uri="{FF2B5EF4-FFF2-40B4-BE49-F238E27FC236}">
                <a16:creationId xmlns:a16="http://schemas.microsoft.com/office/drawing/2014/main" id="{6D1B8B1A-B35A-4C7E-9EC8-3EAE0A774B96}"/>
              </a:ext>
            </a:extLst>
          </p:cNvPr>
          <p:cNvSpPr/>
          <p:nvPr/>
        </p:nvSpPr>
        <p:spPr>
          <a:xfrm>
            <a:off x="7825415" y="3554477"/>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دائرة تنمية الأحياء</a:t>
            </a:r>
          </a:p>
        </p:txBody>
      </p:sp>
      <p:sp>
        <p:nvSpPr>
          <p:cNvPr id="3" name="مستطيل 16">
            <a:extLst>
              <a:ext uri="{FF2B5EF4-FFF2-40B4-BE49-F238E27FC236}">
                <a16:creationId xmlns:a16="http://schemas.microsoft.com/office/drawing/2014/main" id="{B268B9A6-1EA0-4C2C-A497-565C2CC72040}"/>
              </a:ext>
            </a:extLst>
          </p:cNvPr>
          <p:cNvSpPr/>
          <p:nvPr/>
        </p:nvSpPr>
        <p:spPr>
          <a:xfrm>
            <a:off x="6756285" y="5124343"/>
            <a:ext cx="7512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شعبة رفع القدريات</a:t>
            </a:r>
            <a:endParaRPr lang="ar-SY"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cxnSp>
        <p:nvCxnSpPr>
          <p:cNvPr id="4" name="موصل: على شكل مرفق 30">
            <a:extLst>
              <a:ext uri="{FF2B5EF4-FFF2-40B4-BE49-F238E27FC236}">
                <a16:creationId xmlns:a16="http://schemas.microsoft.com/office/drawing/2014/main" id="{AF9F2155-B741-45A0-88CE-9B3562B88CA1}"/>
              </a:ext>
            </a:extLst>
          </p:cNvPr>
          <p:cNvCxnSpPr>
            <a:cxnSpLocks/>
            <a:stCxn id="2" idx="2"/>
            <a:endCxn id="3" idx="0"/>
          </p:cNvCxnSpPr>
          <p:nvPr/>
        </p:nvCxnSpPr>
        <p:spPr>
          <a:xfrm rot="5400000">
            <a:off x="7269726" y="3956654"/>
            <a:ext cx="1029866" cy="130551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198">
            <a:extLst>
              <a:ext uri="{FF2B5EF4-FFF2-40B4-BE49-F238E27FC236}">
                <a16:creationId xmlns:a16="http://schemas.microsoft.com/office/drawing/2014/main" id="{EA0BA3FD-1D6D-47A0-AE57-375D2CCA1428}"/>
              </a:ext>
            </a:extLst>
          </p:cNvPr>
          <p:cNvSpPr/>
          <p:nvPr/>
        </p:nvSpPr>
        <p:spPr>
          <a:xfrm>
            <a:off x="4449200" y="713524"/>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مديرية التنمية المحلية</a:t>
            </a:r>
            <a:endParaRPr lang="ar-SY" sz="14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cxnSp>
        <p:nvCxnSpPr>
          <p:cNvPr id="6" name="موصل: على شكل مرفق 199">
            <a:extLst>
              <a:ext uri="{FF2B5EF4-FFF2-40B4-BE49-F238E27FC236}">
                <a16:creationId xmlns:a16="http://schemas.microsoft.com/office/drawing/2014/main" id="{0DE0FDD4-058C-4D65-9184-2CA1ED3938C8}"/>
              </a:ext>
            </a:extLst>
          </p:cNvPr>
          <p:cNvCxnSpPr>
            <a:cxnSpLocks/>
            <a:stCxn id="5" idx="2"/>
            <a:endCxn id="2" idx="0"/>
          </p:cNvCxnSpPr>
          <p:nvPr/>
        </p:nvCxnSpPr>
        <p:spPr>
          <a:xfrm rot="16200000" flipH="1">
            <a:off x="5964114" y="1081175"/>
            <a:ext cx="2300953" cy="2645650"/>
          </a:xfrm>
          <a:prstGeom prst="bentConnector3">
            <a:avLst>
              <a:gd name="adj1" fmla="val 71546"/>
            </a:avLst>
          </a:prstGeom>
          <a:ln w="19050">
            <a:tailEnd type="triangle"/>
          </a:ln>
        </p:spPr>
        <p:style>
          <a:lnRef idx="1">
            <a:schemeClr val="dk1"/>
          </a:lnRef>
          <a:fillRef idx="0">
            <a:schemeClr val="dk1"/>
          </a:fillRef>
          <a:effectRef idx="0">
            <a:schemeClr val="dk1"/>
          </a:effectRef>
          <a:fontRef idx="minor">
            <a:schemeClr val="tx1"/>
          </a:fontRef>
        </p:style>
      </p:cxnSp>
      <p:sp>
        <p:nvSpPr>
          <p:cNvPr id="7" name="مستطيل 75">
            <a:extLst>
              <a:ext uri="{FF2B5EF4-FFF2-40B4-BE49-F238E27FC236}">
                <a16:creationId xmlns:a16="http://schemas.microsoft.com/office/drawing/2014/main" id="{9A16D8C5-281F-49F9-AAF9-6491C747B691}"/>
              </a:ext>
            </a:extLst>
          </p:cNvPr>
          <p:cNvSpPr/>
          <p:nvPr/>
        </p:nvSpPr>
        <p:spPr>
          <a:xfrm>
            <a:off x="5916783" y="5102929"/>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شعبة المتابعة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a:t>
            </a:r>
          </a:p>
        </p:txBody>
      </p:sp>
      <p:cxnSp>
        <p:nvCxnSpPr>
          <p:cNvPr id="8" name="موصل: على شكل مرفق 76">
            <a:extLst>
              <a:ext uri="{FF2B5EF4-FFF2-40B4-BE49-F238E27FC236}">
                <a16:creationId xmlns:a16="http://schemas.microsoft.com/office/drawing/2014/main" id="{1B637F2A-B5DE-4363-9835-89D28BF3A896}"/>
              </a:ext>
            </a:extLst>
          </p:cNvPr>
          <p:cNvCxnSpPr>
            <a:cxnSpLocks/>
            <a:stCxn id="2" idx="2"/>
            <a:endCxn id="7" idx="0"/>
          </p:cNvCxnSpPr>
          <p:nvPr/>
        </p:nvCxnSpPr>
        <p:spPr>
          <a:xfrm rot="5400000">
            <a:off x="6860682" y="3526196"/>
            <a:ext cx="1008452" cy="214501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5">
            <a:extLst>
              <a:ext uri="{FF2B5EF4-FFF2-40B4-BE49-F238E27FC236}">
                <a16:creationId xmlns:a16="http://schemas.microsoft.com/office/drawing/2014/main" id="{79930D6E-5D22-40D3-8394-8B57239B16B7}"/>
              </a:ext>
            </a:extLst>
          </p:cNvPr>
          <p:cNvSpPr/>
          <p:nvPr/>
        </p:nvSpPr>
        <p:spPr>
          <a:xfrm>
            <a:off x="4706834" y="5103039"/>
            <a:ext cx="941668" cy="669106"/>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مكتب الإعلام</a:t>
            </a:r>
          </a:p>
        </p:txBody>
      </p:sp>
      <p:sp>
        <p:nvSpPr>
          <p:cNvPr id="10" name="مستطيل 43">
            <a:extLst>
              <a:ext uri="{FF2B5EF4-FFF2-40B4-BE49-F238E27FC236}">
                <a16:creationId xmlns:a16="http://schemas.microsoft.com/office/drawing/2014/main" id="{1ECB641D-76CB-4EE8-A38C-6488B4E05746}"/>
              </a:ext>
            </a:extLst>
          </p:cNvPr>
          <p:cNvSpPr/>
          <p:nvPr/>
        </p:nvSpPr>
        <p:spPr>
          <a:xfrm>
            <a:off x="3619743" y="5133834"/>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شعبة الموارد البشرية</a:t>
            </a:r>
            <a:endPar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cxnSp>
        <p:nvCxnSpPr>
          <p:cNvPr id="11" name="موصل: على شكل مرفق 44">
            <a:extLst>
              <a:ext uri="{FF2B5EF4-FFF2-40B4-BE49-F238E27FC236}">
                <a16:creationId xmlns:a16="http://schemas.microsoft.com/office/drawing/2014/main" id="{C5F7E433-09BB-4CA6-8321-D265339A4802}"/>
              </a:ext>
            </a:extLst>
          </p:cNvPr>
          <p:cNvCxnSpPr>
            <a:cxnSpLocks/>
            <a:stCxn id="14" idx="2"/>
            <a:endCxn id="10" idx="0"/>
          </p:cNvCxnSpPr>
          <p:nvPr/>
        </p:nvCxnSpPr>
        <p:spPr>
          <a:xfrm rot="16200000" flipH="1">
            <a:off x="3091532" y="4222743"/>
            <a:ext cx="969258" cy="8529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2" name="موصل: على شكل مرفق 135">
            <a:extLst>
              <a:ext uri="{FF2B5EF4-FFF2-40B4-BE49-F238E27FC236}">
                <a16:creationId xmlns:a16="http://schemas.microsoft.com/office/drawing/2014/main" id="{3E677F4D-4DA5-499B-92A8-631E21641379}"/>
              </a:ext>
            </a:extLst>
          </p:cNvPr>
          <p:cNvCxnSpPr>
            <a:cxnSpLocks/>
            <a:stCxn id="5" idx="2"/>
            <a:endCxn id="9" idx="0"/>
          </p:cNvCxnSpPr>
          <p:nvPr/>
        </p:nvCxnSpPr>
        <p:spPr>
          <a:xfrm rot="5400000">
            <a:off x="3559960" y="2871233"/>
            <a:ext cx="3849515" cy="614097"/>
          </a:xfrm>
          <a:prstGeom prst="bentConnector3">
            <a:avLst>
              <a:gd name="adj1" fmla="val 42522"/>
            </a:avLst>
          </a:prstGeom>
          <a:ln w="19050">
            <a:tailEnd type="triangle"/>
          </a:ln>
        </p:spPr>
        <p:style>
          <a:lnRef idx="1">
            <a:schemeClr val="dk1"/>
          </a:lnRef>
          <a:fillRef idx="0">
            <a:schemeClr val="dk1"/>
          </a:fillRef>
          <a:effectRef idx="0">
            <a:schemeClr val="dk1"/>
          </a:effectRef>
          <a:fontRef idx="minor">
            <a:schemeClr val="tx1"/>
          </a:fontRef>
        </p:style>
      </p:cxnSp>
      <p:cxnSp>
        <p:nvCxnSpPr>
          <p:cNvPr id="13" name="موصل: على شكل مرفق 29">
            <a:extLst>
              <a:ext uri="{FF2B5EF4-FFF2-40B4-BE49-F238E27FC236}">
                <a16:creationId xmlns:a16="http://schemas.microsoft.com/office/drawing/2014/main" id="{BC4DF5B1-796C-4A34-AB3E-16F349E07C93}"/>
              </a:ext>
            </a:extLst>
          </p:cNvPr>
          <p:cNvCxnSpPr>
            <a:cxnSpLocks/>
            <a:stCxn id="14" idx="2"/>
            <a:endCxn id="15" idx="0"/>
          </p:cNvCxnSpPr>
          <p:nvPr/>
        </p:nvCxnSpPr>
        <p:spPr>
          <a:xfrm rot="16200000" flipH="1">
            <a:off x="2666593" y="4647681"/>
            <a:ext cx="967525" cy="131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4" name="مستطيل 31">
            <a:extLst>
              <a:ext uri="{FF2B5EF4-FFF2-40B4-BE49-F238E27FC236}">
                <a16:creationId xmlns:a16="http://schemas.microsoft.com/office/drawing/2014/main" id="{DD201E41-D372-4D74-99DB-05C96147706E}"/>
              </a:ext>
            </a:extLst>
          </p:cNvPr>
          <p:cNvSpPr/>
          <p:nvPr/>
        </p:nvSpPr>
        <p:spPr>
          <a:xfrm>
            <a:off x="2537699" y="3624576"/>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دائرة الشؤون الإدارية والمالية</a:t>
            </a:r>
          </a:p>
        </p:txBody>
      </p:sp>
      <p:sp>
        <p:nvSpPr>
          <p:cNvPr id="15" name="مستطيل 34">
            <a:extLst>
              <a:ext uri="{FF2B5EF4-FFF2-40B4-BE49-F238E27FC236}">
                <a16:creationId xmlns:a16="http://schemas.microsoft.com/office/drawing/2014/main" id="{8B5F6125-BE04-4E66-9379-6F1DD332F465}"/>
              </a:ext>
            </a:extLst>
          </p:cNvPr>
          <p:cNvSpPr/>
          <p:nvPr/>
        </p:nvSpPr>
        <p:spPr>
          <a:xfrm>
            <a:off x="2786610" y="5132101"/>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شعبة المالية</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a:t>
            </a: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6" name="مستطيل 35">
            <a:extLst>
              <a:ext uri="{FF2B5EF4-FFF2-40B4-BE49-F238E27FC236}">
                <a16:creationId xmlns:a16="http://schemas.microsoft.com/office/drawing/2014/main" id="{2C4AD11C-FB84-4E31-9033-E986872B6E95}"/>
              </a:ext>
            </a:extLst>
          </p:cNvPr>
          <p:cNvSpPr/>
          <p:nvPr/>
        </p:nvSpPr>
        <p:spPr>
          <a:xfrm>
            <a:off x="1912315" y="5133834"/>
            <a:ext cx="765760" cy="6192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شعبة الديوان</a:t>
            </a:r>
            <a:endPar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cxnSp>
        <p:nvCxnSpPr>
          <p:cNvPr id="17" name="موصل: على شكل مرفق 36">
            <a:extLst>
              <a:ext uri="{FF2B5EF4-FFF2-40B4-BE49-F238E27FC236}">
                <a16:creationId xmlns:a16="http://schemas.microsoft.com/office/drawing/2014/main" id="{6DBF2A2C-80D2-4014-96E0-3C728CBDDA23}"/>
              </a:ext>
            </a:extLst>
          </p:cNvPr>
          <p:cNvCxnSpPr>
            <a:cxnSpLocks/>
            <a:stCxn id="14" idx="2"/>
            <a:endCxn id="16" idx="0"/>
          </p:cNvCxnSpPr>
          <p:nvPr/>
        </p:nvCxnSpPr>
        <p:spPr>
          <a:xfrm rot="5400000">
            <a:off x="2237818" y="4221953"/>
            <a:ext cx="969258" cy="85450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8" name="موصل: على شكل مرفق 38">
            <a:extLst>
              <a:ext uri="{FF2B5EF4-FFF2-40B4-BE49-F238E27FC236}">
                <a16:creationId xmlns:a16="http://schemas.microsoft.com/office/drawing/2014/main" id="{C34EC618-D14F-4882-8115-BBBFEC2CDD67}"/>
              </a:ext>
            </a:extLst>
          </p:cNvPr>
          <p:cNvCxnSpPr>
            <a:cxnSpLocks/>
            <a:stCxn id="5" idx="2"/>
            <a:endCxn id="14" idx="0"/>
          </p:cNvCxnSpPr>
          <p:nvPr/>
        </p:nvCxnSpPr>
        <p:spPr>
          <a:xfrm rot="5400000">
            <a:off x="3285206" y="1118017"/>
            <a:ext cx="2371052" cy="2642066"/>
          </a:xfrm>
          <a:prstGeom prst="bentConnector3">
            <a:avLst>
              <a:gd name="adj1" fmla="val 69050"/>
            </a:avLst>
          </a:prstGeom>
          <a:ln w="19050">
            <a:tailEnd type="triangle"/>
          </a:ln>
        </p:spPr>
        <p:style>
          <a:lnRef idx="1">
            <a:schemeClr val="dk1"/>
          </a:lnRef>
          <a:fillRef idx="0">
            <a:schemeClr val="dk1"/>
          </a:fillRef>
          <a:effectRef idx="0">
            <a:schemeClr val="dk1"/>
          </a:effectRef>
          <a:fontRef idx="minor">
            <a:schemeClr val="tx1"/>
          </a:fontRef>
        </p:style>
      </p:cxnSp>
      <p:sp>
        <p:nvSpPr>
          <p:cNvPr id="19" name="مستطيل 65">
            <a:extLst>
              <a:ext uri="{FF2B5EF4-FFF2-40B4-BE49-F238E27FC236}">
                <a16:creationId xmlns:a16="http://schemas.microsoft.com/office/drawing/2014/main" id="{DFC0FC7F-6207-4D55-AA61-511965916B31}"/>
              </a:ext>
            </a:extLst>
          </p:cNvPr>
          <p:cNvSpPr/>
          <p:nvPr/>
        </p:nvSpPr>
        <p:spPr>
          <a:xfrm>
            <a:off x="3576161" y="1592287"/>
            <a:ext cx="1224000" cy="428134"/>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معاون</a:t>
            </a:r>
            <a:endParaRPr lang="ar-SY"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cxnSp>
        <p:nvCxnSpPr>
          <p:cNvPr id="20" name="موصل: على شكل مرفق 66">
            <a:extLst>
              <a:ext uri="{FF2B5EF4-FFF2-40B4-BE49-F238E27FC236}">
                <a16:creationId xmlns:a16="http://schemas.microsoft.com/office/drawing/2014/main" id="{3C06D122-8AF6-4014-9AF9-F34278764F84}"/>
              </a:ext>
            </a:extLst>
          </p:cNvPr>
          <p:cNvCxnSpPr>
            <a:cxnSpLocks/>
            <a:stCxn id="5" idx="2"/>
            <a:endCxn id="19" idx="3"/>
          </p:cNvCxnSpPr>
          <p:nvPr/>
        </p:nvCxnSpPr>
        <p:spPr>
          <a:xfrm rot="5400000">
            <a:off x="5019548" y="1034137"/>
            <a:ext cx="552830" cy="99160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1" name="مستطيل 8">
            <a:extLst>
              <a:ext uri="{FF2B5EF4-FFF2-40B4-BE49-F238E27FC236}">
                <a16:creationId xmlns:a16="http://schemas.microsoft.com/office/drawing/2014/main" id="{03838125-5D53-4A67-8E9A-5139CB75628A}"/>
              </a:ext>
            </a:extLst>
          </p:cNvPr>
          <p:cNvSpPr/>
          <p:nvPr/>
        </p:nvSpPr>
        <p:spPr>
          <a:xfrm>
            <a:off x="6498688" y="1686020"/>
            <a:ext cx="1224000" cy="428134"/>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لجنة التنمية العليا</a:t>
            </a:r>
            <a:endParaRPr lang="ar-SY"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cxnSp>
        <p:nvCxnSpPr>
          <p:cNvPr id="22" name="موصل: على شكل مرفق 10">
            <a:extLst>
              <a:ext uri="{FF2B5EF4-FFF2-40B4-BE49-F238E27FC236}">
                <a16:creationId xmlns:a16="http://schemas.microsoft.com/office/drawing/2014/main" id="{41A88466-BD18-48F9-A48D-B75BCC794A2E}"/>
              </a:ext>
            </a:extLst>
          </p:cNvPr>
          <p:cNvCxnSpPr>
            <a:cxnSpLocks/>
            <a:stCxn id="5" idx="2"/>
            <a:endCxn id="21" idx="1"/>
          </p:cNvCxnSpPr>
          <p:nvPr/>
        </p:nvCxnSpPr>
        <p:spPr>
          <a:xfrm rot="16200000" flipH="1">
            <a:off x="5821945" y="1223343"/>
            <a:ext cx="646563" cy="70692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3" name="مستطيل 14">
            <a:extLst>
              <a:ext uri="{FF2B5EF4-FFF2-40B4-BE49-F238E27FC236}">
                <a16:creationId xmlns:a16="http://schemas.microsoft.com/office/drawing/2014/main" id="{401712DD-06D7-483D-B0F2-B52CB468402A}"/>
              </a:ext>
            </a:extLst>
          </p:cNvPr>
          <p:cNvSpPr/>
          <p:nvPr/>
        </p:nvSpPr>
        <p:spPr>
          <a:xfrm>
            <a:off x="3574606" y="2242232"/>
            <a:ext cx="1224000" cy="409125"/>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مكتب المدير</a:t>
            </a:r>
            <a:endParaRPr lang="ar-SY" sz="1200" b="1" dirty="0">
              <a:ln w="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cxnSp>
        <p:nvCxnSpPr>
          <p:cNvPr id="24" name="موصل: على شكل مرفق 21">
            <a:extLst>
              <a:ext uri="{FF2B5EF4-FFF2-40B4-BE49-F238E27FC236}">
                <a16:creationId xmlns:a16="http://schemas.microsoft.com/office/drawing/2014/main" id="{AFA99C8B-082C-4CF4-875A-633C1443A840}"/>
              </a:ext>
            </a:extLst>
          </p:cNvPr>
          <p:cNvCxnSpPr>
            <a:cxnSpLocks/>
            <a:stCxn id="5" idx="2"/>
            <a:endCxn id="23" idx="3"/>
          </p:cNvCxnSpPr>
          <p:nvPr/>
        </p:nvCxnSpPr>
        <p:spPr>
          <a:xfrm rot="5400000">
            <a:off x="4698551" y="1353580"/>
            <a:ext cx="1193271" cy="99315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25" name="مستطيل 41">
            <a:extLst>
              <a:ext uri="{FF2B5EF4-FFF2-40B4-BE49-F238E27FC236}">
                <a16:creationId xmlns:a16="http://schemas.microsoft.com/office/drawing/2014/main" id="{C5AAF130-F8D2-4BC1-BCFE-DD4E7745536B}"/>
              </a:ext>
            </a:extLst>
          </p:cNvPr>
          <p:cNvSpPr/>
          <p:nvPr/>
        </p:nvSpPr>
        <p:spPr>
          <a:xfrm>
            <a:off x="9350249" y="5122880"/>
            <a:ext cx="7512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مكتب المشاريع</a:t>
            </a:r>
            <a:endParaRPr lang="ar-SY"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sp>
        <p:nvSpPr>
          <p:cNvPr id="26" name="مستطيل 42">
            <a:extLst>
              <a:ext uri="{FF2B5EF4-FFF2-40B4-BE49-F238E27FC236}">
                <a16:creationId xmlns:a16="http://schemas.microsoft.com/office/drawing/2014/main" id="{FC599D8A-F53E-4D1D-BA5E-17B0263600D0}"/>
              </a:ext>
            </a:extLst>
          </p:cNvPr>
          <p:cNvSpPr/>
          <p:nvPr/>
        </p:nvSpPr>
        <p:spPr>
          <a:xfrm>
            <a:off x="10273280" y="5132100"/>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مكتب التعاون</a:t>
            </a: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a:t>
            </a:r>
          </a:p>
        </p:txBody>
      </p:sp>
      <p:sp>
        <p:nvSpPr>
          <p:cNvPr id="27" name="مستطيل 45">
            <a:extLst>
              <a:ext uri="{FF2B5EF4-FFF2-40B4-BE49-F238E27FC236}">
                <a16:creationId xmlns:a16="http://schemas.microsoft.com/office/drawing/2014/main" id="{751D7FD4-DDB8-4608-B829-31646EF4749D}"/>
              </a:ext>
            </a:extLst>
          </p:cNvPr>
          <p:cNvSpPr/>
          <p:nvPr/>
        </p:nvSpPr>
        <p:spPr>
          <a:xfrm>
            <a:off x="8441442" y="5117575"/>
            <a:ext cx="751233"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مكتب الاغاثة</a:t>
            </a:r>
            <a:endParaRPr lang="ar-SY"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endParaRPr>
          </a:p>
        </p:txBody>
      </p:sp>
      <p:sp>
        <p:nvSpPr>
          <p:cNvPr id="28" name="مستطيل 46">
            <a:extLst>
              <a:ext uri="{FF2B5EF4-FFF2-40B4-BE49-F238E27FC236}">
                <a16:creationId xmlns:a16="http://schemas.microsoft.com/office/drawing/2014/main" id="{59C0C901-D0DA-414B-A645-18F6E17CA6FB}"/>
              </a:ext>
            </a:extLst>
          </p:cNvPr>
          <p:cNvSpPr/>
          <p:nvPr/>
        </p:nvSpPr>
        <p:spPr>
          <a:xfrm>
            <a:off x="7649007" y="5112272"/>
            <a:ext cx="751233"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Bold" panose="01000500000000020006" pitchFamily="2" charset="-78"/>
                <a:cs typeface="Al-Jazeera-Arabic-Bold" panose="01000500000000020006" pitchFamily="2" charset="-78"/>
              </a:rPr>
              <a:t>شعبة البيانات </a:t>
            </a:r>
          </a:p>
        </p:txBody>
      </p:sp>
      <p:cxnSp>
        <p:nvCxnSpPr>
          <p:cNvPr id="29" name="موصل: على شكل مرفق 60">
            <a:extLst>
              <a:ext uri="{FF2B5EF4-FFF2-40B4-BE49-F238E27FC236}">
                <a16:creationId xmlns:a16="http://schemas.microsoft.com/office/drawing/2014/main" id="{BF3EC252-AE4D-4C54-9C57-1AC8834F090A}"/>
              </a:ext>
            </a:extLst>
          </p:cNvPr>
          <p:cNvCxnSpPr>
            <a:cxnSpLocks/>
            <a:stCxn id="2" idx="2"/>
            <a:endCxn id="26" idx="0"/>
          </p:cNvCxnSpPr>
          <p:nvPr/>
        </p:nvCxnSpPr>
        <p:spPr>
          <a:xfrm rot="16200000" flipH="1">
            <a:off x="9024345" y="3507547"/>
            <a:ext cx="1037623" cy="221148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موصل: على شكل مرفق 62">
            <a:extLst>
              <a:ext uri="{FF2B5EF4-FFF2-40B4-BE49-F238E27FC236}">
                <a16:creationId xmlns:a16="http://schemas.microsoft.com/office/drawing/2014/main" id="{0F197F75-B959-450F-A08D-5DE01BC9C5E4}"/>
              </a:ext>
            </a:extLst>
          </p:cNvPr>
          <p:cNvCxnSpPr>
            <a:cxnSpLocks/>
            <a:stCxn id="2" idx="2"/>
            <a:endCxn id="25" idx="0"/>
          </p:cNvCxnSpPr>
          <p:nvPr/>
        </p:nvCxnSpPr>
        <p:spPr>
          <a:xfrm rot="16200000" flipH="1">
            <a:off x="8567439" y="3964452"/>
            <a:ext cx="1028403" cy="128845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1" name="موصل: على شكل مرفق 64">
            <a:extLst>
              <a:ext uri="{FF2B5EF4-FFF2-40B4-BE49-F238E27FC236}">
                <a16:creationId xmlns:a16="http://schemas.microsoft.com/office/drawing/2014/main" id="{0A892893-8256-4E17-882E-DFD1FA015B0B}"/>
              </a:ext>
            </a:extLst>
          </p:cNvPr>
          <p:cNvCxnSpPr>
            <a:cxnSpLocks/>
            <a:stCxn id="2" idx="2"/>
            <a:endCxn id="27" idx="0"/>
          </p:cNvCxnSpPr>
          <p:nvPr/>
        </p:nvCxnSpPr>
        <p:spPr>
          <a:xfrm rot="16200000" flipH="1">
            <a:off x="8115688" y="4416204"/>
            <a:ext cx="1023098" cy="37964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موصل: على شكل مرفق 67">
            <a:extLst>
              <a:ext uri="{FF2B5EF4-FFF2-40B4-BE49-F238E27FC236}">
                <a16:creationId xmlns:a16="http://schemas.microsoft.com/office/drawing/2014/main" id="{58868F45-40BC-45FE-850D-9C2260B0A9DE}"/>
              </a:ext>
            </a:extLst>
          </p:cNvPr>
          <p:cNvCxnSpPr>
            <a:cxnSpLocks/>
            <a:stCxn id="2" idx="2"/>
            <a:endCxn id="28" idx="0"/>
          </p:cNvCxnSpPr>
          <p:nvPr/>
        </p:nvCxnSpPr>
        <p:spPr>
          <a:xfrm rot="5400000">
            <a:off x="7722123" y="4396979"/>
            <a:ext cx="1017795" cy="41279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3" name="Date Placeholder 32">
            <a:extLst>
              <a:ext uri="{FF2B5EF4-FFF2-40B4-BE49-F238E27FC236}">
                <a16:creationId xmlns:a16="http://schemas.microsoft.com/office/drawing/2014/main" id="{F3EA5B8A-EAA2-3B17-9764-34E3E9E59229}"/>
              </a:ext>
            </a:extLst>
          </p:cNvPr>
          <p:cNvSpPr>
            <a:spLocks noGrp="1"/>
          </p:cNvSpPr>
          <p:nvPr>
            <p:ph type="dt" sz="half" idx="10"/>
          </p:nvPr>
        </p:nvSpPr>
        <p:spPr/>
        <p:txBody>
          <a:bodyPr/>
          <a:lstStyle/>
          <a:p>
            <a:fld id="{F59CE6FC-C321-4364-ABBB-A2F78AAA033E}" type="datetime8">
              <a:rPr lang="ar-SY" smtClean="0"/>
              <a:t>28 تشرين الأول، 26</a:t>
            </a:fld>
            <a:endParaRPr lang="ar-SY" dirty="0"/>
          </a:p>
        </p:txBody>
      </p:sp>
      <p:sp>
        <p:nvSpPr>
          <p:cNvPr id="34" name="Footer Placeholder 33">
            <a:extLst>
              <a:ext uri="{FF2B5EF4-FFF2-40B4-BE49-F238E27FC236}">
                <a16:creationId xmlns:a16="http://schemas.microsoft.com/office/drawing/2014/main" id="{9BE40B3E-5CE7-63F0-4723-1405646AB12F}"/>
              </a:ext>
            </a:extLst>
          </p:cNvPr>
          <p:cNvSpPr>
            <a:spLocks noGrp="1"/>
          </p:cNvSpPr>
          <p:nvPr>
            <p:ph type="ftr" sz="quarter" idx="11"/>
          </p:nvPr>
        </p:nvSpPr>
        <p:spPr/>
        <p:txBody>
          <a:bodyPr/>
          <a:lstStyle/>
          <a:p>
            <a:r>
              <a:rPr lang="ar-SY"/>
              <a:t>التعريف العام بمحافظة دمشق</a:t>
            </a:r>
          </a:p>
        </p:txBody>
      </p:sp>
      <p:sp>
        <p:nvSpPr>
          <p:cNvPr id="35" name="Slide Number Placeholder 34">
            <a:extLst>
              <a:ext uri="{FF2B5EF4-FFF2-40B4-BE49-F238E27FC236}">
                <a16:creationId xmlns:a16="http://schemas.microsoft.com/office/drawing/2014/main" id="{5E306B1A-E825-A86E-43AC-8587910AB0A0}"/>
              </a:ext>
            </a:extLst>
          </p:cNvPr>
          <p:cNvSpPr>
            <a:spLocks noGrp="1"/>
          </p:cNvSpPr>
          <p:nvPr>
            <p:ph type="sldNum" sz="quarter" idx="12"/>
          </p:nvPr>
        </p:nvSpPr>
        <p:spPr/>
        <p:txBody>
          <a:bodyPr/>
          <a:lstStyle/>
          <a:p>
            <a:fld id="{065EBCF0-071A-41B4-9C48-9ADF70E893B6}" type="slidenum">
              <a:rPr lang="ar-SY" smtClean="0"/>
              <a:pPr/>
              <a:t>72</a:t>
            </a:fld>
            <a:endParaRPr lang="ar-SY" dirty="0"/>
          </a:p>
        </p:txBody>
      </p:sp>
    </p:spTree>
    <p:extLst>
      <p:ext uri="{BB962C8B-B14F-4D97-AF65-F5344CB8AC3E}">
        <p14:creationId xmlns:p14="http://schemas.microsoft.com/office/powerpoint/2010/main" val="168313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C551A1-4FC5-4BBE-1E16-C3C7FE2958DF}"/>
              </a:ext>
            </a:extLst>
          </p:cNvPr>
          <p:cNvSpPr>
            <a:spLocks noGrp="1"/>
          </p:cNvSpPr>
          <p:nvPr>
            <p:ph type="title"/>
          </p:nvPr>
        </p:nvSpPr>
        <p:spPr/>
        <p:txBody>
          <a:bodyPr/>
          <a:lstStyle/>
          <a:p>
            <a:r>
              <a:rPr lang="ar-SY" dirty="0"/>
              <a:t>قسم الجاهزية</a:t>
            </a:r>
          </a:p>
        </p:txBody>
      </p:sp>
      <p:sp>
        <p:nvSpPr>
          <p:cNvPr id="6" name="Content Placeholder 5">
            <a:extLst>
              <a:ext uri="{FF2B5EF4-FFF2-40B4-BE49-F238E27FC236}">
                <a16:creationId xmlns:a16="http://schemas.microsoft.com/office/drawing/2014/main" id="{C966F01E-D9D7-C077-14D2-73A0B0D78D5C}"/>
              </a:ext>
            </a:extLst>
          </p:cNvPr>
          <p:cNvSpPr>
            <a:spLocks noGrp="1"/>
          </p:cNvSpPr>
          <p:nvPr>
            <p:ph idx="1"/>
          </p:nvPr>
        </p:nvSpPr>
        <p:spPr/>
        <p:txBody>
          <a:bodyPr/>
          <a:lstStyle/>
          <a:p>
            <a:pPr marL="0" indent="0">
              <a:buNone/>
            </a:pPr>
            <a:r>
              <a:rPr lang="ar-SY" dirty="0"/>
              <a:t>جهة تنظيمية تُعنى بتعزيز جاهزية المحافظة للاستجابة للطوارئ والأزمات، من خلال التنسيق بين الجهات المعنية، وتقييم المخاطر، وإعداد الخطط والإجراءات الوقائية والاستباقية. يتولى جمع وتحليل المعلومات، دعم اتخاذ القرار في حالات الطوارئ، والمساهمة في رفع كفاءة الاستجابة المؤسسية بما يضمن سلامة السكان واستمرارية الخدمات الأساسية.</a:t>
            </a:r>
          </a:p>
        </p:txBody>
      </p:sp>
      <p:sp>
        <p:nvSpPr>
          <p:cNvPr id="2" name="Date Placeholder 1">
            <a:extLst>
              <a:ext uri="{FF2B5EF4-FFF2-40B4-BE49-F238E27FC236}">
                <a16:creationId xmlns:a16="http://schemas.microsoft.com/office/drawing/2014/main" id="{13F478AD-7D29-8730-6D10-7C0445201484}"/>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01B5212E-1D0D-C2A0-B30F-686CC81B80EB}"/>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0DB8212B-2430-E3BB-312E-0B50B44EC832}"/>
              </a:ext>
            </a:extLst>
          </p:cNvPr>
          <p:cNvSpPr>
            <a:spLocks noGrp="1"/>
          </p:cNvSpPr>
          <p:nvPr>
            <p:ph type="sldNum" sz="quarter" idx="12"/>
          </p:nvPr>
        </p:nvSpPr>
        <p:spPr/>
        <p:txBody>
          <a:bodyPr/>
          <a:lstStyle/>
          <a:p>
            <a:fld id="{065EBCF0-071A-41B4-9C48-9ADF70E893B6}" type="slidenum">
              <a:rPr lang="ar-SY" smtClean="0"/>
              <a:pPr/>
              <a:t>73</a:t>
            </a:fld>
            <a:endParaRPr lang="ar-SY" dirty="0"/>
          </a:p>
        </p:txBody>
      </p:sp>
    </p:spTree>
    <p:extLst>
      <p:ext uri="{BB962C8B-B14F-4D97-AF65-F5344CB8AC3E}">
        <p14:creationId xmlns:p14="http://schemas.microsoft.com/office/powerpoint/2010/main" val="12685114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50">
            <a:extLst>
              <a:ext uri="{FF2B5EF4-FFF2-40B4-BE49-F238E27FC236}">
                <a16:creationId xmlns:a16="http://schemas.microsoft.com/office/drawing/2014/main" id="{93A113D4-050D-4711-91AB-8AA4391D3B77}"/>
              </a:ext>
            </a:extLst>
          </p:cNvPr>
          <p:cNvSpPr/>
          <p:nvPr/>
        </p:nvSpPr>
        <p:spPr>
          <a:xfrm>
            <a:off x="6771077" y="3772278"/>
            <a:ext cx="1364937" cy="539999"/>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1" anchor="ctr"/>
          <a:lstStyle/>
          <a:p>
            <a:pPr algn="ctr"/>
            <a:r>
              <a:rPr lang="ar-SA" sz="1200" b="1" dirty="0">
                <a:ln w="0"/>
                <a:solidFill>
                  <a:schemeClr val="tx1"/>
                </a:solidFill>
                <a:effectLst>
                  <a:outerShdw blurRad="38100" dist="38100" dir="2700000" algn="tl">
                    <a:srgbClr val="000000">
                      <a:alpha val="43137"/>
                    </a:srgbClr>
                  </a:outerShdw>
                </a:effectLst>
              </a:rPr>
              <a:t>شعبة المراقبة</a:t>
            </a:r>
            <a:endParaRPr lang="ar-SY" sz="1200" b="1" dirty="0">
              <a:ln w="0"/>
              <a:solidFill>
                <a:schemeClr val="tx1"/>
              </a:solidFill>
              <a:effectLst>
                <a:outerShdw blurRad="38100" dist="38100" dir="2700000" algn="tl">
                  <a:srgbClr val="000000">
                    <a:alpha val="43137"/>
                  </a:srgbClr>
                </a:outerShdw>
              </a:effectLst>
            </a:endParaRPr>
          </a:p>
        </p:txBody>
      </p:sp>
      <p:cxnSp>
        <p:nvCxnSpPr>
          <p:cNvPr id="4" name="موصل: على شكل مرفق 203">
            <a:extLst>
              <a:ext uri="{FF2B5EF4-FFF2-40B4-BE49-F238E27FC236}">
                <a16:creationId xmlns:a16="http://schemas.microsoft.com/office/drawing/2014/main" id="{2E40BD63-3921-4A29-8467-DF7C88B0FB09}"/>
              </a:ext>
            </a:extLst>
          </p:cNvPr>
          <p:cNvCxnSpPr>
            <a:cxnSpLocks/>
            <a:stCxn id="5" idx="2"/>
            <a:endCxn id="2" idx="0"/>
          </p:cNvCxnSpPr>
          <p:nvPr/>
        </p:nvCxnSpPr>
        <p:spPr>
          <a:xfrm rot="16200000" flipH="1">
            <a:off x="6238277" y="2557008"/>
            <a:ext cx="1512337" cy="91820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198">
            <a:extLst>
              <a:ext uri="{FF2B5EF4-FFF2-40B4-BE49-F238E27FC236}">
                <a16:creationId xmlns:a16="http://schemas.microsoft.com/office/drawing/2014/main" id="{AFCD297B-ADD8-45F2-AA3C-DC6F329130E1}"/>
              </a:ext>
            </a:extLst>
          </p:cNvPr>
          <p:cNvSpPr/>
          <p:nvPr/>
        </p:nvSpPr>
        <p:spPr>
          <a:xfrm>
            <a:off x="5192779" y="1719941"/>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1" anchor="ctr"/>
          <a:lstStyle/>
          <a:p>
            <a:pPr algn="ctr"/>
            <a:r>
              <a:rPr lang="ar-SA" sz="1400" b="1" dirty="0">
                <a:ln w="0"/>
                <a:solidFill>
                  <a:schemeClr val="tx1"/>
                </a:solidFill>
                <a:effectLst>
                  <a:outerShdw blurRad="38100" dist="38100" dir="2700000" algn="tl">
                    <a:srgbClr val="000000">
                      <a:alpha val="43137"/>
                    </a:srgbClr>
                  </a:outerShdw>
                </a:effectLst>
              </a:rPr>
              <a:t>مسؤول قسم الجاهزية</a:t>
            </a:r>
            <a:endParaRPr lang="ar-SY" sz="1400" b="1" dirty="0">
              <a:ln w="0"/>
              <a:solidFill>
                <a:schemeClr val="tx1"/>
              </a:solidFill>
              <a:effectLst>
                <a:outerShdw blurRad="38100" dist="38100" dir="2700000" algn="tl">
                  <a:srgbClr val="000000">
                    <a:alpha val="43137"/>
                  </a:srgbClr>
                </a:outerShdw>
              </a:effectLst>
            </a:endParaRPr>
          </a:p>
        </p:txBody>
      </p:sp>
      <p:cxnSp>
        <p:nvCxnSpPr>
          <p:cNvPr id="6" name="موصل: على شكل مرفق 76">
            <a:extLst>
              <a:ext uri="{FF2B5EF4-FFF2-40B4-BE49-F238E27FC236}">
                <a16:creationId xmlns:a16="http://schemas.microsoft.com/office/drawing/2014/main" id="{7BDC4A43-8D45-44AA-A8B9-717AA953968A}"/>
              </a:ext>
            </a:extLst>
          </p:cNvPr>
          <p:cNvCxnSpPr>
            <a:cxnSpLocks/>
            <a:stCxn id="5" idx="2"/>
            <a:endCxn id="14" idx="0"/>
          </p:cNvCxnSpPr>
          <p:nvPr/>
        </p:nvCxnSpPr>
        <p:spPr>
          <a:xfrm rot="5400000">
            <a:off x="5419007" y="2673796"/>
            <a:ext cx="1530193" cy="70248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7" name="مستطيل 5">
            <a:extLst>
              <a:ext uri="{FF2B5EF4-FFF2-40B4-BE49-F238E27FC236}">
                <a16:creationId xmlns:a16="http://schemas.microsoft.com/office/drawing/2014/main" id="{9644627F-5CA6-475F-B9A3-E2A03CC0F777}"/>
              </a:ext>
            </a:extLst>
          </p:cNvPr>
          <p:cNvSpPr/>
          <p:nvPr/>
        </p:nvSpPr>
        <p:spPr>
          <a:xfrm>
            <a:off x="3479395" y="3785184"/>
            <a:ext cx="1224000" cy="540000"/>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1" anchor="ctr"/>
          <a:lstStyle/>
          <a:p>
            <a:pPr algn="ctr"/>
            <a:r>
              <a:rPr lang="ar-SY" sz="1200" b="1" dirty="0">
                <a:ln w="0"/>
                <a:solidFill>
                  <a:schemeClr val="tx1"/>
                </a:solidFill>
                <a:effectLst>
                  <a:outerShdw blurRad="38100" dist="38100" dir="2700000" algn="tl">
                    <a:srgbClr val="000000">
                      <a:alpha val="43137"/>
                    </a:srgbClr>
                  </a:outerShdw>
                </a:effectLst>
              </a:rPr>
              <a:t>شعبة الديوان</a:t>
            </a:r>
            <a:endParaRPr lang="ar-SA" sz="1200" b="1" dirty="0">
              <a:ln w="0"/>
              <a:solidFill>
                <a:schemeClr val="tx1"/>
              </a:solidFill>
              <a:effectLst>
                <a:outerShdw blurRad="38100" dist="38100" dir="2700000" algn="tl">
                  <a:srgbClr val="000000">
                    <a:alpha val="43137"/>
                  </a:srgbClr>
                </a:outerShdw>
              </a:effectLst>
              <a:ea typeface="Calibri"/>
            </a:endParaRPr>
          </a:p>
        </p:txBody>
      </p:sp>
      <p:cxnSp>
        <p:nvCxnSpPr>
          <p:cNvPr id="8" name="موصل: على شكل مرفق 135">
            <a:extLst>
              <a:ext uri="{FF2B5EF4-FFF2-40B4-BE49-F238E27FC236}">
                <a16:creationId xmlns:a16="http://schemas.microsoft.com/office/drawing/2014/main" id="{D239123B-0E2A-444F-ABB1-5E8C465C4EF5}"/>
              </a:ext>
            </a:extLst>
          </p:cNvPr>
          <p:cNvCxnSpPr>
            <a:cxnSpLocks/>
            <a:stCxn id="5" idx="2"/>
            <a:endCxn id="7" idx="0"/>
          </p:cNvCxnSpPr>
          <p:nvPr/>
        </p:nvCxnSpPr>
        <p:spPr>
          <a:xfrm rot="5400000">
            <a:off x="4550749" y="1800588"/>
            <a:ext cx="1525243" cy="244394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31">
            <a:extLst>
              <a:ext uri="{FF2B5EF4-FFF2-40B4-BE49-F238E27FC236}">
                <a16:creationId xmlns:a16="http://schemas.microsoft.com/office/drawing/2014/main" id="{12EAD415-781B-44C2-9626-18D43E44DB34}"/>
              </a:ext>
            </a:extLst>
          </p:cNvPr>
          <p:cNvSpPr/>
          <p:nvPr/>
        </p:nvSpPr>
        <p:spPr>
          <a:xfrm>
            <a:off x="1709374" y="3769187"/>
            <a:ext cx="1224000" cy="540000"/>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1" anchor="ctr"/>
          <a:lstStyle/>
          <a:p>
            <a:pPr algn="ctr"/>
            <a:r>
              <a:rPr lang="ar-SY" sz="1200" b="1" dirty="0">
                <a:ln w="0"/>
                <a:solidFill>
                  <a:schemeClr val="tx1"/>
                </a:solidFill>
                <a:effectLst>
                  <a:outerShdw blurRad="38100" dist="38100" dir="2700000" algn="tl">
                    <a:srgbClr val="000000">
                      <a:alpha val="43137"/>
                    </a:srgbClr>
                  </a:outerShdw>
                </a:effectLst>
              </a:rPr>
              <a:t>شعبة الارتباط</a:t>
            </a:r>
          </a:p>
        </p:txBody>
      </p:sp>
      <p:sp>
        <p:nvSpPr>
          <p:cNvPr id="11" name="مستطيل 65">
            <a:extLst>
              <a:ext uri="{FF2B5EF4-FFF2-40B4-BE49-F238E27FC236}">
                <a16:creationId xmlns:a16="http://schemas.microsoft.com/office/drawing/2014/main" id="{F63A0AA5-F21D-4D6B-99B9-000D23CE6961}"/>
              </a:ext>
            </a:extLst>
          </p:cNvPr>
          <p:cNvSpPr/>
          <p:nvPr/>
        </p:nvSpPr>
        <p:spPr>
          <a:xfrm>
            <a:off x="3876771" y="2447513"/>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rPr>
              <a:t>معاون المدير</a:t>
            </a:r>
            <a:endParaRPr lang="ar-SY" sz="1200" b="1" dirty="0">
              <a:ln w="0"/>
              <a:solidFill>
                <a:schemeClr val="tx1"/>
              </a:solidFill>
              <a:effectLst>
                <a:outerShdw blurRad="38100" dist="38100" dir="2700000" algn="tl">
                  <a:srgbClr val="000000">
                    <a:alpha val="43137"/>
                  </a:srgbClr>
                </a:outerShdw>
              </a:effectLst>
            </a:endParaRPr>
          </a:p>
        </p:txBody>
      </p:sp>
      <p:sp>
        <p:nvSpPr>
          <p:cNvPr id="13" name="مستطيل 12">
            <a:extLst>
              <a:ext uri="{FF2B5EF4-FFF2-40B4-BE49-F238E27FC236}">
                <a16:creationId xmlns:a16="http://schemas.microsoft.com/office/drawing/2014/main" id="{08F3D5BE-A2E9-4C2B-9A5F-04E7D16001A6}"/>
              </a:ext>
            </a:extLst>
          </p:cNvPr>
          <p:cNvSpPr/>
          <p:nvPr/>
        </p:nvSpPr>
        <p:spPr>
          <a:xfrm>
            <a:off x="8838496" y="3772278"/>
            <a:ext cx="1224000" cy="540000"/>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1" anchor="ctr"/>
          <a:lstStyle/>
          <a:p>
            <a:pPr algn="ctr"/>
            <a:r>
              <a:rPr lang="ar-SY" sz="1200" b="1" dirty="0">
                <a:ln w="0"/>
                <a:solidFill>
                  <a:schemeClr val="tx1"/>
                </a:solidFill>
                <a:effectLst>
                  <a:outerShdw blurRad="38100" dist="38100" dir="2700000" algn="tl">
                    <a:srgbClr val="000000">
                      <a:alpha val="43137"/>
                    </a:srgbClr>
                  </a:outerShdw>
                </a:effectLst>
              </a:rPr>
              <a:t>شعبة الحرس الخاص</a:t>
            </a:r>
          </a:p>
        </p:txBody>
      </p:sp>
      <p:sp>
        <p:nvSpPr>
          <p:cNvPr id="14" name="مستطيل 12">
            <a:extLst>
              <a:ext uri="{FF2B5EF4-FFF2-40B4-BE49-F238E27FC236}">
                <a16:creationId xmlns:a16="http://schemas.microsoft.com/office/drawing/2014/main" id="{76F71C35-11FB-4ED2-8C9D-7EE0667EB9C7}"/>
              </a:ext>
            </a:extLst>
          </p:cNvPr>
          <p:cNvSpPr/>
          <p:nvPr/>
        </p:nvSpPr>
        <p:spPr>
          <a:xfrm>
            <a:off x="5220862" y="3790134"/>
            <a:ext cx="1224000" cy="540000"/>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1" anchor="ctr"/>
          <a:lstStyle/>
          <a:p>
            <a:pPr algn="ctr"/>
            <a:r>
              <a:rPr lang="ar-SY" sz="1200" b="1" dirty="0">
                <a:ln w="0"/>
                <a:solidFill>
                  <a:schemeClr val="tx1"/>
                </a:solidFill>
                <a:effectLst>
                  <a:outerShdw blurRad="38100" dist="38100" dir="2700000" algn="tl">
                    <a:srgbClr val="000000">
                      <a:alpha val="43137"/>
                    </a:srgbClr>
                  </a:outerShdw>
                </a:effectLst>
              </a:rPr>
              <a:t>شعبة حرس المنشئات</a:t>
            </a:r>
          </a:p>
        </p:txBody>
      </p:sp>
      <p:cxnSp>
        <p:nvCxnSpPr>
          <p:cNvPr id="21" name="موصل: على شكل مرفق 38">
            <a:extLst>
              <a:ext uri="{FF2B5EF4-FFF2-40B4-BE49-F238E27FC236}">
                <a16:creationId xmlns:a16="http://schemas.microsoft.com/office/drawing/2014/main" id="{A9695DA1-386D-4DC9-9A88-C5E05F763664}"/>
              </a:ext>
            </a:extLst>
          </p:cNvPr>
          <p:cNvCxnSpPr>
            <a:cxnSpLocks/>
            <a:stCxn id="5" idx="2"/>
            <a:endCxn id="13" idx="0"/>
          </p:cNvCxnSpPr>
          <p:nvPr/>
        </p:nvCxnSpPr>
        <p:spPr>
          <a:xfrm rot="16200000" flipH="1">
            <a:off x="7236752" y="1558533"/>
            <a:ext cx="1512337" cy="291515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4" name="موصل: على شكل مرفق 38">
            <a:extLst>
              <a:ext uri="{FF2B5EF4-FFF2-40B4-BE49-F238E27FC236}">
                <a16:creationId xmlns:a16="http://schemas.microsoft.com/office/drawing/2014/main" id="{D9B90F06-2651-48CD-99AD-DEC39F1D80A7}"/>
              </a:ext>
            </a:extLst>
          </p:cNvPr>
          <p:cNvCxnSpPr>
            <a:cxnSpLocks/>
            <a:stCxn id="5" idx="2"/>
            <a:endCxn id="11" idx="3"/>
          </p:cNvCxnSpPr>
          <p:nvPr/>
        </p:nvCxnSpPr>
        <p:spPr>
          <a:xfrm rot="5400000">
            <a:off x="5589272" y="1771441"/>
            <a:ext cx="457572" cy="143457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موصل: على شكل مرفق 38">
            <a:extLst>
              <a:ext uri="{FF2B5EF4-FFF2-40B4-BE49-F238E27FC236}">
                <a16:creationId xmlns:a16="http://schemas.microsoft.com/office/drawing/2014/main" id="{327B9A35-CD7C-46CB-8CD0-4045CE0BD2F5}"/>
              </a:ext>
            </a:extLst>
          </p:cNvPr>
          <p:cNvCxnSpPr>
            <a:cxnSpLocks/>
            <a:stCxn id="5" idx="2"/>
            <a:endCxn id="9" idx="0"/>
          </p:cNvCxnSpPr>
          <p:nvPr/>
        </p:nvCxnSpPr>
        <p:spPr>
          <a:xfrm rot="5400000">
            <a:off x="3673736" y="907579"/>
            <a:ext cx="1509246" cy="421397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 name="Date Placeholder 2">
            <a:extLst>
              <a:ext uri="{FF2B5EF4-FFF2-40B4-BE49-F238E27FC236}">
                <a16:creationId xmlns:a16="http://schemas.microsoft.com/office/drawing/2014/main" id="{630372CE-220D-1759-1B23-F6A8FE193717}"/>
              </a:ext>
            </a:extLst>
          </p:cNvPr>
          <p:cNvSpPr>
            <a:spLocks noGrp="1"/>
          </p:cNvSpPr>
          <p:nvPr>
            <p:ph type="dt" sz="half" idx="10"/>
          </p:nvPr>
        </p:nvSpPr>
        <p:spPr/>
        <p:txBody>
          <a:bodyPr/>
          <a:lstStyle/>
          <a:p>
            <a:fld id="{7C3826BE-9846-414D-B5DD-4758D4E34547}" type="datetime8">
              <a:rPr lang="ar-SY" smtClean="0"/>
              <a:t>28 تشرين الأول، 26</a:t>
            </a:fld>
            <a:endParaRPr lang="ar-SY" dirty="0"/>
          </a:p>
        </p:txBody>
      </p:sp>
      <p:sp>
        <p:nvSpPr>
          <p:cNvPr id="10" name="Footer Placeholder 9">
            <a:extLst>
              <a:ext uri="{FF2B5EF4-FFF2-40B4-BE49-F238E27FC236}">
                <a16:creationId xmlns:a16="http://schemas.microsoft.com/office/drawing/2014/main" id="{27F5238F-C83A-C4B7-2A3C-DBCC66A7C4FC}"/>
              </a:ext>
            </a:extLst>
          </p:cNvPr>
          <p:cNvSpPr>
            <a:spLocks noGrp="1"/>
          </p:cNvSpPr>
          <p:nvPr>
            <p:ph type="ftr" sz="quarter" idx="11"/>
          </p:nvPr>
        </p:nvSpPr>
        <p:spPr/>
        <p:txBody>
          <a:bodyPr/>
          <a:lstStyle/>
          <a:p>
            <a:r>
              <a:rPr lang="ar-SY"/>
              <a:t>التعريف العام بمحافظة دمشق</a:t>
            </a:r>
          </a:p>
        </p:txBody>
      </p:sp>
      <p:sp>
        <p:nvSpPr>
          <p:cNvPr id="12" name="Slide Number Placeholder 11">
            <a:extLst>
              <a:ext uri="{FF2B5EF4-FFF2-40B4-BE49-F238E27FC236}">
                <a16:creationId xmlns:a16="http://schemas.microsoft.com/office/drawing/2014/main" id="{7B9A4CA1-1049-2F2C-8D94-DC9327AB26DB}"/>
              </a:ext>
            </a:extLst>
          </p:cNvPr>
          <p:cNvSpPr>
            <a:spLocks noGrp="1"/>
          </p:cNvSpPr>
          <p:nvPr>
            <p:ph type="sldNum" sz="quarter" idx="12"/>
          </p:nvPr>
        </p:nvSpPr>
        <p:spPr/>
        <p:txBody>
          <a:bodyPr/>
          <a:lstStyle/>
          <a:p>
            <a:fld id="{065EBCF0-071A-41B4-9C48-9ADF70E893B6}" type="slidenum">
              <a:rPr lang="ar-SY" smtClean="0"/>
              <a:pPr/>
              <a:t>74</a:t>
            </a:fld>
            <a:endParaRPr lang="ar-SY" dirty="0"/>
          </a:p>
        </p:txBody>
      </p:sp>
    </p:spTree>
    <p:extLst>
      <p:ext uri="{BB962C8B-B14F-4D97-AF65-F5344CB8AC3E}">
        <p14:creationId xmlns:p14="http://schemas.microsoft.com/office/powerpoint/2010/main" val="4838158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8A2B69-7C5A-8B37-7424-B061D05FAA4B}"/>
              </a:ext>
            </a:extLst>
          </p:cNvPr>
          <p:cNvSpPr>
            <a:spLocks noGrp="1"/>
          </p:cNvSpPr>
          <p:nvPr>
            <p:ph type="title"/>
          </p:nvPr>
        </p:nvSpPr>
        <p:spPr/>
        <p:txBody>
          <a:bodyPr/>
          <a:lstStyle/>
          <a:p>
            <a:r>
              <a:rPr lang="ar-SY" dirty="0"/>
              <a:t>مديرية تنفيذ المرسوم 66</a:t>
            </a:r>
          </a:p>
        </p:txBody>
      </p:sp>
      <p:sp>
        <p:nvSpPr>
          <p:cNvPr id="6" name="Content Placeholder 5">
            <a:extLst>
              <a:ext uri="{FF2B5EF4-FFF2-40B4-BE49-F238E27FC236}">
                <a16:creationId xmlns:a16="http://schemas.microsoft.com/office/drawing/2014/main" id="{BE9F6C48-5D7D-D411-D6E6-A6C98FCB82C7}"/>
              </a:ext>
            </a:extLst>
          </p:cNvPr>
          <p:cNvSpPr>
            <a:spLocks noGrp="1"/>
          </p:cNvSpPr>
          <p:nvPr>
            <p:ph idx="1"/>
          </p:nvPr>
        </p:nvSpPr>
        <p:spPr/>
        <p:txBody>
          <a:bodyPr/>
          <a:lstStyle/>
          <a:p>
            <a:pPr marL="0" indent="0">
              <a:buNone/>
            </a:pPr>
            <a:r>
              <a:rPr lang="ar-SY" dirty="0"/>
              <a:t>هي جهة تنظيمية تنفيذية تُعنى بإدارة ومتابعة تنفيذ أحكام المرسوم التشريعي رقم /66/ لعام 2012 ضمن مناطق التنظيم في محافظة دمشق. تتولى تنظيم السجلات الإدارية والعقارية والمالية، متابعة شؤون الملكيات وخدمة المواطنين، وتنسيق الإجراءات القانونية والتنظيمية، بما يضمن حسن تطبيق المرسوم، توثيق الحقوق، وسير العمل وفق القوانين والأنظمة النافذة.</a:t>
            </a:r>
          </a:p>
        </p:txBody>
      </p:sp>
      <p:sp>
        <p:nvSpPr>
          <p:cNvPr id="2" name="Date Placeholder 1">
            <a:extLst>
              <a:ext uri="{FF2B5EF4-FFF2-40B4-BE49-F238E27FC236}">
                <a16:creationId xmlns:a16="http://schemas.microsoft.com/office/drawing/2014/main" id="{A8DFF315-9938-F2AE-5884-BD3889D3C05A}"/>
              </a:ext>
            </a:extLst>
          </p:cNvPr>
          <p:cNvSpPr>
            <a:spLocks noGrp="1"/>
          </p:cNvSpPr>
          <p:nvPr>
            <p:ph type="dt" sz="half" idx="10"/>
          </p:nvPr>
        </p:nvSpPr>
        <p:spPr/>
        <p:txBody>
          <a:bodyPr/>
          <a:lstStyle/>
          <a:p>
            <a:fld id="{F9DD1B2A-7C8B-4A0F-994C-CD920E765A31}" type="datetime8">
              <a:rPr lang="ar-SY" smtClean="0"/>
              <a:t>28 تشرين الأول، 26</a:t>
            </a:fld>
            <a:endParaRPr lang="ar-SY" dirty="0"/>
          </a:p>
        </p:txBody>
      </p:sp>
      <p:sp>
        <p:nvSpPr>
          <p:cNvPr id="3" name="Footer Placeholder 2">
            <a:extLst>
              <a:ext uri="{FF2B5EF4-FFF2-40B4-BE49-F238E27FC236}">
                <a16:creationId xmlns:a16="http://schemas.microsoft.com/office/drawing/2014/main" id="{B334452C-1062-510B-A7ED-0C717E810101}"/>
              </a:ext>
            </a:extLst>
          </p:cNvPr>
          <p:cNvSpPr>
            <a:spLocks noGrp="1"/>
          </p:cNvSpPr>
          <p:nvPr>
            <p:ph type="ftr" sz="quarter" idx="11"/>
          </p:nvPr>
        </p:nvSpPr>
        <p:spPr/>
        <p:txBody>
          <a:bodyPr/>
          <a:lstStyle/>
          <a:p>
            <a:r>
              <a:rPr lang="ar-SY"/>
              <a:t>التعريف العام بمحافظة دمشق</a:t>
            </a:r>
          </a:p>
        </p:txBody>
      </p:sp>
      <p:sp>
        <p:nvSpPr>
          <p:cNvPr id="4" name="Slide Number Placeholder 3">
            <a:extLst>
              <a:ext uri="{FF2B5EF4-FFF2-40B4-BE49-F238E27FC236}">
                <a16:creationId xmlns:a16="http://schemas.microsoft.com/office/drawing/2014/main" id="{57989C4A-32AA-2786-CA74-0C576B575BB2}"/>
              </a:ext>
            </a:extLst>
          </p:cNvPr>
          <p:cNvSpPr>
            <a:spLocks noGrp="1"/>
          </p:cNvSpPr>
          <p:nvPr>
            <p:ph type="sldNum" sz="quarter" idx="12"/>
          </p:nvPr>
        </p:nvSpPr>
        <p:spPr/>
        <p:txBody>
          <a:bodyPr/>
          <a:lstStyle/>
          <a:p>
            <a:fld id="{065EBCF0-071A-41B4-9C48-9ADF70E893B6}" type="slidenum">
              <a:rPr lang="ar-SY" smtClean="0"/>
              <a:pPr/>
              <a:t>75</a:t>
            </a:fld>
            <a:endParaRPr lang="ar-SY" dirty="0"/>
          </a:p>
        </p:txBody>
      </p:sp>
    </p:spTree>
    <p:extLst>
      <p:ext uri="{BB962C8B-B14F-4D97-AF65-F5344CB8AC3E}">
        <p14:creationId xmlns:p14="http://schemas.microsoft.com/office/powerpoint/2010/main" val="2879560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12">
            <a:extLst>
              <a:ext uri="{FF2B5EF4-FFF2-40B4-BE49-F238E27FC236}">
                <a16:creationId xmlns:a16="http://schemas.microsoft.com/office/drawing/2014/main" id="{14A087DB-87B2-43EF-83EA-FB6A402DF2EE}"/>
              </a:ext>
            </a:extLst>
          </p:cNvPr>
          <p:cNvSpPr/>
          <p:nvPr/>
        </p:nvSpPr>
        <p:spPr>
          <a:xfrm>
            <a:off x="9987783" y="3403884"/>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rPr>
              <a:t>دائرة المتابعة</a:t>
            </a:r>
          </a:p>
        </p:txBody>
      </p:sp>
      <p:sp>
        <p:nvSpPr>
          <p:cNvPr id="3" name="مستطيل 16">
            <a:extLst>
              <a:ext uri="{FF2B5EF4-FFF2-40B4-BE49-F238E27FC236}">
                <a16:creationId xmlns:a16="http://schemas.microsoft.com/office/drawing/2014/main" id="{8DD37A99-F3B9-48BF-81E9-BA2671D6784C}"/>
              </a:ext>
            </a:extLst>
          </p:cNvPr>
          <p:cNvSpPr/>
          <p:nvPr/>
        </p:nvSpPr>
        <p:spPr>
          <a:xfrm>
            <a:off x="10838343" y="4363591"/>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a:t>
            </a:r>
            <a:r>
              <a:rPr lang="en-US"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 </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متابعة اللجان</a:t>
            </a:r>
          </a:p>
        </p:txBody>
      </p:sp>
      <p:cxnSp>
        <p:nvCxnSpPr>
          <p:cNvPr id="4" name="موصل: على شكل مرفق 30">
            <a:extLst>
              <a:ext uri="{FF2B5EF4-FFF2-40B4-BE49-F238E27FC236}">
                <a16:creationId xmlns:a16="http://schemas.microsoft.com/office/drawing/2014/main" id="{5335FCB6-1560-49F6-A292-971C845796BC}"/>
              </a:ext>
            </a:extLst>
          </p:cNvPr>
          <p:cNvCxnSpPr>
            <a:cxnSpLocks/>
            <a:stCxn id="2" idx="2"/>
            <a:endCxn id="3" idx="0"/>
          </p:cNvCxnSpPr>
          <p:nvPr/>
        </p:nvCxnSpPr>
        <p:spPr>
          <a:xfrm rot="16200000" flipH="1">
            <a:off x="10705009" y="3838658"/>
            <a:ext cx="419707" cy="6301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5" name="مستطيل 50">
            <a:extLst>
              <a:ext uri="{FF2B5EF4-FFF2-40B4-BE49-F238E27FC236}">
                <a16:creationId xmlns:a16="http://schemas.microsoft.com/office/drawing/2014/main" id="{2FA2B888-FA86-4313-8CF8-71424395574E}"/>
              </a:ext>
            </a:extLst>
          </p:cNvPr>
          <p:cNvSpPr/>
          <p:nvPr/>
        </p:nvSpPr>
        <p:spPr>
          <a:xfrm>
            <a:off x="7668196" y="3403511"/>
            <a:ext cx="1364937" cy="539999"/>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دائرة</a:t>
            </a:r>
            <a:r>
              <a:rPr lang="ar-SY"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سجل الملكيات وخدمة الزبائن</a:t>
            </a:r>
          </a:p>
        </p:txBody>
      </p:sp>
      <p:sp>
        <p:nvSpPr>
          <p:cNvPr id="6" name="مستطيل 198">
            <a:extLst>
              <a:ext uri="{FF2B5EF4-FFF2-40B4-BE49-F238E27FC236}">
                <a16:creationId xmlns:a16="http://schemas.microsoft.com/office/drawing/2014/main" id="{9446DB17-F637-47B6-B686-3AAA21A68423}"/>
              </a:ext>
            </a:extLst>
          </p:cNvPr>
          <p:cNvSpPr/>
          <p:nvPr/>
        </p:nvSpPr>
        <p:spPr>
          <a:xfrm>
            <a:off x="4646359" y="1266183"/>
            <a:ext cx="2685130" cy="540000"/>
          </a:xfrm>
          <a:prstGeom prst="rect">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4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مديرية </a:t>
            </a:r>
            <a:r>
              <a:rPr lang="ar-SY" sz="14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تنفيذ المرسوم </a:t>
            </a:r>
            <a:r>
              <a:rPr lang="ar-SY" sz="1400" b="1" dirty="0">
                <a:ln w="0"/>
                <a:solidFill>
                  <a:schemeClr val="tx1"/>
                </a:solidFill>
                <a:effectLst>
                  <a:outerShdw blurRad="38100" dist="38100" dir="2700000" algn="tl">
                    <a:srgbClr val="000000">
                      <a:alpha val="43137"/>
                    </a:srgbClr>
                  </a:outerShdw>
                </a:effectLst>
                <a:cs typeface="Al-Jazeera-Arabic-Regular" panose="01000500000000020006"/>
              </a:rPr>
              <a:t>66</a:t>
            </a:r>
          </a:p>
        </p:txBody>
      </p:sp>
      <p:cxnSp>
        <p:nvCxnSpPr>
          <p:cNvPr id="7" name="موصل: على شكل مرفق 199">
            <a:extLst>
              <a:ext uri="{FF2B5EF4-FFF2-40B4-BE49-F238E27FC236}">
                <a16:creationId xmlns:a16="http://schemas.microsoft.com/office/drawing/2014/main" id="{35883A0C-37D8-438D-84B8-C409A214B3CB}"/>
              </a:ext>
            </a:extLst>
          </p:cNvPr>
          <p:cNvCxnSpPr>
            <a:cxnSpLocks/>
            <a:stCxn id="6" idx="2"/>
            <a:endCxn id="2" idx="0"/>
          </p:cNvCxnSpPr>
          <p:nvPr/>
        </p:nvCxnSpPr>
        <p:spPr>
          <a:xfrm rot="16200000" flipH="1">
            <a:off x="7495503" y="299603"/>
            <a:ext cx="1597701" cy="4610859"/>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 name="موصل: على شكل مرفق 203">
            <a:extLst>
              <a:ext uri="{FF2B5EF4-FFF2-40B4-BE49-F238E27FC236}">
                <a16:creationId xmlns:a16="http://schemas.microsoft.com/office/drawing/2014/main" id="{68B36597-9A9D-42D8-B5D6-12A4BF0D6457}"/>
              </a:ext>
            </a:extLst>
          </p:cNvPr>
          <p:cNvCxnSpPr>
            <a:cxnSpLocks/>
            <a:stCxn id="6" idx="2"/>
            <a:endCxn id="5" idx="0"/>
          </p:cNvCxnSpPr>
          <p:nvPr/>
        </p:nvCxnSpPr>
        <p:spPr>
          <a:xfrm rot="16200000" flipH="1">
            <a:off x="6371130" y="1423976"/>
            <a:ext cx="1597328" cy="236174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9" name="مستطيل 75">
            <a:extLst>
              <a:ext uri="{FF2B5EF4-FFF2-40B4-BE49-F238E27FC236}">
                <a16:creationId xmlns:a16="http://schemas.microsoft.com/office/drawing/2014/main" id="{73A906E1-8CA9-4B2A-9E2C-55CF4E1C3DE7}"/>
              </a:ext>
            </a:extLst>
          </p:cNvPr>
          <p:cNvSpPr/>
          <p:nvPr/>
        </p:nvSpPr>
        <p:spPr>
          <a:xfrm>
            <a:off x="9621816" y="4363592"/>
            <a:ext cx="1038226"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a:t>
            </a: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الأرشفة والرسم</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10" name="مستطيل 5">
            <a:extLst>
              <a:ext uri="{FF2B5EF4-FFF2-40B4-BE49-F238E27FC236}">
                <a16:creationId xmlns:a16="http://schemas.microsoft.com/office/drawing/2014/main" id="{11D4015D-2A1D-43CF-9201-B7FDCB2323E5}"/>
              </a:ext>
            </a:extLst>
          </p:cNvPr>
          <p:cNvSpPr/>
          <p:nvPr/>
        </p:nvSpPr>
        <p:spPr>
          <a:xfrm>
            <a:off x="3732474" y="3403511"/>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err="1">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دا</a:t>
            </a:r>
            <a:r>
              <a:rPr lang="ar-SA"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ئرة </a:t>
            </a:r>
            <a:r>
              <a:rPr lang="ar-SY"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السجل المؤقت</a:t>
            </a:r>
            <a:r>
              <a:rPr lang="ar-SA"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endParaRPr lang="ar-SY"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cxnSp>
        <p:nvCxnSpPr>
          <p:cNvPr id="11" name="موصل: على شكل مرفق 135">
            <a:extLst>
              <a:ext uri="{FF2B5EF4-FFF2-40B4-BE49-F238E27FC236}">
                <a16:creationId xmlns:a16="http://schemas.microsoft.com/office/drawing/2014/main" id="{097F70A9-096E-4093-A9C8-DF3C7994D955}"/>
              </a:ext>
            </a:extLst>
          </p:cNvPr>
          <p:cNvCxnSpPr>
            <a:cxnSpLocks/>
            <a:stCxn id="6" idx="2"/>
            <a:endCxn id="10" idx="0"/>
          </p:cNvCxnSpPr>
          <p:nvPr/>
        </p:nvCxnSpPr>
        <p:spPr>
          <a:xfrm rot="5400000">
            <a:off x="4368035" y="1782622"/>
            <a:ext cx="1597328" cy="164445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2" name="موصل: على شكل مرفق 29">
            <a:extLst>
              <a:ext uri="{FF2B5EF4-FFF2-40B4-BE49-F238E27FC236}">
                <a16:creationId xmlns:a16="http://schemas.microsoft.com/office/drawing/2014/main" id="{1C8174EA-3696-4614-BF59-C001CC953437}"/>
              </a:ext>
            </a:extLst>
          </p:cNvPr>
          <p:cNvCxnSpPr>
            <a:cxnSpLocks/>
            <a:stCxn id="13" idx="2"/>
            <a:endCxn id="14" idx="0"/>
          </p:cNvCxnSpPr>
          <p:nvPr/>
        </p:nvCxnSpPr>
        <p:spPr>
          <a:xfrm rot="16200000" flipH="1">
            <a:off x="1822354" y="3856559"/>
            <a:ext cx="424924" cy="59882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3" name="مستطيل 31">
            <a:extLst>
              <a:ext uri="{FF2B5EF4-FFF2-40B4-BE49-F238E27FC236}">
                <a16:creationId xmlns:a16="http://schemas.microsoft.com/office/drawing/2014/main" id="{3FD4F952-34D8-4768-BE23-96AABEF73B50}"/>
              </a:ext>
            </a:extLst>
          </p:cNvPr>
          <p:cNvSpPr/>
          <p:nvPr/>
        </p:nvSpPr>
        <p:spPr>
          <a:xfrm>
            <a:off x="1123404" y="3403509"/>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دائرة الدعم الفني</a:t>
            </a:r>
          </a:p>
        </p:txBody>
      </p:sp>
      <p:sp>
        <p:nvSpPr>
          <p:cNvPr id="14" name="مستطيل 34">
            <a:extLst>
              <a:ext uri="{FF2B5EF4-FFF2-40B4-BE49-F238E27FC236}">
                <a16:creationId xmlns:a16="http://schemas.microsoft.com/office/drawing/2014/main" id="{D1CCFF7C-8C4F-4546-8282-9F8274BA5338}"/>
              </a:ext>
            </a:extLst>
          </p:cNvPr>
          <p:cNvSpPr/>
          <p:nvPr/>
        </p:nvSpPr>
        <p:spPr>
          <a:xfrm>
            <a:off x="1879240" y="4368433"/>
            <a:ext cx="909975"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المتابعة والصيانة</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15" name="موصل: على شكل مرفق 38">
            <a:extLst>
              <a:ext uri="{FF2B5EF4-FFF2-40B4-BE49-F238E27FC236}">
                <a16:creationId xmlns:a16="http://schemas.microsoft.com/office/drawing/2014/main" id="{C2A78C19-8616-454A-81E8-0C630679A35E}"/>
              </a:ext>
            </a:extLst>
          </p:cNvPr>
          <p:cNvCxnSpPr>
            <a:cxnSpLocks/>
            <a:stCxn id="6" idx="2"/>
            <a:endCxn id="13" idx="0"/>
          </p:cNvCxnSpPr>
          <p:nvPr/>
        </p:nvCxnSpPr>
        <p:spPr>
          <a:xfrm rot="5400000">
            <a:off x="3063501" y="478086"/>
            <a:ext cx="1597326" cy="42535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6" name="مستطيل 65">
            <a:extLst>
              <a:ext uri="{FF2B5EF4-FFF2-40B4-BE49-F238E27FC236}">
                <a16:creationId xmlns:a16="http://schemas.microsoft.com/office/drawing/2014/main" id="{E4E76D5C-A3C7-4E09-9A02-90447F016D3C}"/>
              </a:ext>
            </a:extLst>
          </p:cNvPr>
          <p:cNvSpPr/>
          <p:nvPr/>
        </p:nvSpPr>
        <p:spPr>
          <a:xfrm>
            <a:off x="3330351" y="1985288"/>
            <a:ext cx="1224000" cy="540000"/>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معاون المدير</a:t>
            </a:r>
            <a:endParaRPr lang="ar-SY"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cxnSp>
        <p:nvCxnSpPr>
          <p:cNvPr id="17" name="موصل: على شكل مرفق 66">
            <a:extLst>
              <a:ext uri="{FF2B5EF4-FFF2-40B4-BE49-F238E27FC236}">
                <a16:creationId xmlns:a16="http://schemas.microsoft.com/office/drawing/2014/main" id="{890DCD1B-3502-458E-9301-CC3F85565F1D}"/>
              </a:ext>
            </a:extLst>
          </p:cNvPr>
          <p:cNvCxnSpPr>
            <a:cxnSpLocks/>
            <a:stCxn id="6" idx="2"/>
            <a:endCxn id="16" idx="3"/>
          </p:cNvCxnSpPr>
          <p:nvPr/>
        </p:nvCxnSpPr>
        <p:spPr>
          <a:xfrm rot="5400000">
            <a:off x="5047086" y="1313449"/>
            <a:ext cx="449105" cy="143457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موصل: على شكل مرفق 135">
            <a:extLst>
              <a:ext uri="{FF2B5EF4-FFF2-40B4-BE49-F238E27FC236}">
                <a16:creationId xmlns:a16="http://schemas.microsoft.com/office/drawing/2014/main" id="{9CFF3794-5568-4E4C-9F49-16113BBE3E43}"/>
              </a:ext>
            </a:extLst>
          </p:cNvPr>
          <p:cNvCxnSpPr>
            <a:cxnSpLocks/>
            <a:stCxn id="6" idx="2"/>
            <a:endCxn id="20" idx="0"/>
          </p:cNvCxnSpPr>
          <p:nvPr/>
        </p:nvCxnSpPr>
        <p:spPr>
          <a:xfrm rot="16200000" flipH="1">
            <a:off x="5381304" y="2413803"/>
            <a:ext cx="1665547" cy="450306"/>
          </a:xfrm>
          <a:prstGeom prst="bentConnector3">
            <a:avLst>
              <a:gd name="adj1" fmla="val 48983"/>
            </a:avLst>
          </a:prstGeom>
          <a:ln w="19050">
            <a:tailEnd type="triangle"/>
          </a:ln>
        </p:spPr>
        <p:style>
          <a:lnRef idx="1">
            <a:schemeClr val="dk1"/>
          </a:lnRef>
          <a:fillRef idx="0">
            <a:schemeClr val="dk1"/>
          </a:fillRef>
          <a:effectRef idx="0">
            <a:schemeClr val="dk1"/>
          </a:effectRef>
          <a:fontRef idx="minor">
            <a:schemeClr val="tx1"/>
          </a:fontRef>
        </p:style>
      </p:cxnSp>
      <p:sp>
        <p:nvSpPr>
          <p:cNvPr id="20" name="مستطيل 5">
            <a:extLst>
              <a:ext uri="{FF2B5EF4-FFF2-40B4-BE49-F238E27FC236}">
                <a16:creationId xmlns:a16="http://schemas.microsoft.com/office/drawing/2014/main" id="{FB849016-7073-4D17-85D1-960CB285305B}"/>
              </a:ext>
            </a:extLst>
          </p:cNvPr>
          <p:cNvSpPr/>
          <p:nvPr/>
        </p:nvSpPr>
        <p:spPr>
          <a:xfrm>
            <a:off x="5827230" y="3471730"/>
            <a:ext cx="1224000" cy="540000"/>
          </a:xfrm>
          <a:prstGeom prst="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b="1" dirty="0" err="1">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دا</a:t>
            </a:r>
            <a:r>
              <a:rPr lang="ar-SA"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ئرة </a:t>
            </a:r>
            <a:r>
              <a:rPr lang="ar-SY" sz="1200" b="1"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الشؤون الإدارية</a:t>
            </a:r>
          </a:p>
        </p:txBody>
      </p:sp>
      <p:cxnSp>
        <p:nvCxnSpPr>
          <p:cNvPr id="21" name="موصل: على شكل مرفق 29">
            <a:extLst>
              <a:ext uri="{FF2B5EF4-FFF2-40B4-BE49-F238E27FC236}">
                <a16:creationId xmlns:a16="http://schemas.microsoft.com/office/drawing/2014/main" id="{90799129-0FB0-4F3E-82E8-867E43823BDE}"/>
              </a:ext>
            </a:extLst>
          </p:cNvPr>
          <p:cNvCxnSpPr>
            <a:cxnSpLocks/>
            <a:stCxn id="20" idx="2"/>
            <a:endCxn id="22" idx="0"/>
          </p:cNvCxnSpPr>
          <p:nvPr/>
        </p:nvCxnSpPr>
        <p:spPr>
          <a:xfrm rot="16200000" flipH="1">
            <a:off x="6540638" y="3910322"/>
            <a:ext cx="341050" cy="543866"/>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2" name="مستطيل 34">
            <a:extLst>
              <a:ext uri="{FF2B5EF4-FFF2-40B4-BE49-F238E27FC236}">
                <a16:creationId xmlns:a16="http://schemas.microsoft.com/office/drawing/2014/main" id="{67482D3D-48F2-4B23-B766-AA7963E9A08C}"/>
              </a:ext>
            </a:extLst>
          </p:cNvPr>
          <p:cNvSpPr/>
          <p:nvPr/>
        </p:nvSpPr>
        <p:spPr>
          <a:xfrm>
            <a:off x="6634703" y="4352780"/>
            <a:ext cx="696786"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الديوان</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a:p>
            <a:pPr algn="ctr"/>
            <a:endPar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sp>
        <p:nvSpPr>
          <p:cNvPr id="23" name="مستطيل 9">
            <a:extLst>
              <a:ext uri="{FF2B5EF4-FFF2-40B4-BE49-F238E27FC236}">
                <a16:creationId xmlns:a16="http://schemas.microsoft.com/office/drawing/2014/main" id="{6F7297F7-6500-4B60-9CA2-6BC19FB817D1}"/>
              </a:ext>
            </a:extLst>
          </p:cNvPr>
          <p:cNvSpPr/>
          <p:nvPr/>
        </p:nvSpPr>
        <p:spPr>
          <a:xfrm>
            <a:off x="7425837" y="4333075"/>
            <a:ext cx="723615" cy="6411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خدمة الزبائن </a:t>
            </a:r>
          </a:p>
        </p:txBody>
      </p:sp>
      <p:cxnSp>
        <p:nvCxnSpPr>
          <p:cNvPr id="24" name="موصل: على شكل مرفق 17">
            <a:extLst>
              <a:ext uri="{FF2B5EF4-FFF2-40B4-BE49-F238E27FC236}">
                <a16:creationId xmlns:a16="http://schemas.microsoft.com/office/drawing/2014/main" id="{876C2007-61CB-4CD2-B0C6-67E3B6B8A78E}"/>
              </a:ext>
            </a:extLst>
          </p:cNvPr>
          <p:cNvCxnSpPr>
            <a:cxnSpLocks/>
            <a:stCxn id="5" idx="2"/>
            <a:endCxn id="23" idx="0"/>
          </p:cNvCxnSpPr>
          <p:nvPr/>
        </p:nvCxnSpPr>
        <p:spPr>
          <a:xfrm rot="5400000">
            <a:off x="7874373" y="3856782"/>
            <a:ext cx="389565" cy="56302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5" name="مستطيل 72">
            <a:extLst>
              <a:ext uri="{FF2B5EF4-FFF2-40B4-BE49-F238E27FC236}">
                <a16:creationId xmlns:a16="http://schemas.microsoft.com/office/drawing/2014/main" id="{5A9DFA02-4E7B-4699-9C6F-4D368D114970}"/>
              </a:ext>
            </a:extLst>
          </p:cNvPr>
          <p:cNvSpPr/>
          <p:nvPr/>
        </p:nvSpPr>
        <p:spPr>
          <a:xfrm>
            <a:off x="8318081" y="4337881"/>
            <a:ext cx="1017984" cy="66502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سجلات الملكية و المالية</a:t>
            </a:r>
          </a:p>
        </p:txBody>
      </p:sp>
      <p:sp>
        <p:nvSpPr>
          <p:cNvPr id="26" name="مستطيل 34">
            <a:extLst>
              <a:ext uri="{FF2B5EF4-FFF2-40B4-BE49-F238E27FC236}">
                <a16:creationId xmlns:a16="http://schemas.microsoft.com/office/drawing/2014/main" id="{C3400B89-469F-4F41-A776-E547A6E6BA73}"/>
              </a:ext>
            </a:extLst>
          </p:cNvPr>
          <p:cNvSpPr/>
          <p:nvPr/>
        </p:nvSpPr>
        <p:spPr>
          <a:xfrm>
            <a:off x="5462565" y="4351338"/>
            <a:ext cx="891880"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مراقبة الدوام</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27" name="موصل: على شكل مرفق 17">
            <a:extLst>
              <a:ext uri="{FF2B5EF4-FFF2-40B4-BE49-F238E27FC236}">
                <a16:creationId xmlns:a16="http://schemas.microsoft.com/office/drawing/2014/main" id="{E411A958-B1C4-434E-9C28-A19A079040AD}"/>
              </a:ext>
            </a:extLst>
          </p:cNvPr>
          <p:cNvCxnSpPr>
            <a:cxnSpLocks/>
            <a:stCxn id="2" idx="2"/>
            <a:endCxn id="9" idx="0"/>
          </p:cNvCxnSpPr>
          <p:nvPr/>
        </p:nvCxnSpPr>
        <p:spPr>
          <a:xfrm rot="5400000">
            <a:off x="10160502" y="3924311"/>
            <a:ext cx="419708" cy="45885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8" name="موصل: على شكل مرفق 93">
            <a:extLst>
              <a:ext uri="{FF2B5EF4-FFF2-40B4-BE49-F238E27FC236}">
                <a16:creationId xmlns:a16="http://schemas.microsoft.com/office/drawing/2014/main" id="{01D0B2CC-F69B-4910-98F7-9425D12649D3}"/>
              </a:ext>
            </a:extLst>
          </p:cNvPr>
          <p:cNvCxnSpPr>
            <a:cxnSpLocks/>
            <a:stCxn id="5" idx="2"/>
            <a:endCxn id="25" idx="0"/>
          </p:cNvCxnSpPr>
          <p:nvPr/>
        </p:nvCxnSpPr>
        <p:spPr>
          <a:xfrm rot="16200000" flipH="1">
            <a:off x="8391684" y="3902491"/>
            <a:ext cx="394371" cy="47640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9" name="مستطيل 16">
            <a:extLst>
              <a:ext uri="{FF2B5EF4-FFF2-40B4-BE49-F238E27FC236}">
                <a16:creationId xmlns:a16="http://schemas.microsoft.com/office/drawing/2014/main" id="{677D4FC0-08B4-43FD-8561-121378EAFD56}"/>
              </a:ext>
            </a:extLst>
          </p:cNvPr>
          <p:cNvSpPr/>
          <p:nvPr/>
        </p:nvSpPr>
        <p:spPr>
          <a:xfrm>
            <a:off x="4401084" y="4352779"/>
            <a:ext cx="783196" cy="626499"/>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التوثيق</a:t>
            </a:r>
          </a:p>
        </p:txBody>
      </p:sp>
      <p:cxnSp>
        <p:nvCxnSpPr>
          <p:cNvPr id="30" name="موصل: على شكل مرفق 30">
            <a:extLst>
              <a:ext uri="{FF2B5EF4-FFF2-40B4-BE49-F238E27FC236}">
                <a16:creationId xmlns:a16="http://schemas.microsoft.com/office/drawing/2014/main" id="{D5FD127B-1F0E-4B27-B0DE-21FD2CBD0281}"/>
              </a:ext>
            </a:extLst>
          </p:cNvPr>
          <p:cNvCxnSpPr>
            <a:cxnSpLocks/>
            <a:stCxn id="10" idx="2"/>
            <a:endCxn id="29" idx="0"/>
          </p:cNvCxnSpPr>
          <p:nvPr/>
        </p:nvCxnSpPr>
        <p:spPr>
          <a:xfrm rot="16200000" flipH="1">
            <a:off x="4363944" y="3924041"/>
            <a:ext cx="409268" cy="44820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1" name="مستطيل 75">
            <a:extLst>
              <a:ext uri="{FF2B5EF4-FFF2-40B4-BE49-F238E27FC236}">
                <a16:creationId xmlns:a16="http://schemas.microsoft.com/office/drawing/2014/main" id="{AED416BB-39FC-475D-8DEB-0B7177EE4344}"/>
              </a:ext>
            </a:extLst>
          </p:cNvPr>
          <p:cNvSpPr/>
          <p:nvPr/>
        </p:nvSpPr>
        <p:spPr>
          <a:xfrm>
            <a:off x="3330352" y="4352779"/>
            <a:ext cx="1047298" cy="637107"/>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التسجيل و أرشفة العقود</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32" name="موصل: على شكل مرفق 76">
            <a:extLst>
              <a:ext uri="{FF2B5EF4-FFF2-40B4-BE49-F238E27FC236}">
                <a16:creationId xmlns:a16="http://schemas.microsoft.com/office/drawing/2014/main" id="{B4337F2E-5BA3-4C47-9BC5-08B231F0D09D}"/>
              </a:ext>
            </a:extLst>
          </p:cNvPr>
          <p:cNvCxnSpPr>
            <a:cxnSpLocks/>
            <a:stCxn id="10" idx="2"/>
            <a:endCxn id="31" idx="0"/>
          </p:cNvCxnSpPr>
          <p:nvPr/>
        </p:nvCxnSpPr>
        <p:spPr>
          <a:xfrm rot="5400000">
            <a:off x="3894604" y="3902909"/>
            <a:ext cx="409268" cy="490473"/>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موصل: على شكل مرفق 29">
            <a:extLst>
              <a:ext uri="{FF2B5EF4-FFF2-40B4-BE49-F238E27FC236}">
                <a16:creationId xmlns:a16="http://schemas.microsoft.com/office/drawing/2014/main" id="{4DA507BD-4017-4C7E-8D43-100D0601235A}"/>
              </a:ext>
            </a:extLst>
          </p:cNvPr>
          <p:cNvCxnSpPr>
            <a:cxnSpLocks/>
            <a:stCxn id="13" idx="2"/>
            <a:endCxn id="34" idx="0"/>
          </p:cNvCxnSpPr>
          <p:nvPr/>
        </p:nvCxnSpPr>
        <p:spPr>
          <a:xfrm rot="5400000">
            <a:off x="1259148" y="3886963"/>
            <a:ext cx="419711" cy="53280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4" name="مستطيل 34">
            <a:extLst>
              <a:ext uri="{FF2B5EF4-FFF2-40B4-BE49-F238E27FC236}">
                <a16:creationId xmlns:a16="http://schemas.microsoft.com/office/drawing/2014/main" id="{0EBC878F-00AA-4E2C-8F67-73E8976205FD}"/>
              </a:ext>
            </a:extLst>
          </p:cNvPr>
          <p:cNvSpPr/>
          <p:nvPr/>
        </p:nvSpPr>
        <p:spPr>
          <a:xfrm>
            <a:off x="838200" y="4363220"/>
            <a:ext cx="728803" cy="610984"/>
          </a:xfrm>
          <a:prstGeom prst="rect">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Y"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rPr>
              <a:t>شعبة المعلوماتية</a:t>
            </a:r>
            <a:endParaRPr lang="ar-SA" sz="1200" dirty="0">
              <a:solidFill>
                <a:schemeClr val="tx1"/>
              </a:solidFill>
              <a:effectLst>
                <a:outerShdw blurRad="38100" dist="38100" dir="2700000" algn="tl">
                  <a:srgbClr val="000000">
                    <a:alpha val="43137"/>
                  </a:srgbClr>
                </a:outerShdw>
              </a:effectLst>
              <a:latin typeface="Al-Jazeera-Arabic-Regular" panose="01000500000000020006" pitchFamily="2" charset="-78"/>
              <a:cs typeface="Al-Jazeera-Arabic-Regular" panose="01000500000000020006" pitchFamily="2" charset="-78"/>
            </a:endParaRPr>
          </a:p>
        </p:txBody>
      </p:sp>
      <p:cxnSp>
        <p:nvCxnSpPr>
          <p:cNvPr id="35" name="موصل: على شكل مرفق 76">
            <a:extLst>
              <a:ext uri="{FF2B5EF4-FFF2-40B4-BE49-F238E27FC236}">
                <a16:creationId xmlns:a16="http://schemas.microsoft.com/office/drawing/2014/main" id="{DD78DD9D-5248-462F-8D72-CC480E3DD173}"/>
              </a:ext>
            </a:extLst>
          </p:cNvPr>
          <p:cNvCxnSpPr>
            <a:cxnSpLocks/>
            <a:stCxn id="20" idx="2"/>
            <a:endCxn id="26" idx="0"/>
          </p:cNvCxnSpPr>
          <p:nvPr/>
        </p:nvCxnSpPr>
        <p:spPr>
          <a:xfrm rot="5400000">
            <a:off x="6004064" y="3916172"/>
            <a:ext cx="339608" cy="530725"/>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36" name="Date Placeholder 35">
            <a:extLst>
              <a:ext uri="{FF2B5EF4-FFF2-40B4-BE49-F238E27FC236}">
                <a16:creationId xmlns:a16="http://schemas.microsoft.com/office/drawing/2014/main" id="{02412D26-816E-F950-15A6-FA4061186F47}"/>
              </a:ext>
            </a:extLst>
          </p:cNvPr>
          <p:cNvSpPr>
            <a:spLocks noGrp="1"/>
          </p:cNvSpPr>
          <p:nvPr>
            <p:ph type="dt" sz="half" idx="10"/>
          </p:nvPr>
        </p:nvSpPr>
        <p:spPr/>
        <p:txBody>
          <a:bodyPr/>
          <a:lstStyle/>
          <a:p>
            <a:fld id="{ED83DB99-CAFB-4735-8CAE-5CB6B40F0FC5}" type="datetime8">
              <a:rPr lang="ar-SY" smtClean="0"/>
              <a:t>28 تشرين الأول، 26</a:t>
            </a:fld>
            <a:endParaRPr lang="ar-SY" dirty="0"/>
          </a:p>
        </p:txBody>
      </p:sp>
      <p:sp>
        <p:nvSpPr>
          <p:cNvPr id="37" name="Footer Placeholder 36">
            <a:extLst>
              <a:ext uri="{FF2B5EF4-FFF2-40B4-BE49-F238E27FC236}">
                <a16:creationId xmlns:a16="http://schemas.microsoft.com/office/drawing/2014/main" id="{2464269B-1741-31F0-7FB3-6A103D264AD4}"/>
              </a:ext>
            </a:extLst>
          </p:cNvPr>
          <p:cNvSpPr>
            <a:spLocks noGrp="1"/>
          </p:cNvSpPr>
          <p:nvPr>
            <p:ph type="ftr" sz="quarter" idx="11"/>
          </p:nvPr>
        </p:nvSpPr>
        <p:spPr/>
        <p:txBody>
          <a:bodyPr/>
          <a:lstStyle/>
          <a:p>
            <a:r>
              <a:rPr lang="ar-SY"/>
              <a:t>التعريف العام بمحافظة دمشق</a:t>
            </a:r>
          </a:p>
        </p:txBody>
      </p:sp>
      <p:sp>
        <p:nvSpPr>
          <p:cNvPr id="38" name="Slide Number Placeholder 37">
            <a:extLst>
              <a:ext uri="{FF2B5EF4-FFF2-40B4-BE49-F238E27FC236}">
                <a16:creationId xmlns:a16="http://schemas.microsoft.com/office/drawing/2014/main" id="{3256C0C7-24A5-EB9D-18B5-FE0E0215F54F}"/>
              </a:ext>
            </a:extLst>
          </p:cNvPr>
          <p:cNvSpPr>
            <a:spLocks noGrp="1"/>
          </p:cNvSpPr>
          <p:nvPr>
            <p:ph type="sldNum" sz="quarter" idx="12"/>
          </p:nvPr>
        </p:nvSpPr>
        <p:spPr/>
        <p:txBody>
          <a:bodyPr/>
          <a:lstStyle/>
          <a:p>
            <a:fld id="{065EBCF0-071A-41B4-9C48-9ADF70E893B6}" type="slidenum">
              <a:rPr lang="ar-SY" smtClean="0"/>
              <a:pPr/>
              <a:t>76</a:t>
            </a:fld>
            <a:endParaRPr lang="ar-SY" dirty="0"/>
          </a:p>
        </p:txBody>
      </p:sp>
    </p:spTree>
    <p:extLst>
      <p:ext uri="{BB962C8B-B14F-4D97-AF65-F5344CB8AC3E}">
        <p14:creationId xmlns:p14="http://schemas.microsoft.com/office/powerpoint/2010/main" val="1545674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2718</TotalTime>
  <Words>5818</Words>
  <Application>Microsoft Office PowerPoint</Application>
  <PresentationFormat>Widescreen</PresentationFormat>
  <Paragraphs>1184</Paragraphs>
  <Slides>76</Slides>
  <Notes>4</Notes>
  <HiddenSlides>0</HiddenSlides>
  <MMClips>0</MMClips>
  <ScaleCrop>false</ScaleCrop>
  <HeadingPairs>
    <vt:vector size="4" baseType="variant">
      <vt:variant>
        <vt:lpstr>Theme</vt:lpstr>
      </vt:variant>
      <vt:variant>
        <vt:i4>1</vt:i4>
      </vt:variant>
      <vt:variant>
        <vt:lpstr>Slide Titles</vt:lpstr>
      </vt:variant>
      <vt:variant>
        <vt:i4>76</vt:i4>
      </vt:variant>
    </vt:vector>
  </HeadingPairs>
  <TitlesOfParts>
    <vt:vector size="77" baseType="lpstr">
      <vt:lpstr>Office 2013 - 2022 Theme</vt:lpstr>
      <vt:lpstr>محافظة دمشق</vt:lpstr>
      <vt:lpstr>هدف العرض</vt:lpstr>
      <vt:lpstr>محافظة دمشق – لمحة عامة</vt:lpstr>
      <vt:lpstr>الدور الإداري والخدمي للمحافظة</vt:lpstr>
      <vt:lpstr>الهيكلية العامة لمحافظة دمشق</vt:lpstr>
      <vt:lpstr>مديريات محافظة دمشق</vt:lpstr>
      <vt:lpstr>مديرية دوائر الخدمات</vt:lpstr>
      <vt:lpstr>PowerPoint Presentation</vt:lpstr>
      <vt:lpstr>مديرية النظافة</vt:lpstr>
      <vt:lpstr>PowerPoint Presentation</vt:lpstr>
      <vt:lpstr>مديرية معالجة النفايات الصلبة</vt:lpstr>
      <vt:lpstr>PowerPoint Presentation</vt:lpstr>
      <vt:lpstr>مديرية الحدائق</vt:lpstr>
      <vt:lpstr>PowerPoint Presentation</vt:lpstr>
      <vt:lpstr>مديرية الإشراف</vt:lpstr>
      <vt:lpstr>PowerPoint Presentation</vt:lpstr>
      <vt:lpstr>مديرية الخدمات الفنية</vt:lpstr>
      <vt:lpstr>PowerPoint Presentation</vt:lpstr>
      <vt:lpstr>مديرية الصيانة والإنارة</vt:lpstr>
      <vt:lpstr>PowerPoint Presentation</vt:lpstr>
      <vt:lpstr>مديرية المهن والرخص</vt:lpstr>
      <vt:lpstr>PowerPoint Presentation</vt:lpstr>
      <vt:lpstr>مديرية الشكاوي والتظلم</vt:lpstr>
      <vt:lpstr>PowerPoint Presentation</vt:lpstr>
      <vt:lpstr>مديرية مراكز خدمة المواطن</vt:lpstr>
      <vt:lpstr>PowerPoint Presentation</vt:lpstr>
      <vt:lpstr>مديرية الرقابة الداخلية</vt:lpstr>
      <vt:lpstr>PowerPoint Presentation</vt:lpstr>
      <vt:lpstr>مديرية شؤون الأملاك</vt:lpstr>
      <vt:lpstr>PowerPoint Presentation</vt:lpstr>
      <vt:lpstr>مديرية دمشق القديمة</vt:lpstr>
      <vt:lpstr>PowerPoint Presentation</vt:lpstr>
      <vt:lpstr>مديرية البيئة</vt:lpstr>
      <vt:lpstr>PowerPoint Presentation</vt:lpstr>
      <vt:lpstr>مديرية السجل المؤقت</vt:lpstr>
      <vt:lpstr>PowerPoint Presentation</vt:lpstr>
      <vt:lpstr>مديرية المعلوماتية</vt:lpstr>
      <vt:lpstr>PowerPoint Presentation</vt:lpstr>
      <vt:lpstr>مديرية العلاقات العامة</vt:lpstr>
      <vt:lpstr>PowerPoint Presentation</vt:lpstr>
      <vt:lpstr>مديرية الإعلام</vt:lpstr>
      <vt:lpstr>PowerPoint Presentation</vt:lpstr>
      <vt:lpstr>مديرية العلاقات الخارجية</vt:lpstr>
      <vt:lpstr>PowerPoint Presentation</vt:lpstr>
      <vt:lpstr>مديرية التنمية الإدارية</vt:lpstr>
      <vt:lpstr>PowerPoint Presentation</vt:lpstr>
      <vt:lpstr>مديرية مالية الأمانة العامة</vt:lpstr>
      <vt:lpstr>PowerPoint Presentation</vt:lpstr>
      <vt:lpstr>مديرية الشؤون المالية</vt:lpstr>
      <vt:lpstr>PowerPoint Presentation</vt:lpstr>
      <vt:lpstr>مديرية القضايا والشؤون القانونية</vt:lpstr>
      <vt:lpstr>PowerPoint Presentation</vt:lpstr>
      <vt:lpstr>مديرية مكتب السيد المحافظ</vt:lpstr>
      <vt:lpstr>PowerPoint Presentation</vt:lpstr>
      <vt:lpstr>مديرية الشؤون الصحية</vt:lpstr>
      <vt:lpstr>PowerPoint Presentation</vt:lpstr>
      <vt:lpstr>مديرية المركبات والرحبة</vt:lpstr>
      <vt:lpstr>PowerPoint Presentation</vt:lpstr>
      <vt:lpstr>مديرية المجالس المحلية</vt:lpstr>
      <vt:lpstr>PowerPoint Presentation</vt:lpstr>
      <vt:lpstr>مديرية هندسة المرور والنقل</vt:lpstr>
      <vt:lpstr>PowerPoint Presentation</vt:lpstr>
      <vt:lpstr>مديرية دعم القرار والتخطيط الاقليمي</vt:lpstr>
      <vt:lpstr>PowerPoint Presentation</vt:lpstr>
      <vt:lpstr>مديرية التنظيم والتخطيط العمراني</vt:lpstr>
      <vt:lpstr>PowerPoint Presentation</vt:lpstr>
      <vt:lpstr>مديرية دار الكرامة</vt:lpstr>
      <vt:lpstr>PowerPoint Presentation</vt:lpstr>
      <vt:lpstr>مديرية دفن الموتى </vt:lpstr>
      <vt:lpstr>PowerPoint Presentation</vt:lpstr>
      <vt:lpstr>مديرية التنمية المحلية</vt:lpstr>
      <vt:lpstr>PowerPoint Presentation</vt:lpstr>
      <vt:lpstr>قسم الجاهزية</vt:lpstr>
      <vt:lpstr>PowerPoint Presentation</vt:lpstr>
      <vt:lpstr>مديرية تنفيذ المرسوم 66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yazan ka</dc:creator>
  <cp:lastModifiedBy>Dania Alnehlawi</cp:lastModifiedBy>
  <cp:revision>210</cp:revision>
  <cp:lastPrinted>2023-10-11T06:25:57Z</cp:lastPrinted>
  <dcterms:created xsi:type="dcterms:W3CDTF">2023-05-28T07:05:39Z</dcterms:created>
  <dcterms:modified xsi:type="dcterms:W3CDTF">2026-10-28T19:39:34Z</dcterms:modified>
</cp:coreProperties>
</file>